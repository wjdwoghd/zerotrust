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7819473a942b9" /><Relationship Type="http://schemas.openxmlformats.org/officeDocument/2006/relationships/extended-properties" Target="/docProps/app.xml" Id="R34bd88cbaf0c45f0" /><Relationship Type="http://schemas.openxmlformats.org/officeDocument/2006/relationships/officeDocument" Target="/ppt/presentation.xml" Id="Ra3a04b590841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9920ab32a47eb"/>
  </p:sldMasterIdLst>
  <p:notesMasterIdLst>
    <p:notesMasterId xmlns:r="http://schemas.openxmlformats.org/officeDocument/2006/relationships" r:id="R2941ac7bca994755"/>
  </p:notesMasterIdLst>
  <p:sldIdLst>
    <p:sldId xmlns:r="http://schemas.openxmlformats.org/officeDocument/2006/relationships" id="256" r:id="R1c780028b13b41ae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28a0008da4e45" /><Relationship Type="http://schemas.openxmlformats.org/officeDocument/2006/relationships/slideMaster" Target="/ppt/slideMasters/slideMaster1.xml" Id="Rdcb9920ab32a47eb" /><Relationship Type="http://schemas.openxmlformats.org/officeDocument/2006/relationships/notesMaster" Target="/ppt/notesMasters/notesMaster1.xml" Id="R2941ac7bca994755" /><Relationship Type="http://schemas.openxmlformats.org/officeDocument/2006/relationships/presProps" Target="/ppt/presProps.xml" Id="Rfd03d84c6f004623" /><Relationship Type="http://schemas.openxmlformats.org/officeDocument/2006/relationships/viewProps" Target="/ppt/viewProps.xml" Id="Re9df995533044321" /><Relationship Type="http://schemas.openxmlformats.org/officeDocument/2006/relationships/tableStyles" Target="/ppt/tableStyles.xml" Id="Rfa8e2e862e154ffa" /><Relationship Type="http://schemas.openxmlformats.org/officeDocument/2006/relationships/slide" Target="/ppt/slides/slide1.xml" Id="R1c780028b13b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798e4d4be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c276bc9154106" /><Relationship Type="http://schemas.openxmlformats.org/officeDocument/2006/relationships/notesMaster" Target="/ppt/notesMasters/notesMaster1.xml" Id="Rd2abbdebb7a3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a135afc584c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c7bfde9d148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3a13c236d46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1989f44664c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9fc48b898422a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a78983ec69e47ee" /><Relationship Type="http://schemas.openxmlformats.org/officeDocument/2006/relationships/theme" Target="/ppt/slideMasters/theme/theme2.xml" Id="R67f3d4de62e343ca" /><Relationship Type="http://schemas.openxmlformats.org/officeDocument/2006/relationships/slideLayout" Target="/ppt/slideLayouts/slideLayout1.xml" Id="Ra89cad415c8047ff" /><Relationship Type="http://schemas.openxmlformats.org/officeDocument/2006/relationships/slideLayout" Target="/ppt/slideLayouts/slideLayout2.xml" Id="Rc1553e0625cd44ff" /><Relationship Type="http://schemas.openxmlformats.org/officeDocument/2006/relationships/slideLayout" Target="/ppt/slideLayouts/slideLayout3.xml" Id="R31d4d3c883db44a7" /><Relationship Type="http://schemas.openxmlformats.org/officeDocument/2006/relationships/slideLayout" Target="/ppt/slideLayouts/slideLayout4.xml" Id="R13526f0d85d04c2a" /><Relationship Type="http://schemas.openxmlformats.org/officeDocument/2006/relationships/slideLayout" Target="/ppt/slideLayouts/slideLayout5.xml" Id="Rd1b6d24e1a8c442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8983ec69e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cad415c8047ff"/>
    <p:sldLayoutId xmlns:r="http://schemas.openxmlformats.org/officeDocument/2006/relationships" id="2147483650" r:id="Rc1553e0625cd44ff"/>
    <p:sldLayoutId xmlns:r="http://schemas.openxmlformats.org/officeDocument/2006/relationships" id="2147483651" r:id="R31d4d3c883db44a7"/>
    <p:sldLayoutId xmlns:r="http://schemas.openxmlformats.org/officeDocument/2006/relationships" id="2147483652" r:id="R13526f0d85d04c2a"/>
    <p:sldLayoutId xmlns:r="http://schemas.openxmlformats.org/officeDocument/2006/relationships" id="2147483653" r:id="Rd1b6d24e1a8c4422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fb0e14bb8f407b" /><Relationship Type="http://schemas.openxmlformats.org/officeDocument/2006/relationships/image" Target="/ppt/media/image2.png" Id="Rd02e66f983a444cb" /><Relationship Type="http://schemas.openxmlformats.org/officeDocument/2006/relationships/image" Target="/ppt/media/image.svg" Id="Rbdc8e50befc046d6" /><Relationship Type="http://schemas.openxmlformats.org/officeDocument/2006/relationships/image" Target="/ppt/media/image.png" Id="R42516c600e7b4e3d" /><Relationship Type="http://schemas.openxmlformats.org/officeDocument/2006/relationships/notesSlide" Target="/ppt/notesSlides/notesSlide1.xml" Id="R3ecca78057624e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e66f983a4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ZeroTrust: 위험 적응형 접근제어와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감사 가능한 내부자 위협 대응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4. 논의 및 결론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ZeroTrust는 위험한 접근은 거부하거나 추가 확인하고, 정당한 업무는 멈추지 않게 하는 균형을 보여준다.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현재 프로토타입은 시나리오 중심이며, 운영 배포에는 실시간 엔드포인트 텔레메트리, 조직별 임계값, SIEM/EDR 연동이 필요하다.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본 포스터는 맥락·행동·자료 민감도를 설명 가능한 L1~L5 접근 결정으로 변환하는 감사 가능한 Zero Trust 접근제어 시스템을 제시한다.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정책 결정: risk_score를 Level 1~5로 매핑해 허용, 제한, 재인증, 승인, 차단을 결정한다.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적응형 통제: 열람 전용 승인과 다운로드 허용 승인을 분리하고 사전 승인 TTL을 유지한다.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이상 신호: 미등록 기기, 비현실적 위치 전환, 야간 접근, 고빈도 조회, 대량 조회, 복사, 민감자료 다운로드를 감지한다.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Break-Glass: 긴급 접근은 토큰 확인, 정당화 사유, 만료, 사후 리뷰를 조건으로 허용한다.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감사 및 응답 최소화: operation/audit/sensitive 로그를 남기고 외부 응답에서는 내부 위험 근거를 숨긴다.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3. 시나리오 기반 검증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설정 및 방법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Windows 패키지 데모는 PostgreSQL 기반 Zero Trust 웹 시스템과 가상 토큰 런처로 실행된다.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시나리오 스크립트는 비담당 자료 접근, 개인정보 조회, 고빈도 다운로드, 특권자 자기 승인, 감사 로그 변조 시도를 재현한다.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비담당 Grade 4/5 접근은 묵시적 허용 대신 관리자 승인으로 상승한다.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고위험 다운로드, 비현실적 위치 전환, 미등록 기기 경로는 Level 5 차단을 발생시킨다.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정상적인 동일 부서 업무는 Level 1/2 또는 열람 전용 승인으로 계속 가능하다.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자기 승인·자기 리뷰는 차단되며, Break-Glass는 사후 검토 가능한 증거를 남긴다.</a:t>
            </a:r>
          </a:p>
          <a:p xmlns:a="http://schemas.openxmlformats.org/drawingml/2006/main">
            <a:pPr marL="1252538" indent="-541338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사례 요약 (Fig. 2)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매트릭스는 맥락 신호가 위험 점수, 접근 레벨, 감사 증거로 변환되는 흐름을 요약한다.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Motivation &amp; Research Goals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Ransomware poses an escalating threat to critical infrastructure, supply chains, and individuals, leading to significant disruptions.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Current anti-ransomware solutions face challenges such as operating system dependencies, reliance on kernel modifications, and susceptibility to advanced evasion techniques.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poster introduces an OS-independent, user-space filesystem designed to detect ransomware and recover corrupted files.</a:t>
            </a:r>
          </a:p>
          <a:p xmlns:a="http://schemas.openxmlformats.org/drawingml/2006/main">
            <a:pPr marL="1274400" indent="-914400">
              <a:buNone/>
            </a:pPr>
            <a:r>
              <a:t/>
            </a:r>
          </a:p>
          <a:p xmlns:a="http://schemas.openxmlformats.org/drawingml/2006/main">
            <a:pPr marL="1274400" indent="-914400">
              <a:buAutoNum type="arabicPeriod" startAt="2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Proposed Method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We propose 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R-Hunt,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 FUSE-based filesystem for detecting ransomware and restoring attacked files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,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 which operates entirely in the user space, avoiding kernel modifications and ensuring cross-platform compatibility.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Fig. 1 shows the overall structure of R-Hunt.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Main features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Process Whitelist: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Allows legitimate encryption without performance degradation.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None/>
            </a:pPr>
            <a: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2. 데모에 사용한 위험 점수 및 접근 결정 매트릭스. 점수는 정책에 따라 조정되며 허용, 재인증, 승인, 차단, Break-Glass, 감사 리뷰 경로를 보여준다.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ZeroTrust Project Team  (지도교수: 윤택영 교수)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단국대학교 사이버보안학과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16c600e7b4e3d">
            <a:extLst>
              <a:ext uri="{96DAC541-7B7A-43D3-8B79-37D633B846F1}">
                <asvg:svgBlip xmlns:asvg="http://schemas.microsoft.com/office/drawing/2016/SVG/main" r:embed="Rbdc8e50befc046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1. ZeroTrust 요청-결정 파이프라인 개요.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요청 맥락</a:t>
            </a:r>
          </a:p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신원 / 기기 / 행위</a:t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및 위험 엔진</a:t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 DB + MFA 상태</a:t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ZeroTrust</a:t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2026-06-12T04:34:45.0560000Z</dcterms:created>
  <dcterms:modified xsi:type="dcterms:W3CDTF">2026-06-12T04:34:45.0560000Z</dcterms:modified>
</coreProperties>
</file>