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b11228a06f47cf" /><Relationship Type="http://schemas.openxmlformats.org/officeDocument/2006/relationships/extended-properties" Target="/docProps/app.xml" Id="R29836aaaf91b4000" /><Relationship Type="http://schemas.openxmlformats.org/officeDocument/2006/relationships/officeDocument" Target="/ppt/presentation.xml" Id="Re9b9ed941fa7423a" /></Relationships>
</file>

<file path=ppt/presentation.xml><?xml version="1.0" encoding="utf-8"?>
<p:presentation xmlns:p="http://schemas.openxmlformats.org/presentationml/2006/main">
  <p:sldMasterIdLst>
    <p:sldMasterId xmlns:r="http://schemas.openxmlformats.org/officeDocument/2006/relationships" id="2147483648" r:id="Rc2606fd7abe64fba"/>
  </p:sldMasterIdLst>
  <p:notesMasterIdLst>
    <p:notesMasterId xmlns:r="http://schemas.openxmlformats.org/officeDocument/2006/relationships" r:id="R7809d5c59a824635"/>
  </p:notesMasterIdLst>
  <p:sldIdLst>
    <p:sldId xmlns:r="http://schemas.openxmlformats.org/officeDocument/2006/relationships" id="256" r:id="R501084411b614b49"/>
  </p:sldIdLst>
  <p:sldSz cx="30275213" cy="42803763"/>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ae9d63f17634be5" /><Relationship Type="http://schemas.openxmlformats.org/officeDocument/2006/relationships/slideMaster" Target="/ppt/slideMasters/slideMaster1.xml" Id="Rc2606fd7abe64fba" /><Relationship Type="http://schemas.openxmlformats.org/officeDocument/2006/relationships/notesMaster" Target="/ppt/notesMasters/notesMaster1.xml" Id="R7809d5c59a824635" /><Relationship Type="http://schemas.openxmlformats.org/officeDocument/2006/relationships/presProps" Target="/ppt/presProps.xml" Id="R4bde7ea9f0ef4408" /><Relationship Type="http://schemas.openxmlformats.org/officeDocument/2006/relationships/viewProps" Target="/ppt/viewProps.xml" Id="R23629917a801481b" /><Relationship Type="http://schemas.openxmlformats.org/officeDocument/2006/relationships/tableStyles" Target="/ppt/tableStyles.xml" Id="Ree19648d0af14bea" /><Relationship Type="http://schemas.openxmlformats.org/officeDocument/2006/relationships/slide" Target="/ppt/slides/slide1.xml" Id="R501084411b614b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da1ddfc25f44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a388fb7f5a4b66" /><Relationship Type="http://schemas.openxmlformats.org/officeDocument/2006/relationships/notesMaster" Target="/ppt/notesMasters/notesMaster1.xml" Id="R6c7d978b768543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e560fb22c46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93702db00cf45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533627b88e46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f38f32654a943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47ba0e19914134" /></Relationships>
</file>

<file path=ppt/slideLayouts/slideLayout1.xml><?xml version="1.0" encoding="utf-8"?>
<p:sldLayout xmlns:p="http://schemas.openxmlformats.org/presentationml/2006/main" type="obj" preserve="1">
  <p:cSld name="Title Slide">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2BE2E78-5EE5-4EBE-8E42-90BD2B9CA8EA}"/>
              </a:ext>
            </a:extLst>
          </p:cNvPr>
          <p:cNvSpPr>
            <a:spLocks xmlns:a="http://schemas.openxmlformats.org/drawingml/2006/main" noGrp="1"/>
          </p:cNvSpPr>
          <p:nvPr>
            <p:ph type="ctrTitle" idx="0"/>
          </p:nvPr>
        </p:nvSpPr>
        <p:spPr>
          <a:xfrm xmlns:a="http://schemas.openxmlformats.org/drawingml/2006/main">
            <a:off x="2272546" y="13269164"/>
            <a:ext cx="25755554"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9625D93C-D487-4420-83BF-B3E54E571D9E}"/>
              </a:ext>
            </a:extLst>
          </p:cNvPr>
          <p:cNvSpPr>
            <a:spLocks xmlns:a="http://schemas.openxmlformats.org/drawingml/2006/main" noGrp="1"/>
          </p:cNvSpPr>
          <p:nvPr>
            <p:ph type="subTitle" idx="4"/>
          </p:nvPr>
        </p:nvSpPr>
        <p:spPr>
          <a:xfrm xmlns:a="http://schemas.openxmlformats.org/drawingml/2006/main">
            <a:off x="4545098" y="23970113"/>
            <a:ext cx="21210458"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FF3D5D55-EE4E-491A-AD2F-3D8DE35C8E62}"/>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AD6466F7-6ECA-4ED1-9F9E-8ED8B55DA27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64DBFADC-31EA-4E96-A4B6-89DD141CCA71}"/>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4794A862-76D8-44F5-81BC-B2D04190816D}"/>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B05DA6BB-5DAD-47D6-9956-2B8BDE8B20F2}"/>
              </a:ext>
            </a:extLst>
          </p:cNvPr>
          <p:cNvSpPr>
            <a:spLocks xmlns:a="http://schemas.openxmlformats.org/drawingml/2006/main" noGrp="1"/>
          </p:cNvSpPr>
          <p:nvPr>
            <p:ph type="body" idx="1"/>
          </p:nvPr>
        </p:nvSpPr>
        <p:spPr/>
        <p:txBody>
          <a:bodyPr xmlns:a="http://schemas.openxmlformats.org/drawingml/2006/main" lIns="0" tIns="0" rIns="0" bIns="0"/>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90B3E69-BC2C-4732-A34F-A4E4754FF09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CE1815C1-2116-4B09-B86B-8D5EF69510D2}"/>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3005B063-4225-493C-879B-9BD01920D383}"/>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obj" preserve="1">
  <p:cSld name="Two Content">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375D737A-E972-4014-817D-6F24566D9F3F}"/>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A93BD1D-1E64-430B-9191-127E3ABE49D1}"/>
              </a:ext>
            </a:extLst>
          </p:cNvPr>
          <p:cNvSpPr>
            <a:spLocks xmlns:a="http://schemas.openxmlformats.org/drawingml/2006/main" noGrp="1"/>
          </p:cNvSpPr>
          <p:nvPr>
            <p:ph idx="2"/>
          </p:nvPr>
        </p:nvSpPr>
        <p:spPr>
          <a:xfrm xmlns:a="http://schemas.openxmlformats.org/drawingml/2006/main">
            <a:off x="1515037" y="9844870"/>
            <a:ext cx="13180782"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8E192FA5-1607-406D-A2E6-787FC399A6F5}"/>
              </a:ext>
            </a:extLst>
          </p:cNvPr>
          <p:cNvSpPr>
            <a:spLocks xmlns:a="http://schemas.openxmlformats.org/drawingml/2006/main" noGrp="1"/>
          </p:cNvSpPr>
          <p:nvPr>
            <p:ph idx="3"/>
          </p:nvPr>
        </p:nvSpPr>
        <p:spPr>
          <a:xfrm xmlns:a="http://schemas.openxmlformats.org/drawingml/2006/main">
            <a:off x="16153871" y="11536227"/>
            <a:ext cx="11270520" cy="615621"/>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000" b="1" i="0">
                <a:solidFill>
                  <a:schemeClr val="tx1"/>
                </a:solidFill>
                <a:latin typeface="Book Antiqua"/>
                <a:ea typeface="Book Antiqua"/>
                <a:cs typeface="Book Antiqua"/>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723F4882-0D01-4A77-82C2-BC2D592A57BA}"/>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6" name="Holder 6">
            <a:extLst xmlns:a="http://schemas.openxmlformats.org/drawingml/2006/main">
              <a:ext uri="{FF2B5EF4-FFF2-40B4-BE49-F238E27FC236}">
                <a16:creationId xmlns:a16="http://schemas.microsoft.com/office/drawing/2014/main" id="{58BA99A5-DBDF-4570-ACA9-9F392E2B12F8}"/>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7" name="Holder 7">
            <a:extLst xmlns:a="http://schemas.openxmlformats.org/drawingml/2006/main">
              <a:ext uri="{FF2B5EF4-FFF2-40B4-BE49-F238E27FC236}">
                <a16:creationId xmlns:a16="http://schemas.microsoft.com/office/drawing/2014/main" id="{B08E87B8-898C-4D19-B7A2-DFC092A1C7CC}"/>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obj" preserve="1">
  <p:cSld name="Title Only">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CEF36C51-AFFF-4F25-964C-B1FCE3DFF721}"/>
              </a:ext>
            </a:extLst>
          </p:cNvPr>
          <p:cNvSpPr>
            <a:spLocks xmlns:a="http://schemas.openxmlformats.org/drawingml/2006/main" noGrp="1"/>
          </p:cNvSpPr>
          <p:nvPr>
            <p:ph type="title" idx="0"/>
          </p:nvPr>
        </p:nvSpPr>
        <p:spPr>
          <a:xfrm xmlns:a="http://schemas.openxmlformats.org/drawingml/2006/main">
            <a:off x="1332416" y="1330512"/>
            <a:ext cx="27635831" cy="2647200"/>
          </a:xfrm>
        </p:spPr>
        <p:txBody>
          <a:bodyPr xmlns:a="http://schemas.openxmlformats.org/drawingml/2006/main" lIns="0" tIns="0" rIns="0" bIns="0"/>
          <a:lstStyle xmlns:a="http://schemas.openxmlformats.org/drawingml/2006/main">
            <a:lvl1pPr>
              <a:buNone/>
              <a:defRPr sz="17202"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5D06B33E-7CB0-48A0-BD43-497EF5E6AFE4}"/>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EC524AF8-4E72-4216-A5D1-3A5518666F4E}"/>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5" name="Holder 5">
            <a:extLst xmlns:a="http://schemas.openxmlformats.org/drawingml/2006/main">
              <a:ext uri="{FF2B5EF4-FFF2-40B4-BE49-F238E27FC236}">
                <a16:creationId xmlns:a16="http://schemas.microsoft.com/office/drawing/2014/main" id="{7DC2D0D1-5819-4E01-B36A-AAAB23B2A4C2}"/>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obj" preserve="1">
  <p:cSld name="Blank">
    <p:spTree>
      <p:nvGrpSpPr>
        <p:cNvPr id="1" name=""/>
        <p:cNvGrpSpPr/>
        <p:nvPr/>
      </p:nvGrpSpPr>
      <p:grpSpPr>
        <a:xfrm xmlns:a="http://schemas.openxmlformats.org/drawingml/2006/main"/>
      </p:grpSpPr>
      <p:sp>
        <p:nvSpPr>
          <p:cNvPr id="2" name="Holder 2">
            <a:extLst xmlns:a="http://schemas.openxmlformats.org/drawingml/2006/main">
              <a:ext uri="{FF2B5EF4-FFF2-40B4-BE49-F238E27FC236}">
                <a16:creationId xmlns:a16="http://schemas.microsoft.com/office/drawing/2014/main" id="{FCCEA099-3361-478D-9FDB-D34627E4A186}"/>
              </a:ext>
            </a:extLst>
          </p:cNvPr>
          <p:cNvSpPr>
            <a:spLocks xmlns:a="http://schemas.openxmlformats.org/drawingml/2006/main" noGrp="1"/>
          </p:cNvSpPr>
          <p:nvPr>
            <p:ph type="ftr" idx="5"/>
          </p:nvPr>
        </p:nvSpPr>
        <p:spPr/>
        <p:txBody>
          <a:bodyPr xmlns:a="http://schemas.openxmlformats.org/drawingml/2006/main" lIns="0" tIns="0" rIns="0" bIns="0"/>
          <a:lstStyle xmlns:a="http://schemas.openxmlformats.org/drawingml/2006/main">
            <a:lvl1pPr algn="ctr">
              <a:buNone/>
              <a:defRPr>
                <a:solidFill>
                  <a:schemeClr val="tx1">
                    <a:tint val="75000"/>
                  </a:schemeClr>
                </a:solidFill>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3D4F5A11-CBF8-401B-AB2E-F0117BE356E6}"/>
              </a:ext>
            </a:extLst>
          </p:cNvPr>
          <p:cNvSpPr>
            <a:spLocks xmlns:a="http://schemas.openxmlformats.org/drawingml/2006/main" noGrp="1"/>
          </p:cNvSpPr>
          <p:nvPr>
            <p:ph type="dt" idx="6"/>
          </p:nvPr>
        </p:nvSpPr>
        <p:spPr/>
        <p:txBody>
          <a:bodyPr xmlns:a="http://schemas.openxmlformats.org/drawingml/2006/main" lIns="0" tIns="0" rIns="0" bIns="0"/>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4" name="Holder 4">
            <a:extLst xmlns:a="http://schemas.openxmlformats.org/drawingml/2006/main">
              <a:ext uri="{FF2B5EF4-FFF2-40B4-BE49-F238E27FC236}">
                <a16:creationId xmlns:a16="http://schemas.microsoft.com/office/drawing/2014/main" id="{6D41FCB3-0967-4DBD-B56D-A4647416FFA5}"/>
              </a:ext>
            </a:extLst>
          </p:cNvPr>
          <p:cNvSpPr>
            <a:spLocks xmlns:a="http://schemas.openxmlformats.org/drawingml/2006/main" noGrp="1"/>
          </p:cNvSpPr>
          <p:nvPr>
            <p:ph type="sldNum" idx="7"/>
          </p:nvPr>
        </p:nvSpPr>
        <p:spPr/>
        <p:txBody>
          <a:bodyPr xmlns:a="http://schemas.openxmlformats.org/drawingml/2006/main" lIns="0" tIns="0" rIns="0" bIns="0"/>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d3981fde28a4da4" /><Relationship Type="http://schemas.openxmlformats.org/officeDocument/2006/relationships/theme" Target="/ppt/slideMasters/theme/theme2.xml" Id="Ra0a65c6f6b7644ff" /><Relationship Type="http://schemas.openxmlformats.org/officeDocument/2006/relationships/slideLayout" Target="/ppt/slideLayouts/slideLayout1.xml" Id="R7b8094e4bb81472b" /><Relationship Type="http://schemas.openxmlformats.org/officeDocument/2006/relationships/slideLayout" Target="/ppt/slideLayouts/slideLayout2.xml" Id="R3aaf81040bdf4948" /><Relationship Type="http://schemas.openxmlformats.org/officeDocument/2006/relationships/slideLayout" Target="/ppt/slideLayouts/slideLayout3.xml" Id="R0831ae8bbdb94e85" /><Relationship Type="http://schemas.openxmlformats.org/officeDocument/2006/relationships/slideLayout" Target="/ppt/slideLayouts/slideLayout4.xml" Id="R8a326f6f039a4927" /><Relationship Type="http://schemas.openxmlformats.org/officeDocument/2006/relationships/slideLayout" Target="/ppt/slideLayouts/slideLayout5.xml" Id="R5f5e6a7896224ef3"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pic>
        <p:nvPicPr>
          <p:cNvPr id="1" name="bg object 16"/>
          <p:cNvPicPr>
            <a:picLocks xmlns:a="http://schemas.openxmlformats.org/drawingml/2006/main" noChangeAspect="1"/>
          </p:cNvPicPr>
          <p:nvPr/>
        </p:nvPicPr>
        <p:blipFill>
          <a:blip xmlns:r="http://schemas.openxmlformats.org/officeDocument/2006/relationships" xmlns:a="http://schemas.openxmlformats.org/drawingml/2006/main" r:embed="R8d3981fde28a4da4"/>
          <a:stretch xmlns:a="http://schemas.openxmlformats.org/drawingml/2006/main">
            <a:fillRect l="0" t="0" r="0" b="0"/>
          </a:stretch>
        </p:blipFill>
        <p:spPr>
          <a:xfrm xmlns:a="http://schemas.openxmlformats.org/drawingml/2006/main">
            <a:off x="0" y="881056"/>
            <a:ext cx="30300654" cy="41910001"/>
          </a:xfrm>
          <a:prstGeom xmlns:a="http://schemas.openxmlformats.org/drawingml/2006/main" prst="rect">
            <a:avLst/>
          </a:prstGeom>
        </p:spPr>
      </p:pic>
      <p:sp>
        <p:nvSpPr>
          <p:cNvPr id="17" name="bg object 17">
            <a:extLst xmlns:a="http://schemas.openxmlformats.org/drawingml/2006/main">
              <a:ext uri="{FF2B5EF4-FFF2-40B4-BE49-F238E27FC236}">
                <a16:creationId xmlns:a16="http://schemas.microsoft.com/office/drawing/2014/main" id="{96EC0D05-044A-4545-91CB-29257ADAB0AC}"/>
              </a:ext>
            </a:extLst>
          </p:cNvPr>
          <p:cNvSpPr>
            <a:spLocks xmlns:a="http://schemas.openxmlformats.org/drawingml/2006/main" noGrp="1"/>
          </p:cNvSpPr>
          <p:nvPr/>
        </p:nvSpPr>
        <p:spPr>
          <a:xfrm xmlns:a="http://schemas.openxmlformats.org/drawingml/2006/main">
            <a:off x="0" y="0"/>
            <a:ext cx="30300654" cy="42791112"/>
          </a:xfrm>
          <a:custGeom xmlns:a="http://schemas.openxmlformats.org/drawingml/2006/main">
            <a:rect l="l" t="t" r="r" b="b"/>
            <a:pathLst>
              <a:path w="7562850" h="10696575">
                <a:moveTo>
                  <a:pt x="507479" y="0"/>
                </a:moveTo>
                <a:lnTo>
                  <a:pt x="408584" y="0"/>
                </a:lnTo>
                <a:lnTo>
                  <a:pt x="0" y="408584"/>
                </a:lnTo>
                <a:lnTo>
                  <a:pt x="0" y="507479"/>
                </a:lnTo>
                <a:lnTo>
                  <a:pt x="507479" y="0"/>
                </a:lnTo>
                <a:close/>
              </a:path>
              <a:path w="7562850" h="10696575">
                <a:moveTo>
                  <a:pt x="537692" y="10696575"/>
                </a:moveTo>
                <a:lnTo>
                  <a:pt x="0" y="10158908"/>
                </a:lnTo>
                <a:lnTo>
                  <a:pt x="0" y="10257803"/>
                </a:lnTo>
                <a:lnTo>
                  <a:pt x="438759" y="10696575"/>
                </a:lnTo>
                <a:lnTo>
                  <a:pt x="537692" y="10696575"/>
                </a:lnTo>
                <a:close/>
              </a:path>
              <a:path w="7562850" h="10696575">
                <a:moveTo>
                  <a:pt x="1534642" y="757351"/>
                </a:moveTo>
                <a:lnTo>
                  <a:pt x="1435658" y="658418"/>
                </a:lnTo>
                <a:lnTo>
                  <a:pt x="1435658" y="757351"/>
                </a:lnTo>
                <a:lnTo>
                  <a:pt x="1294447" y="898575"/>
                </a:lnTo>
                <a:lnTo>
                  <a:pt x="1153236" y="757351"/>
                </a:lnTo>
                <a:lnTo>
                  <a:pt x="1294447" y="616140"/>
                </a:lnTo>
                <a:lnTo>
                  <a:pt x="1435658" y="757351"/>
                </a:lnTo>
                <a:lnTo>
                  <a:pt x="1435658" y="658418"/>
                </a:lnTo>
                <a:lnTo>
                  <a:pt x="1393367" y="616140"/>
                </a:lnTo>
                <a:lnTo>
                  <a:pt x="1294447" y="517258"/>
                </a:lnTo>
                <a:lnTo>
                  <a:pt x="1054341" y="757351"/>
                </a:lnTo>
                <a:lnTo>
                  <a:pt x="1294447" y="997458"/>
                </a:lnTo>
                <a:lnTo>
                  <a:pt x="1319187" y="972718"/>
                </a:lnTo>
                <a:lnTo>
                  <a:pt x="1534642" y="757351"/>
                </a:lnTo>
                <a:close/>
              </a:path>
              <a:path w="7562850" h="10696575">
                <a:moveTo>
                  <a:pt x="1570672" y="9945065"/>
                </a:moveTo>
                <a:lnTo>
                  <a:pt x="1471688" y="9846132"/>
                </a:lnTo>
                <a:lnTo>
                  <a:pt x="1471688" y="9945065"/>
                </a:lnTo>
                <a:lnTo>
                  <a:pt x="1330477" y="10086276"/>
                </a:lnTo>
                <a:lnTo>
                  <a:pt x="1189266" y="9945065"/>
                </a:lnTo>
                <a:lnTo>
                  <a:pt x="1330477" y="9803854"/>
                </a:lnTo>
                <a:lnTo>
                  <a:pt x="1471688" y="9945065"/>
                </a:lnTo>
                <a:lnTo>
                  <a:pt x="1471688" y="9846132"/>
                </a:lnTo>
                <a:lnTo>
                  <a:pt x="1429397" y="9803854"/>
                </a:lnTo>
                <a:lnTo>
                  <a:pt x="1330477" y="9704959"/>
                </a:lnTo>
                <a:lnTo>
                  <a:pt x="1090371" y="9945065"/>
                </a:lnTo>
                <a:lnTo>
                  <a:pt x="1330477" y="10185171"/>
                </a:lnTo>
                <a:lnTo>
                  <a:pt x="1355217" y="10160419"/>
                </a:lnTo>
                <a:lnTo>
                  <a:pt x="1570672" y="9945065"/>
                </a:lnTo>
                <a:close/>
              </a:path>
              <a:path w="7562850" h="10696575">
                <a:moveTo>
                  <a:pt x="1781644" y="757351"/>
                </a:moveTo>
                <a:lnTo>
                  <a:pt x="1682762" y="658495"/>
                </a:lnTo>
                <a:lnTo>
                  <a:pt x="1682762" y="757351"/>
                </a:lnTo>
                <a:lnTo>
                  <a:pt x="1294447" y="1145590"/>
                </a:lnTo>
                <a:lnTo>
                  <a:pt x="906221" y="757351"/>
                </a:lnTo>
                <a:lnTo>
                  <a:pt x="1294447" y="369138"/>
                </a:lnTo>
                <a:lnTo>
                  <a:pt x="1682762" y="757351"/>
                </a:lnTo>
                <a:lnTo>
                  <a:pt x="1682762" y="658495"/>
                </a:lnTo>
                <a:lnTo>
                  <a:pt x="1393355" y="369138"/>
                </a:lnTo>
                <a:lnTo>
                  <a:pt x="1294447" y="270243"/>
                </a:lnTo>
                <a:lnTo>
                  <a:pt x="807326" y="757351"/>
                </a:lnTo>
                <a:lnTo>
                  <a:pt x="1294447" y="1244561"/>
                </a:lnTo>
                <a:lnTo>
                  <a:pt x="1319187" y="1219822"/>
                </a:lnTo>
                <a:lnTo>
                  <a:pt x="1269695" y="1170330"/>
                </a:lnTo>
                <a:lnTo>
                  <a:pt x="1294536" y="1195070"/>
                </a:lnTo>
                <a:lnTo>
                  <a:pt x="1319187" y="1219822"/>
                </a:lnTo>
                <a:lnTo>
                  <a:pt x="1781644" y="757351"/>
                </a:lnTo>
                <a:close/>
              </a:path>
              <a:path w="7562850" h="10696575">
                <a:moveTo>
                  <a:pt x="1817674" y="9945065"/>
                </a:moveTo>
                <a:lnTo>
                  <a:pt x="1718792" y="9846208"/>
                </a:lnTo>
                <a:lnTo>
                  <a:pt x="1718792" y="9945065"/>
                </a:lnTo>
                <a:lnTo>
                  <a:pt x="1330477" y="10333291"/>
                </a:lnTo>
                <a:lnTo>
                  <a:pt x="942251" y="9945065"/>
                </a:lnTo>
                <a:lnTo>
                  <a:pt x="1330477" y="9556839"/>
                </a:lnTo>
                <a:lnTo>
                  <a:pt x="1718792" y="9945065"/>
                </a:lnTo>
                <a:lnTo>
                  <a:pt x="1718792" y="9846208"/>
                </a:lnTo>
                <a:lnTo>
                  <a:pt x="1429385" y="9556839"/>
                </a:lnTo>
                <a:lnTo>
                  <a:pt x="1330477" y="9457944"/>
                </a:lnTo>
                <a:lnTo>
                  <a:pt x="843356" y="9945065"/>
                </a:lnTo>
                <a:lnTo>
                  <a:pt x="1330477" y="10432275"/>
                </a:lnTo>
                <a:lnTo>
                  <a:pt x="1355217" y="10407523"/>
                </a:lnTo>
                <a:lnTo>
                  <a:pt x="1305725" y="10358031"/>
                </a:lnTo>
                <a:lnTo>
                  <a:pt x="1330566" y="10382783"/>
                </a:lnTo>
                <a:lnTo>
                  <a:pt x="1355217" y="10407523"/>
                </a:lnTo>
                <a:lnTo>
                  <a:pt x="1817674" y="9945065"/>
                </a:lnTo>
                <a:close/>
              </a:path>
              <a:path w="7562850" h="10696575">
                <a:moveTo>
                  <a:pt x="2037232" y="757351"/>
                </a:moveTo>
                <a:lnTo>
                  <a:pt x="1938248" y="658393"/>
                </a:lnTo>
                <a:lnTo>
                  <a:pt x="1938248" y="757351"/>
                </a:lnTo>
                <a:lnTo>
                  <a:pt x="1294447" y="1401165"/>
                </a:lnTo>
                <a:lnTo>
                  <a:pt x="650722" y="757351"/>
                </a:lnTo>
                <a:lnTo>
                  <a:pt x="1294447" y="113550"/>
                </a:lnTo>
                <a:lnTo>
                  <a:pt x="1938248" y="757351"/>
                </a:lnTo>
                <a:lnTo>
                  <a:pt x="1938248" y="658393"/>
                </a:lnTo>
                <a:lnTo>
                  <a:pt x="1393342" y="113550"/>
                </a:lnTo>
                <a:lnTo>
                  <a:pt x="1294447" y="14655"/>
                </a:lnTo>
                <a:lnTo>
                  <a:pt x="551738" y="757351"/>
                </a:lnTo>
                <a:lnTo>
                  <a:pt x="1294447" y="1500060"/>
                </a:lnTo>
                <a:lnTo>
                  <a:pt x="1319187" y="1475308"/>
                </a:lnTo>
                <a:lnTo>
                  <a:pt x="2037232" y="757351"/>
                </a:lnTo>
                <a:close/>
              </a:path>
              <a:path w="7562850" h="10696575">
                <a:moveTo>
                  <a:pt x="2073262" y="9945065"/>
                </a:moveTo>
                <a:lnTo>
                  <a:pt x="1974278" y="9846094"/>
                </a:lnTo>
                <a:lnTo>
                  <a:pt x="1974278" y="9945065"/>
                </a:lnTo>
                <a:lnTo>
                  <a:pt x="1330477" y="10588866"/>
                </a:lnTo>
                <a:lnTo>
                  <a:pt x="686752" y="9945065"/>
                </a:lnTo>
                <a:lnTo>
                  <a:pt x="1330477" y="9301264"/>
                </a:lnTo>
                <a:lnTo>
                  <a:pt x="1974278" y="9945065"/>
                </a:lnTo>
                <a:lnTo>
                  <a:pt x="1974278" y="9846094"/>
                </a:lnTo>
                <a:lnTo>
                  <a:pt x="1429385" y="9301264"/>
                </a:lnTo>
                <a:lnTo>
                  <a:pt x="1330477" y="9202369"/>
                </a:lnTo>
                <a:lnTo>
                  <a:pt x="587781" y="9945065"/>
                </a:lnTo>
                <a:lnTo>
                  <a:pt x="1330477" y="10687761"/>
                </a:lnTo>
                <a:lnTo>
                  <a:pt x="1355217" y="10663022"/>
                </a:lnTo>
                <a:lnTo>
                  <a:pt x="2073262" y="9945065"/>
                </a:lnTo>
                <a:close/>
              </a:path>
              <a:path w="7562850" h="10696575">
                <a:moveTo>
                  <a:pt x="4024084" y="757351"/>
                </a:moveTo>
                <a:lnTo>
                  <a:pt x="3925112" y="658418"/>
                </a:lnTo>
                <a:lnTo>
                  <a:pt x="3925112" y="757351"/>
                </a:lnTo>
                <a:lnTo>
                  <a:pt x="3783901" y="898575"/>
                </a:lnTo>
                <a:lnTo>
                  <a:pt x="3642677" y="757351"/>
                </a:lnTo>
                <a:lnTo>
                  <a:pt x="3783901" y="616140"/>
                </a:lnTo>
                <a:lnTo>
                  <a:pt x="3925112" y="757351"/>
                </a:lnTo>
                <a:lnTo>
                  <a:pt x="3925112" y="658418"/>
                </a:lnTo>
                <a:lnTo>
                  <a:pt x="3882821" y="616140"/>
                </a:lnTo>
                <a:lnTo>
                  <a:pt x="3783901" y="517258"/>
                </a:lnTo>
                <a:lnTo>
                  <a:pt x="3543795" y="757351"/>
                </a:lnTo>
                <a:lnTo>
                  <a:pt x="3783901" y="997458"/>
                </a:lnTo>
                <a:lnTo>
                  <a:pt x="3808641" y="972718"/>
                </a:lnTo>
                <a:lnTo>
                  <a:pt x="4024084" y="757351"/>
                </a:lnTo>
                <a:close/>
              </a:path>
              <a:path w="7562850" h="10696575">
                <a:moveTo>
                  <a:pt x="4052392" y="9945065"/>
                </a:moveTo>
                <a:lnTo>
                  <a:pt x="3953408" y="9846119"/>
                </a:lnTo>
                <a:lnTo>
                  <a:pt x="3953408" y="9945065"/>
                </a:lnTo>
                <a:lnTo>
                  <a:pt x="3812197" y="10086276"/>
                </a:lnTo>
                <a:lnTo>
                  <a:pt x="3670985" y="9945065"/>
                </a:lnTo>
                <a:lnTo>
                  <a:pt x="3812197" y="9803854"/>
                </a:lnTo>
                <a:lnTo>
                  <a:pt x="3953408" y="9945065"/>
                </a:lnTo>
                <a:lnTo>
                  <a:pt x="3953408" y="9846119"/>
                </a:lnTo>
                <a:lnTo>
                  <a:pt x="3911130" y="9803854"/>
                </a:lnTo>
                <a:lnTo>
                  <a:pt x="3812197" y="9704959"/>
                </a:lnTo>
                <a:lnTo>
                  <a:pt x="3572091" y="9945065"/>
                </a:lnTo>
                <a:lnTo>
                  <a:pt x="3812197" y="10185171"/>
                </a:lnTo>
                <a:lnTo>
                  <a:pt x="3836936" y="10160419"/>
                </a:lnTo>
                <a:lnTo>
                  <a:pt x="4052392" y="9945065"/>
                </a:lnTo>
                <a:close/>
              </a:path>
              <a:path w="7562850" h="10696575">
                <a:moveTo>
                  <a:pt x="4271099" y="757351"/>
                </a:moveTo>
                <a:lnTo>
                  <a:pt x="4172204" y="658482"/>
                </a:lnTo>
                <a:lnTo>
                  <a:pt x="4172204" y="757351"/>
                </a:lnTo>
                <a:lnTo>
                  <a:pt x="3783901" y="1145590"/>
                </a:lnTo>
                <a:lnTo>
                  <a:pt x="3395675" y="757351"/>
                </a:lnTo>
                <a:lnTo>
                  <a:pt x="3783901" y="369138"/>
                </a:lnTo>
                <a:lnTo>
                  <a:pt x="4172204" y="757351"/>
                </a:lnTo>
                <a:lnTo>
                  <a:pt x="4172204" y="658482"/>
                </a:lnTo>
                <a:lnTo>
                  <a:pt x="3882809" y="369138"/>
                </a:lnTo>
                <a:lnTo>
                  <a:pt x="3783901" y="270243"/>
                </a:lnTo>
                <a:lnTo>
                  <a:pt x="3296780" y="757351"/>
                </a:lnTo>
                <a:lnTo>
                  <a:pt x="3783901" y="1244561"/>
                </a:lnTo>
                <a:lnTo>
                  <a:pt x="3808641" y="1219822"/>
                </a:lnTo>
                <a:lnTo>
                  <a:pt x="3759149" y="1170330"/>
                </a:lnTo>
                <a:lnTo>
                  <a:pt x="3783977" y="1195070"/>
                </a:lnTo>
                <a:lnTo>
                  <a:pt x="3808641" y="1219822"/>
                </a:lnTo>
                <a:lnTo>
                  <a:pt x="4271099" y="757351"/>
                </a:lnTo>
                <a:close/>
              </a:path>
              <a:path w="7562850" h="10696575">
                <a:moveTo>
                  <a:pt x="4299407" y="9945065"/>
                </a:moveTo>
                <a:lnTo>
                  <a:pt x="4200512" y="9846196"/>
                </a:lnTo>
                <a:lnTo>
                  <a:pt x="4200512" y="9945065"/>
                </a:lnTo>
                <a:lnTo>
                  <a:pt x="3812197" y="10333291"/>
                </a:lnTo>
                <a:lnTo>
                  <a:pt x="3423970" y="9945065"/>
                </a:lnTo>
                <a:lnTo>
                  <a:pt x="3812197" y="9556839"/>
                </a:lnTo>
                <a:lnTo>
                  <a:pt x="4200512" y="9945065"/>
                </a:lnTo>
                <a:lnTo>
                  <a:pt x="4200512" y="9846196"/>
                </a:lnTo>
                <a:lnTo>
                  <a:pt x="3911104" y="9556839"/>
                </a:lnTo>
                <a:lnTo>
                  <a:pt x="3812197" y="9457944"/>
                </a:lnTo>
                <a:lnTo>
                  <a:pt x="3325076" y="9945065"/>
                </a:lnTo>
                <a:lnTo>
                  <a:pt x="3812197" y="10432275"/>
                </a:lnTo>
                <a:lnTo>
                  <a:pt x="3836936" y="10407523"/>
                </a:lnTo>
                <a:lnTo>
                  <a:pt x="3787457" y="10358031"/>
                </a:lnTo>
                <a:lnTo>
                  <a:pt x="3812286" y="10382783"/>
                </a:lnTo>
                <a:lnTo>
                  <a:pt x="3836936" y="10407523"/>
                </a:lnTo>
                <a:lnTo>
                  <a:pt x="4299407" y="9945065"/>
                </a:lnTo>
                <a:close/>
              </a:path>
              <a:path w="7562850" h="10696575">
                <a:moveTo>
                  <a:pt x="4526686" y="757351"/>
                </a:moveTo>
                <a:lnTo>
                  <a:pt x="4427702" y="658393"/>
                </a:lnTo>
                <a:lnTo>
                  <a:pt x="4427702" y="757351"/>
                </a:lnTo>
                <a:lnTo>
                  <a:pt x="3783901" y="1401165"/>
                </a:lnTo>
                <a:lnTo>
                  <a:pt x="3140176" y="757351"/>
                </a:lnTo>
                <a:lnTo>
                  <a:pt x="3783901" y="113550"/>
                </a:lnTo>
                <a:lnTo>
                  <a:pt x="4427702" y="757351"/>
                </a:lnTo>
                <a:lnTo>
                  <a:pt x="4427702" y="658393"/>
                </a:lnTo>
                <a:lnTo>
                  <a:pt x="3882796" y="113550"/>
                </a:lnTo>
                <a:lnTo>
                  <a:pt x="3783901" y="14655"/>
                </a:lnTo>
                <a:lnTo>
                  <a:pt x="3041192" y="757351"/>
                </a:lnTo>
                <a:lnTo>
                  <a:pt x="3783901" y="1500060"/>
                </a:lnTo>
                <a:lnTo>
                  <a:pt x="3808641" y="1475308"/>
                </a:lnTo>
                <a:lnTo>
                  <a:pt x="4526686" y="757351"/>
                </a:lnTo>
                <a:close/>
              </a:path>
              <a:path w="7562850" h="10696575">
                <a:moveTo>
                  <a:pt x="4554982" y="9945065"/>
                </a:moveTo>
                <a:lnTo>
                  <a:pt x="4455998" y="9846094"/>
                </a:lnTo>
                <a:lnTo>
                  <a:pt x="4455998" y="9945065"/>
                </a:lnTo>
                <a:lnTo>
                  <a:pt x="3812197" y="10588866"/>
                </a:lnTo>
                <a:lnTo>
                  <a:pt x="3168472" y="9945065"/>
                </a:lnTo>
                <a:lnTo>
                  <a:pt x="3812197" y="9301264"/>
                </a:lnTo>
                <a:lnTo>
                  <a:pt x="4455998" y="9945065"/>
                </a:lnTo>
                <a:lnTo>
                  <a:pt x="4455998" y="9846094"/>
                </a:lnTo>
                <a:lnTo>
                  <a:pt x="3911104" y="9301264"/>
                </a:lnTo>
                <a:lnTo>
                  <a:pt x="3812197" y="9202369"/>
                </a:lnTo>
                <a:lnTo>
                  <a:pt x="3069501" y="9945065"/>
                </a:lnTo>
                <a:lnTo>
                  <a:pt x="3812197" y="10687761"/>
                </a:lnTo>
                <a:lnTo>
                  <a:pt x="3836936" y="10663022"/>
                </a:lnTo>
                <a:lnTo>
                  <a:pt x="4554982" y="9945065"/>
                </a:lnTo>
                <a:close/>
              </a:path>
              <a:path w="7562850" h="10696575">
                <a:moveTo>
                  <a:pt x="6497523" y="757351"/>
                </a:moveTo>
                <a:lnTo>
                  <a:pt x="6398539" y="658418"/>
                </a:lnTo>
                <a:lnTo>
                  <a:pt x="6398539" y="757351"/>
                </a:lnTo>
                <a:lnTo>
                  <a:pt x="6257328" y="898575"/>
                </a:lnTo>
                <a:lnTo>
                  <a:pt x="6116117" y="757351"/>
                </a:lnTo>
                <a:lnTo>
                  <a:pt x="6257328" y="616140"/>
                </a:lnTo>
                <a:lnTo>
                  <a:pt x="6398539" y="757351"/>
                </a:lnTo>
                <a:lnTo>
                  <a:pt x="6398539" y="658418"/>
                </a:lnTo>
                <a:lnTo>
                  <a:pt x="6356248" y="616140"/>
                </a:lnTo>
                <a:lnTo>
                  <a:pt x="6257328" y="517258"/>
                </a:lnTo>
                <a:lnTo>
                  <a:pt x="6017222" y="757351"/>
                </a:lnTo>
                <a:lnTo>
                  <a:pt x="6257328" y="997458"/>
                </a:lnTo>
                <a:lnTo>
                  <a:pt x="6282067" y="972718"/>
                </a:lnTo>
                <a:lnTo>
                  <a:pt x="6497523" y="757351"/>
                </a:lnTo>
                <a:close/>
              </a:path>
              <a:path w="7562850" h="10696575">
                <a:moveTo>
                  <a:pt x="6744525" y="757351"/>
                </a:moveTo>
                <a:lnTo>
                  <a:pt x="6645643" y="658495"/>
                </a:lnTo>
                <a:lnTo>
                  <a:pt x="6645643" y="757351"/>
                </a:lnTo>
                <a:lnTo>
                  <a:pt x="6257328" y="1145590"/>
                </a:lnTo>
                <a:lnTo>
                  <a:pt x="5869102" y="757351"/>
                </a:lnTo>
                <a:lnTo>
                  <a:pt x="6257328" y="369138"/>
                </a:lnTo>
                <a:lnTo>
                  <a:pt x="6645643" y="757351"/>
                </a:lnTo>
                <a:lnTo>
                  <a:pt x="6645643" y="658495"/>
                </a:lnTo>
                <a:lnTo>
                  <a:pt x="6356236" y="369138"/>
                </a:lnTo>
                <a:lnTo>
                  <a:pt x="6257328" y="270243"/>
                </a:lnTo>
                <a:lnTo>
                  <a:pt x="5770207" y="757351"/>
                </a:lnTo>
                <a:lnTo>
                  <a:pt x="6257328" y="1244561"/>
                </a:lnTo>
                <a:lnTo>
                  <a:pt x="6282067" y="1219822"/>
                </a:lnTo>
                <a:lnTo>
                  <a:pt x="6232576" y="1170330"/>
                </a:lnTo>
                <a:lnTo>
                  <a:pt x="6257417" y="1195070"/>
                </a:lnTo>
                <a:lnTo>
                  <a:pt x="6282067" y="1219822"/>
                </a:lnTo>
                <a:lnTo>
                  <a:pt x="6744525" y="757351"/>
                </a:lnTo>
                <a:close/>
              </a:path>
              <a:path w="7562850" h="10696575">
                <a:moveTo>
                  <a:pt x="7000113" y="757351"/>
                </a:moveTo>
                <a:lnTo>
                  <a:pt x="6901129" y="658393"/>
                </a:lnTo>
                <a:lnTo>
                  <a:pt x="6901129" y="757351"/>
                </a:lnTo>
                <a:lnTo>
                  <a:pt x="6257328" y="1401165"/>
                </a:lnTo>
                <a:lnTo>
                  <a:pt x="5613603" y="757351"/>
                </a:lnTo>
                <a:lnTo>
                  <a:pt x="6257328" y="113550"/>
                </a:lnTo>
                <a:lnTo>
                  <a:pt x="6901129" y="757351"/>
                </a:lnTo>
                <a:lnTo>
                  <a:pt x="6901129" y="658393"/>
                </a:lnTo>
                <a:lnTo>
                  <a:pt x="6356223" y="113550"/>
                </a:lnTo>
                <a:lnTo>
                  <a:pt x="6257328" y="14655"/>
                </a:lnTo>
                <a:lnTo>
                  <a:pt x="5514619" y="757351"/>
                </a:lnTo>
                <a:lnTo>
                  <a:pt x="6257328" y="1500060"/>
                </a:lnTo>
                <a:lnTo>
                  <a:pt x="6282067" y="1475308"/>
                </a:lnTo>
                <a:lnTo>
                  <a:pt x="7000113" y="757351"/>
                </a:lnTo>
                <a:close/>
              </a:path>
              <a:path w="7562850" h="10696575">
                <a:moveTo>
                  <a:pt x="7036143" y="9945065"/>
                </a:moveTo>
                <a:lnTo>
                  <a:pt x="6937159" y="9846094"/>
                </a:lnTo>
                <a:lnTo>
                  <a:pt x="6937159" y="9945065"/>
                </a:lnTo>
                <a:lnTo>
                  <a:pt x="6293358" y="10588866"/>
                </a:lnTo>
                <a:lnTo>
                  <a:pt x="5649633" y="9945065"/>
                </a:lnTo>
                <a:lnTo>
                  <a:pt x="6293358" y="9301264"/>
                </a:lnTo>
                <a:lnTo>
                  <a:pt x="6937159" y="9945065"/>
                </a:lnTo>
                <a:lnTo>
                  <a:pt x="6937159" y="9846094"/>
                </a:lnTo>
                <a:lnTo>
                  <a:pt x="6392265" y="9301264"/>
                </a:lnTo>
                <a:lnTo>
                  <a:pt x="6293358" y="9202369"/>
                </a:lnTo>
                <a:lnTo>
                  <a:pt x="5550662" y="9945065"/>
                </a:lnTo>
                <a:lnTo>
                  <a:pt x="6293358" y="10687761"/>
                </a:lnTo>
                <a:lnTo>
                  <a:pt x="6318097" y="10663022"/>
                </a:lnTo>
                <a:lnTo>
                  <a:pt x="7036143" y="9945065"/>
                </a:lnTo>
                <a:close/>
              </a:path>
              <a:path w="7562850" h="10696575">
                <a:moveTo>
                  <a:pt x="7562850" y="10219817"/>
                </a:moveTo>
                <a:lnTo>
                  <a:pt x="7086092" y="10696575"/>
                </a:lnTo>
                <a:lnTo>
                  <a:pt x="7185076" y="10696575"/>
                </a:lnTo>
                <a:lnTo>
                  <a:pt x="7562850" y="10318801"/>
                </a:lnTo>
                <a:lnTo>
                  <a:pt x="7562850" y="10219817"/>
                </a:lnTo>
                <a:close/>
              </a:path>
              <a:path w="7562850" h="10696575">
                <a:moveTo>
                  <a:pt x="7562850" y="9571330"/>
                </a:moveTo>
                <a:lnTo>
                  <a:pt x="6392253" y="8400732"/>
                </a:lnTo>
                <a:lnTo>
                  <a:pt x="6293358" y="8301837"/>
                </a:lnTo>
                <a:lnTo>
                  <a:pt x="5052771" y="9542424"/>
                </a:lnTo>
                <a:lnTo>
                  <a:pt x="5003292" y="9492945"/>
                </a:lnTo>
                <a:lnTo>
                  <a:pt x="5003292" y="9591904"/>
                </a:lnTo>
                <a:lnTo>
                  <a:pt x="4890173" y="9705022"/>
                </a:lnTo>
                <a:lnTo>
                  <a:pt x="4840694" y="9655556"/>
                </a:lnTo>
                <a:lnTo>
                  <a:pt x="4840694" y="9754502"/>
                </a:lnTo>
                <a:lnTo>
                  <a:pt x="4741405" y="9853790"/>
                </a:lnTo>
                <a:lnTo>
                  <a:pt x="3911092" y="9023464"/>
                </a:lnTo>
                <a:lnTo>
                  <a:pt x="3812197" y="8924569"/>
                </a:lnTo>
                <a:lnTo>
                  <a:pt x="2882696" y="9854070"/>
                </a:lnTo>
                <a:lnTo>
                  <a:pt x="2833205" y="9804578"/>
                </a:lnTo>
                <a:lnTo>
                  <a:pt x="2833205" y="9903562"/>
                </a:lnTo>
                <a:lnTo>
                  <a:pt x="2791701" y="9945065"/>
                </a:lnTo>
                <a:lnTo>
                  <a:pt x="2833205" y="9986581"/>
                </a:lnTo>
                <a:lnTo>
                  <a:pt x="2733916" y="10085870"/>
                </a:lnTo>
                <a:lnTo>
                  <a:pt x="2684437" y="10036391"/>
                </a:lnTo>
                <a:lnTo>
                  <a:pt x="2684437" y="10135349"/>
                </a:lnTo>
                <a:lnTo>
                  <a:pt x="2571292" y="10248494"/>
                </a:lnTo>
                <a:lnTo>
                  <a:pt x="2458174" y="10135387"/>
                </a:lnTo>
                <a:lnTo>
                  <a:pt x="2571331" y="10022256"/>
                </a:lnTo>
                <a:lnTo>
                  <a:pt x="2684437" y="10135349"/>
                </a:lnTo>
                <a:lnTo>
                  <a:pt x="2684437" y="10036391"/>
                </a:lnTo>
                <a:lnTo>
                  <a:pt x="2620822" y="9972764"/>
                </a:lnTo>
                <a:lnTo>
                  <a:pt x="2648521" y="9945065"/>
                </a:lnTo>
                <a:lnTo>
                  <a:pt x="2620822" y="9917379"/>
                </a:lnTo>
                <a:lnTo>
                  <a:pt x="2733929" y="9804273"/>
                </a:lnTo>
                <a:lnTo>
                  <a:pt x="2833205" y="9903562"/>
                </a:lnTo>
                <a:lnTo>
                  <a:pt x="2833205" y="9804578"/>
                </a:lnTo>
                <a:lnTo>
                  <a:pt x="2783421" y="9754781"/>
                </a:lnTo>
                <a:lnTo>
                  <a:pt x="3812197" y="8726005"/>
                </a:lnTo>
                <a:lnTo>
                  <a:pt x="4840694" y="9754502"/>
                </a:lnTo>
                <a:lnTo>
                  <a:pt x="4840694" y="9655556"/>
                </a:lnTo>
                <a:lnTo>
                  <a:pt x="3911092" y="8726005"/>
                </a:lnTo>
                <a:lnTo>
                  <a:pt x="3812197" y="8627110"/>
                </a:lnTo>
                <a:lnTo>
                  <a:pt x="2733929" y="9705302"/>
                </a:lnTo>
                <a:lnTo>
                  <a:pt x="2684437" y="9655810"/>
                </a:lnTo>
                <a:lnTo>
                  <a:pt x="2684437" y="9754794"/>
                </a:lnTo>
                <a:lnTo>
                  <a:pt x="2571331" y="9867887"/>
                </a:lnTo>
                <a:lnTo>
                  <a:pt x="2521839" y="9818408"/>
                </a:lnTo>
                <a:lnTo>
                  <a:pt x="2521839" y="9917379"/>
                </a:lnTo>
                <a:lnTo>
                  <a:pt x="2494153" y="9945065"/>
                </a:lnTo>
                <a:lnTo>
                  <a:pt x="2521839" y="9972764"/>
                </a:lnTo>
                <a:lnTo>
                  <a:pt x="2408694" y="10085908"/>
                </a:lnTo>
                <a:lnTo>
                  <a:pt x="2309406" y="9986620"/>
                </a:lnTo>
                <a:lnTo>
                  <a:pt x="2350960" y="9945065"/>
                </a:lnTo>
                <a:lnTo>
                  <a:pt x="2309406" y="9903523"/>
                </a:lnTo>
                <a:lnTo>
                  <a:pt x="2408694" y="9804235"/>
                </a:lnTo>
                <a:lnTo>
                  <a:pt x="2521839" y="9917379"/>
                </a:lnTo>
                <a:lnTo>
                  <a:pt x="2521839" y="9818408"/>
                </a:lnTo>
                <a:lnTo>
                  <a:pt x="2458174" y="9754756"/>
                </a:lnTo>
                <a:lnTo>
                  <a:pt x="2571292" y="9641637"/>
                </a:lnTo>
                <a:lnTo>
                  <a:pt x="2684437" y="9754794"/>
                </a:lnTo>
                <a:lnTo>
                  <a:pt x="2684437" y="9655810"/>
                </a:lnTo>
                <a:lnTo>
                  <a:pt x="2620784" y="9592145"/>
                </a:lnTo>
                <a:lnTo>
                  <a:pt x="3812197" y="8400732"/>
                </a:lnTo>
                <a:lnTo>
                  <a:pt x="5003292" y="9591904"/>
                </a:lnTo>
                <a:lnTo>
                  <a:pt x="5003292" y="9492945"/>
                </a:lnTo>
                <a:lnTo>
                  <a:pt x="3911092" y="8400732"/>
                </a:lnTo>
                <a:lnTo>
                  <a:pt x="3812197" y="8301837"/>
                </a:lnTo>
                <a:lnTo>
                  <a:pt x="2571331" y="9542704"/>
                </a:lnTo>
                <a:lnTo>
                  <a:pt x="1429372" y="8400732"/>
                </a:lnTo>
                <a:lnTo>
                  <a:pt x="1330477" y="8301837"/>
                </a:lnTo>
                <a:lnTo>
                  <a:pt x="0" y="9632315"/>
                </a:lnTo>
                <a:lnTo>
                  <a:pt x="0" y="9731210"/>
                </a:lnTo>
                <a:lnTo>
                  <a:pt x="1330477" y="8400732"/>
                </a:lnTo>
                <a:lnTo>
                  <a:pt x="2521851" y="9592183"/>
                </a:lnTo>
                <a:lnTo>
                  <a:pt x="2408732" y="9705302"/>
                </a:lnTo>
                <a:lnTo>
                  <a:pt x="1429372" y="8726005"/>
                </a:lnTo>
                <a:lnTo>
                  <a:pt x="1330477" y="8627110"/>
                </a:lnTo>
                <a:lnTo>
                  <a:pt x="12433" y="9945065"/>
                </a:lnTo>
                <a:lnTo>
                  <a:pt x="763981" y="10696575"/>
                </a:lnTo>
                <a:lnTo>
                  <a:pt x="862914" y="10696575"/>
                </a:lnTo>
                <a:lnTo>
                  <a:pt x="111417" y="9945065"/>
                </a:lnTo>
                <a:lnTo>
                  <a:pt x="1330477" y="8726005"/>
                </a:lnTo>
                <a:lnTo>
                  <a:pt x="2359253" y="9754781"/>
                </a:lnTo>
                <a:lnTo>
                  <a:pt x="2259965" y="9854070"/>
                </a:lnTo>
                <a:lnTo>
                  <a:pt x="1429372" y="9023464"/>
                </a:lnTo>
                <a:lnTo>
                  <a:pt x="1330477" y="8924569"/>
                </a:lnTo>
                <a:lnTo>
                  <a:pt x="309981" y="9945065"/>
                </a:lnTo>
                <a:lnTo>
                  <a:pt x="1061491" y="10696575"/>
                </a:lnTo>
                <a:lnTo>
                  <a:pt x="1160449" y="10696575"/>
                </a:lnTo>
                <a:lnTo>
                  <a:pt x="408876" y="9945065"/>
                </a:lnTo>
                <a:lnTo>
                  <a:pt x="1330477" y="9023464"/>
                </a:lnTo>
                <a:lnTo>
                  <a:pt x="2210524" y="9903511"/>
                </a:lnTo>
                <a:lnTo>
                  <a:pt x="2168969" y="9945065"/>
                </a:lnTo>
                <a:lnTo>
                  <a:pt x="2210511" y="9986632"/>
                </a:lnTo>
                <a:lnTo>
                  <a:pt x="1500492" y="10696575"/>
                </a:lnTo>
                <a:lnTo>
                  <a:pt x="1599463" y="10696575"/>
                </a:lnTo>
                <a:lnTo>
                  <a:pt x="2259952" y="10036073"/>
                </a:lnTo>
                <a:lnTo>
                  <a:pt x="2359241" y="10135362"/>
                </a:lnTo>
                <a:lnTo>
                  <a:pt x="1798027" y="10696575"/>
                </a:lnTo>
                <a:lnTo>
                  <a:pt x="1896960" y="10696575"/>
                </a:lnTo>
                <a:lnTo>
                  <a:pt x="2408732" y="10184841"/>
                </a:lnTo>
                <a:lnTo>
                  <a:pt x="2521839" y="10297947"/>
                </a:lnTo>
                <a:lnTo>
                  <a:pt x="2123211" y="10696575"/>
                </a:lnTo>
                <a:lnTo>
                  <a:pt x="2222195" y="10696575"/>
                </a:lnTo>
                <a:lnTo>
                  <a:pt x="2571331" y="10347439"/>
                </a:lnTo>
                <a:lnTo>
                  <a:pt x="2920479" y="10696575"/>
                </a:lnTo>
                <a:lnTo>
                  <a:pt x="3019412" y="10696575"/>
                </a:lnTo>
                <a:lnTo>
                  <a:pt x="2620784" y="10297985"/>
                </a:lnTo>
                <a:lnTo>
                  <a:pt x="2733929" y="10184841"/>
                </a:lnTo>
                <a:lnTo>
                  <a:pt x="3245713" y="10696575"/>
                </a:lnTo>
                <a:lnTo>
                  <a:pt x="3344634" y="10696575"/>
                </a:lnTo>
                <a:lnTo>
                  <a:pt x="2783408" y="10135362"/>
                </a:lnTo>
                <a:lnTo>
                  <a:pt x="2882696" y="10036073"/>
                </a:lnTo>
                <a:lnTo>
                  <a:pt x="3543211" y="10696575"/>
                </a:lnTo>
                <a:lnTo>
                  <a:pt x="3642169" y="10696575"/>
                </a:lnTo>
                <a:lnTo>
                  <a:pt x="2932150" y="9986620"/>
                </a:lnTo>
                <a:lnTo>
                  <a:pt x="2973705" y="9945065"/>
                </a:lnTo>
                <a:lnTo>
                  <a:pt x="2932150" y="9903511"/>
                </a:lnTo>
                <a:lnTo>
                  <a:pt x="3812197" y="9023464"/>
                </a:lnTo>
                <a:lnTo>
                  <a:pt x="4691964" y="9903231"/>
                </a:lnTo>
                <a:lnTo>
                  <a:pt x="4650130" y="9945065"/>
                </a:lnTo>
                <a:lnTo>
                  <a:pt x="4691951" y="9986899"/>
                </a:lnTo>
                <a:lnTo>
                  <a:pt x="3982224" y="10696575"/>
                </a:lnTo>
                <a:lnTo>
                  <a:pt x="4081183" y="10696575"/>
                </a:lnTo>
                <a:lnTo>
                  <a:pt x="4741405" y="10036353"/>
                </a:lnTo>
                <a:lnTo>
                  <a:pt x="4840694" y="10135641"/>
                </a:lnTo>
                <a:lnTo>
                  <a:pt x="4279760" y="10696575"/>
                </a:lnTo>
                <a:lnTo>
                  <a:pt x="4378680" y="10696575"/>
                </a:lnTo>
                <a:lnTo>
                  <a:pt x="4890173" y="10185121"/>
                </a:lnTo>
                <a:lnTo>
                  <a:pt x="5003279" y="10298227"/>
                </a:lnTo>
                <a:lnTo>
                  <a:pt x="4604944" y="10696575"/>
                </a:lnTo>
                <a:lnTo>
                  <a:pt x="4703915" y="10696575"/>
                </a:lnTo>
                <a:lnTo>
                  <a:pt x="5052771" y="10347719"/>
                </a:lnTo>
                <a:lnTo>
                  <a:pt x="5401640" y="10696575"/>
                </a:lnTo>
                <a:lnTo>
                  <a:pt x="5500573" y="10696575"/>
                </a:lnTo>
                <a:lnTo>
                  <a:pt x="5102225" y="10298265"/>
                </a:lnTo>
                <a:lnTo>
                  <a:pt x="5215369" y="10185121"/>
                </a:lnTo>
                <a:lnTo>
                  <a:pt x="5726862" y="10696575"/>
                </a:lnTo>
                <a:lnTo>
                  <a:pt x="5825795" y="10696575"/>
                </a:lnTo>
                <a:lnTo>
                  <a:pt x="5264848" y="10135641"/>
                </a:lnTo>
                <a:lnTo>
                  <a:pt x="5364137" y="10036353"/>
                </a:lnTo>
                <a:lnTo>
                  <a:pt x="6024372" y="10696575"/>
                </a:lnTo>
                <a:lnTo>
                  <a:pt x="6123330" y="10696575"/>
                </a:lnTo>
                <a:lnTo>
                  <a:pt x="5413591" y="9986899"/>
                </a:lnTo>
                <a:lnTo>
                  <a:pt x="5455424" y="9945065"/>
                </a:lnTo>
                <a:lnTo>
                  <a:pt x="5413591" y="9903231"/>
                </a:lnTo>
                <a:lnTo>
                  <a:pt x="6293358" y="9023464"/>
                </a:lnTo>
                <a:lnTo>
                  <a:pt x="7214959" y="9945065"/>
                </a:lnTo>
                <a:lnTo>
                  <a:pt x="6463385" y="10696575"/>
                </a:lnTo>
                <a:lnTo>
                  <a:pt x="6562344" y="10696575"/>
                </a:lnTo>
                <a:lnTo>
                  <a:pt x="7313841" y="9945065"/>
                </a:lnTo>
                <a:lnTo>
                  <a:pt x="6392253" y="9023464"/>
                </a:lnTo>
                <a:lnTo>
                  <a:pt x="6293358" y="8924569"/>
                </a:lnTo>
                <a:lnTo>
                  <a:pt x="5364137" y="9853790"/>
                </a:lnTo>
                <a:lnTo>
                  <a:pt x="5314645" y="9804298"/>
                </a:lnTo>
                <a:lnTo>
                  <a:pt x="5314645" y="9903282"/>
                </a:lnTo>
                <a:lnTo>
                  <a:pt x="5272862" y="9945065"/>
                </a:lnTo>
                <a:lnTo>
                  <a:pt x="5314645" y="9986861"/>
                </a:lnTo>
                <a:lnTo>
                  <a:pt x="5215356" y="10086149"/>
                </a:lnTo>
                <a:lnTo>
                  <a:pt x="5165877" y="10036670"/>
                </a:lnTo>
                <a:lnTo>
                  <a:pt x="5165877" y="10135629"/>
                </a:lnTo>
                <a:lnTo>
                  <a:pt x="5052733" y="10248773"/>
                </a:lnTo>
                <a:lnTo>
                  <a:pt x="4939627" y="10135667"/>
                </a:lnTo>
                <a:lnTo>
                  <a:pt x="5052771" y="10022535"/>
                </a:lnTo>
                <a:lnTo>
                  <a:pt x="5165877" y="10135629"/>
                </a:lnTo>
                <a:lnTo>
                  <a:pt x="5165877" y="10036670"/>
                </a:lnTo>
                <a:lnTo>
                  <a:pt x="5102263" y="9973043"/>
                </a:lnTo>
                <a:lnTo>
                  <a:pt x="5130241" y="9945065"/>
                </a:lnTo>
                <a:lnTo>
                  <a:pt x="5102263" y="9917100"/>
                </a:lnTo>
                <a:lnTo>
                  <a:pt x="5215369" y="9803994"/>
                </a:lnTo>
                <a:lnTo>
                  <a:pt x="5314645" y="9903282"/>
                </a:lnTo>
                <a:lnTo>
                  <a:pt x="5314645" y="9804298"/>
                </a:lnTo>
                <a:lnTo>
                  <a:pt x="5264861" y="9754502"/>
                </a:lnTo>
                <a:lnTo>
                  <a:pt x="6293358" y="8726005"/>
                </a:lnTo>
                <a:lnTo>
                  <a:pt x="7512418" y="9945065"/>
                </a:lnTo>
                <a:lnTo>
                  <a:pt x="6760908" y="10696575"/>
                </a:lnTo>
                <a:lnTo>
                  <a:pt x="6859841" y="10696575"/>
                </a:lnTo>
                <a:lnTo>
                  <a:pt x="7562850" y="9993617"/>
                </a:lnTo>
                <a:lnTo>
                  <a:pt x="7562850" y="9896513"/>
                </a:lnTo>
                <a:lnTo>
                  <a:pt x="6392253" y="8726005"/>
                </a:lnTo>
                <a:lnTo>
                  <a:pt x="6293358" y="8627110"/>
                </a:lnTo>
                <a:lnTo>
                  <a:pt x="5215369" y="9705022"/>
                </a:lnTo>
                <a:lnTo>
                  <a:pt x="5165877" y="9655531"/>
                </a:lnTo>
                <a:lnTo>
                  <a:pt x="5165877" y="9754514"/>
                </a:lnTo>
                <a:lnTo>
                  <a:pt x="5052771" y="9867621"/>
                </a:lnTo>
                <a:lnTo>
                  <a:pt x="5003279" y="9818141"/>
                </a:lnTo>
                <a:lnTo>
                  <a:pt x="5003279" y="9917100"/>
                </a:lnTo>
                <a:lnTo>
                  <a:pt x="4975314" y="9945065"/>
                </a:lnTo>
                <a:lnTo>
                  <a:pt x="5003279" y="9973043"/>
                </a:lnTo>
                <a:lnTo>
                  <a:pt x="4890135" y="10086188"/>
                </a:lnTo>
                <a:lnTo>
                  <a:pt x="4790859" y="9986899"/>
                </a:lnTo>
                <a:lnTo>
                  <a:pt x="4832693" y="9945065"/>
                </a:lnTo>
                <a:lnTo>
                  <a:pt x="4790859" y="9903231"/>
                </a:lnTo>
                <a:lnTo>
                  <a:pt x="4890135" y="9803955"/>
                </a:lnTo>
                <a:lnTo>
                  <a:pt x="5003279" y="9917100"/>
                </a:lnTo>
                <a:lnTo>
                  <a:pt x="5003279" y="9818141"/>
                </a:lnTo>
                <a:lnTo>
                  <a:pt x="4939614" y="9754476"/>
                </a:lnTo>
                <a:lnTo>
                  <a:pt x="5052733" y="9641357"/>
                </a:lnTo>
                <a:lnTo>
                  <a:pt x="5165877" y="9754514"/>
                </a:lnTo>
                <a:lnTo>
                  <a:pt x="5165877" y="9655531"/>
                </a:lnTo>
                <a:lnTo>
                  <a:pt x="5102225" y="9591865"/>
                </a:lnTo>
                <a:lnTo>
                  <a:pt x="6293358" y="8400732"/>
                </a:lnTo>
                <a:lnTo>
                  <a:pt x="7562850" y="9670288"/>
                </a:lnTo>
                <a:lnTo>
                  <a:pt x="7562850" y="9571330"/>
                </a:lnTo>
                <a:close/>
              </a:path>
              <a:path w="7562850" h="10696575">
                <a:moveTo>
                  <a:pt x="7562850" y="744829"/>
                </a:moveTo>
                <a:lnTo>
                  <a:pt x="6817957" y="0"/>
                </a:lnTo>
                <a:lnTo>
                  <a:pt x="6719024" y="0"/>
                </a:lnTo>
                <a:lnTo>
                  <a:pt x="7476388" y="757351"/>
                </a:lnTo>
                <a:lnTo>
                  <a:pt x="6257328" y="1976424"/>
                </a:lnTo>
                <a:lnTo>
                  <a:pt x="5232679" y="951788"/>
                </a:lnTo>
                <a:lnTo>
                  <a:pt x="5331968" y="852500"/>
                </a:lnTo>
                <a:lnTo>
                  <a:pt x="6257328" y="1777847"/>
                </a:lnTo>
                <a:lnTo>
                  <a:pt x="6282067" y="1753108"/>
                </a:lnTo>
                <a:lnTo>
                  <a:pt x="6232576" y="1703616"/>
                </a:lnTo>
                <a:lnTo>
                  <a:pt x="6257417" y="1728355"/>
                </a:lnTo>
                <a:lnTo>
                  <a:pt x="6282067" y="1753108"/>
                </a:lnTo>
                <a:lnTo>
                  <a:pt x="7277811" y="757351"/>
                </a:lnTo>
                <a:lnTo>
                  <a:pt x="6520447" y="0"/>
                </a:lnTo>
                <a:lnTo>
                  <a:pt x="6421564" y="0"/>
                </a:lnTo>
                <a:lnTo>
                  <a:pt x="7178916" y="757351"/>
                </a:lnTo>
                <a:lnTo>
                  <a:pt x="6257328" y="1678863"/>
                </a:lnTo>
                <a:lnTo>
                  <a:pt x="5381422" y="803046"/>
                </a:lnTo>
                <a:lnTo>
                  <a:pt x="5427116" y="757351"/>
                </a:lnTo>
                <a:lnTo>
                  <a:pt x="5381422" y="711669"/>
                </a:lnTo>
                <a:lnTo>
                  <a:pt x="6093091" y="0"/>
                </a:lnTo>
                <a:lnTo>
                  <a:pt x="5994197" y="0"/>
                </a:lnTo>
                <a:lnTo>
                  <a:pt x="5331968" y="662216"/>
                </a:lnTo>
                <a:lnTo>
                  <a:pt x="5282489" y="612736"/>
                </a:lnTo>
                <a:lnTo>
                  <a:pt x="5282489" y="711695"/>
                </a:lnTo>
                <a:lnTo>
                  <a:pt x="5236832" y="757351"/>
                </a:lnTo>
                <a:lnTo>
                  <a:pt x="5282489" y="803021"/>
                </a:lnTo>
                <a:lnTo>
                  <a:pt x="5183200" y="902296"/>
                </a:lnTo>
                <a:lnTo>
                  <a:pt x="5133721" y="852817"/>
                </a:lnTo>
                <a:lnTo>
                  <a:pt x="5133721" y="951788"/>
                </a:lnTo>
                <a:lnTo>
                  <a:pt x="5020576" y="1064933"/>
                </a:lnTo>
                <a:lnTo>
                  <a:pt x="4971123" y="1015492"/>
                </a:lnTo>
                <a:lnTo>
                  <a:pt x="4971123" y="1114386"/>
                </a:lnTo>
                <a:lnTo>
                  <a:pt x="3783901" y="2301608"/>
                </a:lnTo>
                <a:lnTo>
                  <a:pt x="2588628" y="1106398"/>
                </a:lnTo>
                <a:lnTo>
                  <a:pt x="2701772" y="993254"/>
                </a:lnTo>
                <a:lnTo>
                  <a:pt x="3783901" y="2075307"/>
                </a:lnTo>
                <a:lnTo>
                  <a:pt x="3808641" y="2050567"/>
                </a:lnTo>
                <a:lnTo>
                  <a:pt x="4858004" y="1001268"/>
                </a:lnTo>
                <a:lnTo>
                  <a:pt x="4971123" y="1114386"/>
                </a:lnTo>
                <a:lnTo>
                  <a:pt x="4971123" y="1015492"/>
                </a:lnTo>
                <a:lnTo>
                  <a:pt x="4907458" y="951826"/>
                </a:lnTo>
                <a:lnTo>
                  <a:pt x="5020602" y="838682"/>
                </a:lnTo>
                <a:lnTo>
                  <a:pt x="5133721" y="951788"/>
                </a:lnTo>
                <a:lnTo>
                  <a:pt x="5133721" y="852817"/>
                </a:lnTo>
                <a:lnTo>
                  <a:pt x="5070094" y="789190"/>
                </a:lnTo>
                <a:lnTo>
                  <a:pt x="5101933" y="757351"/>
                </a:lnTo>
                <a:lnTo>
                  <a:pt x="5070094" y="725525"/>
                </a:lnTo>
                <a:lnTo>
                  <a:pt x="5183200" y="612419"/>
                </a:lnTo>
                <a:lnTo>
                  <a:pt x="5282489" y="711695"/>
                </a:lnTo>
                <a:lnTo>
                  <a:pt x="5282489" y="612736"/>
                </a:lnTo>
                <a:lnTo>
                  <a:pt x="5232692" y="562927"/>
                </a:lnTo>
                <a:lnTo>
                  <a:pt x="5795619" y="0"/>
                </a:lnTo>
                <a:lnTo>
                  <a:pt x="5696699" y="0"/>
                </a:lnTo>
                <a:lnTo>
                  <a:pt x="5183200" y="513448"/>
                </a:lnTo>
                <a:lnTo>
                  <a:pt x="5133721" y="463969"/>
                </a:lnTo>
                <a:lnTo>
                  <a:pt x="5133721" y="562927"/>
                </a:lnTo>
                <a:lnTo>
                  <a:pt x="5020602" y="676033"/>
                </a:lnTo>
                <a:lnTo>
                  <a:pt x="4971123" y="626567"/>
                </a:lnTo>
                <a:lnTo>
                  <a:pt x="4971123" y="725525"/>
                </a:lnTo>
                <a:lnTo>
                  <a:pt x="4939284" y="757351"/>
                </a:lnTo>
                <a:lnTo>
                  <a:pt x="4971123" y="789203"/>
                </a:lnTo>
                <a:lnTo>
                  <a:pt x="4857978" y="902347"/>
                </a:lnTo>
                <a:lnTo>
                  <a:pt x="4808525" y="852906"/>
                </a:lnTo>
                <a:lnTo>
                  <a:pt x="4808525" y="951788"/>
                </a:lnTo>
                <a:lnTo>
                  <a:pt x="3783901" y="1976424"/>
                </a:lnTo>
                <a:lnTo>
                  <a:pt x="2751251" y="943775"/>
                </a:lnTo>
                <a:lnTo>
                  <a:pt x="2850540" y="844486"/>
                </a:lnTo>
                <a:lnTo>
                  <a:pt x="3783901" y="1777847"/>
                </a:lnTo>
                <a:lnTo>
                  <a:pt x="3808641" y="1753108"/>
                </a:lnTo>
                <a:lnTo>
                  <a:pt x="3759149" y="1703616"/>
                </a:lnTo>
                <a:lnTo>
                  <a:pt x="3783977" y="1728355"/>
                </a:lnTo>
                <a:lnTo>
                  <a:pt x="3808641" y="1753108"/>
                </a:lnTo>
                <a:lnTo>
                  <a:pt x="4709236" y="852500"/>
                </a:lnTo>
                <a:lnTo>
                  <a:pt x="4808525" y="951788"/>
                </a:lnTo>
                <a:lnTo>
                  <a:pt x="4808525" y="852906"/>
                </a:lnTo>
                <a:lnTo>
                  <a:pt x="4758677" y="803059"/>
                </a:lnTo>
                <a:lnTo>
                  <a:pt x="4804384" y="757351"/>
                </a:lnTo>
                <a:lnTo>
                  <a:pt x="4758690" y="711669"/>
                </a:lnTo>
                <a:lnTo>
                  <a:pt x="4857978" y="612381"/>
                </a:lnTo>
                <a:lnTo>
                  <a:pt x="4971123" y="725525"/>
                </a:lnTo>
                <a:lnTo>
                  <a:pt x="4971123" y="626567"/>
                </a:lnTo>
                <a:lnTo>
                  <a:pt x="4907458" y="562902"/>
                </a:lnTo>
                <a:lnTo>
                  <a:pt x="5020576" y="449783"/>
                </a:lnTo>
                <a:lnTo>
                  <a:pt x="5133721" y="562927"/>
                </a:lnTo>
                <a:lnTo>
                  <a:pt x="5133721" y="463969"/>
                </a:lnTo>
                <a:lnTo>
                  <a:pt x="5070056" y="400304"/>
                </a:lnTo>
                <a:lnTo>
                  <a:pt x="5470360" y="0"/>
                </a:lnTo>
                <a:lnTo>
                  <a:pt x="5371465" y="0"/>
                </a:lnTo>
                <a:lnTo>
                  <a:pt x="5020602" y="350850"/>
                </a:lnTo>
                <a:lnTo>
                  <a:pt x="4669764" y="0"/>
                </a:lnTo>
                <a:lnTo>
                  <a:pt x="4570819" y="0"/>
                </a:lnTo>
                <a:lnTo>
                  <a:pt x="4971123" y="400329"/>
                </a:lnTo>
                <a:lnTo>
                  <a:pt x="4858004" y="513448"/>
                </a:lnTo>
                <a:lnTo>
                  <a:pt x="4344530" y="0"/>
                </a:lnTo>
                <a:lnTo>
                  <a:pt x="4245597" y="0"/>
                </a:lnTo>
                <a:lnTo>
                  <a:pt x="4808525" y="562927"/>
                </a:lnTo>
                <a:lnTo>
                  <a:pt x="4709236" y="662216"/>
                </a:lnTo>
                <a:lnTo>
                  <a:pt x="4047020" y="0"/>
                </a:lnTo>
                <a:lnTo>
                  <a:pt x="3948125" y="0"/>
                </a:lnTo>
                <a:lnTo>
                  <a:pt x="4659782" y="711669"/>
                </a:lnTo>
                <a:lnTo>
                  <a:pt x="4614100" y="757351"/>
                </a:lnTo>
                <a:lnTo>
                  <a:pt x="4659782" y="803046"/>
                </a:lnTo>
                <a:lnTo>
                  <a:pt x="3783901" y="1678863"/>
                </a:lnTo>
                <a:lnTo>
                  <a:pt x="2899981" y="795045"/>
                </a:lnTo>
                <a:lnTo>
                  <a:pt x="2937675" y="757351"/>
                </a:lnTo>
                <a:lnTo>
                  <a:pt x="2899981" y="719670"/>
                </a:lnTo>
                <a:lnTo>
                  <a:pt x="3619665" y="0"/>
                </a:lnTo>
                <a:lnTo>
                  <a:pt x="3520770" y="0"/>
                </a:lnTo>
                <a:lnTo>
                  <a:pt x="2850540" y="670229"/>
                </a:lnTo>
                <a:lnTo>
                  <a:pt x="2801048" y="620737"/>
                </a:lnTo>
                <a:lnTo>
                  <a:pt x="2801048" y="719709"/>
                </a:lnTo>
                <a:lnTo>
                  <a:pt x="2763405" y="757351"/>
                </a:lnTo>
                <a:lnTo>
                  <a:pt x="2801048" y="795007"/>
                </a:lnTo>
                <a:lnTo>
                  <a:pt x="2701760" y="894295"/>
                </a:lnTo>
                <a:lnTo>
                  <a:pt x="2652280" y="844816"/>
                </a:lnTo>
                <a:lnTo>
                  <a:pt x="2652280" y="943775"/>
                </a:lnTo>
                <a:lnTo>
                  <a:pt x="2539136" y="1056919"/>
                </a:lnTo>
                <a:lnTo>
                  <a:pt x="2426017" y="943813"/>
                </a:lnTo>
                <a:lnTo>
                  <a:pt x="2539161" y="830668"/>
                </a:lnTo>
                <a:lnTo>
                  <a:pt x="2652280" y="943775"/>
                </a:lnTo>
                <a:lnTo>
                  <a:pt x="2652280" y="844816"/>
                </a:lnTo>
                <a:lnTo>
                  <a:pt x="2588653" y="781189"/>
                </a:lnTo>
                <a:lnTo>
                  <a:pt x="2612491" y="757351"/>
                </a:lnTo>
                <a:lnTo>
                  <a:pt x="2588653" y="733526"/>
                </a:lnTo>
                <a:lnTo>
                  <a:pt x="2701760" y="620420"/>
                </a:lnTo>
                <a:lnTo>
                  <a:pt x="2801048" y="719709"/>
                </a:lnTo>
                <a:lnTo>
                  <a:pt x="2801048" y="620737"/>
                </a:lnTo>
                <a:lnTo>
                  <a:pt x="2751251" y="570941"/>
                </a:lnTo>
                <a:lnTo>
                  <a:pt x="3322193" y="0"/>
                </a:lnTo>
                <a:lnTo>
                  <a:pt x="3223272" y="0"/>
                </a:lnTo>
                <a:lnTo>
                  <a:pt x="2701772" y="521462"/>
                </a:lnTo>
                <a:lnTo>
                  <a:pt x="2652280" y="471970"/>
                </a:lnTo>
                <a:lnTo>
                  <a:pt x="2652280" y="570941"/>
                </a:lnTo>
                <a:lnTo>
                  <a:pt x="2539161" y="684047"/>
                </a:lnTo>
                <a:lnTo>
                  <a:pt x="2489682" y="634568"/>
                </a:lnTo>
                <a:lnTo>
                  <a:pt x="2489682" y="733539"/>
                </a:lnTo>
                <a:lnTo>
                  <a:pt x="2465857" y="757351"/>
                </a:lnTo>
                <a:lnTo>
                  <a:pt x="2489682" y="781189"/>
                </a:lnTo>
                <a:lnTo>
                  <a:pt x="2376538" y="894334"/>
                </a:lnTo>
                <a:lnTo>
                  <a:pt x="2277237" y="795045"/>
                </a:lnTo>
                <a:lnTo>
                  <a:pt x="2314930" y="757351"/>
                </a:lnTo>
                <a:lnTo>
                  <a:pt x="2277237" y="719683"/>
                </a:lnTo>
                <a:lnTo>
                  <a:pt x="2376525" y="620395"/>
                </a:lnTo>
                <a:lnTo>
                  <a:pt x="2489682" y="733539"/>
                </a:lnTo>
                <a:lnTo>
                  <a:pt x="2489682" y="634568"/>
                </a:lnTo>
                <a:lnTo>
                  <a:pt x="2426017" y="570903"/>
                </a:lnTo>
                <a:lnTo>
                  <a:pt x="2539123" y="457796"/>
                </a:lnTo>
                <a:lnTo>
                  <a:pt x="2652280" y="570941"/>
                </a:lnTo>
                <a:lnTo>
                  <a:pt x="2652280" y="471970"/>
                </a:lnTo>
                <a:lnTo>
                  <a:pt x="2588615" y="408305"/>
                </a:lnTo>
                <a:lnTo>
                  <a:pt x="2996920" y="0"/>
                </a:lnTo>
                <a:lnTo>
                  <a:pt x="2898038" y="0"/>
                </a:lnTo>
                <a:lnTo>
                  <a:pt x="2539174" y="358863"/>
                </a:lnTo>
                <a:lnTo>
                  <a:pt x="2180310" y="0"/>
                </a:lnTo>
                <a:lnTo>
                  <a:pt x="2081364" y="0"/>
                </a:lnTo>
                <a:lnTo>
                  <a:pt x="2489682" y="408343"/>
                </a:lnTo>
                <a:lnTo>
                  <a:pt x="2376563" y="521462"/>
                </a:lnTo>
                <a:lnTo>
                  <a:pt x="1855076" y="0"/>
                </a:lnTo>
                <a:lnTo>
                  <a:pt x="1756143" y="0"/>
                </a:lnTo>
                <a:lnTo>
                  <a:pt x="2327084" y="570941"/>
                </a:lnTo>
                <a:lnTo>
                  <a:pt x="2227796" y="670229"/>
                </a:lnTo>
                <a:lnTo>
                  <a:pt x="1557566" y="0"/>
                </a:lnTo>
                <a:lnTo>
                  <a:pt x="1458683" y="0"/>
                </a:lnTo>
                <a:lnTo>
                  <a:pt x="2178354" y="719670"/>
                </a:lnTo>
                <a:lnTo>
                  <a:pt x="2140674" y="757351"/>
                </a:lnTo>
                <a:lnTo>
                  <a:pt x="2178354" y="795045"/>
                </a:lnTo>
                <a:lnTo>
                  <a:pt x="1294447" y="1678863"/>
                </a:lnTo>
                <a:lnTo>
                  <a:pt x="372846" y="757351"/>
                </a:lnTo>
                <a:lnTo>
                  <a:pt x="1130211" y="0"/>
                </a:lnTo>
                <a:lnTo>
                  <a:pt x="1031316" y="0"/>
                </a:lnTo>
                <a:lnTo>
                  <a:pt x="273951" y="757351"/>
                </a:lnTo>
                <a:lnTo>
                  <a:pt x="1294447" y="1777847"/>
                </a:lnTo>
                <a:lnTo>
                  <a:pt x="1319187" y="1753108"/>
                </a:lnTo>
                <a:lnTo>
                  <a:pt x="1269695" y="1703616"/>
                </a:lnTo>
                <a:lnTo>
                  <a:pt x="1294536" y="1728355"/>
                </a:lnTo>
                <a:lnTo>
                  <a:pt x="1319187" y="1753108"/>
                </a:lnTo>
                <a:lnTo>
                  <a:pt x="2227796" y="844486"/>
                </a:lnTo>
                <a:lnTo>
                  <a:pt x="2327084" y="943775"/>
                </a:lnTo>
                <a:lnTo>
                  <a:pt x="1294447" y="1976424"/>
                </a:lnTo>
                <a:lnTo>
                  <a:pt x="75387" y="757351"/>
                </a:lnTo>
                <a:lnTo>
                  <a:pt x="832739" y="0"/>
                </a:lnTo>
                <a:lnTo>
                  <a:pt x="733818" y="0"/>
                </a:lnTo>
                <a:lnTo>
                  <a:pt x="0" y="733767"/>
                </a:lnTo>
                <a:lnTo>
                  <a:pt x="0" y="780948"/>
                </a:lnTo>
                <a:lnTo>
                  <a:pt x="1294447" y="2075307"/>
                </a:lnTo>
                <a:lnTo>
                  <a:pt x="1319187" y="2050567"/>
                </a:lnTo>
                <a:lnTo>
                  <a:pt x="2376563" y="993267"/>
                </a:lnTo>
                <a:lnTo>
                  <a:pt x="2489682" y="1106373"/>
                </a:lnTo>
                <a:lnTo>
                  <a:pt x="1294447" y="2301608"/>
                </a:lnTo>
                <a:lnTo>
                  <a:pt x="0" y="1007224"/>
                </a:lnTo>
                <a:lnTo>
                  <a:pt x="0" y="1106131"/>
                </a:lnTo>
                <a:lnTo>
                  <a:pt x="1294447" y="2400579"/>
                </a:lnTo>
                <a:lnTo>
                  <a:pt x="1319187" y="2375839"/>
                </a:lnTo>
                <a:lnTo>
                  <a:pt x="2539174" y="1155852"/>
                </a:lnTo>
                <a:lnTo>
                  <a:pt x="3783901" y="2400579"/>
                </a:lnTo>
                <a:lnTo>
                  <a:pt x="3808641" y="2375839"/>
                </a:lnTo>
                <a:lnTo>
                  <a:pt x="5020602" y="1163866"/>
                </a:lnTo>
                <a:lnTo>
                  <a:pt x="6257328" y="2400579"/>
                </a:lnTo>
                <a:lnTo>
                  <a:pt x="6282067" y="2375839"/>
                </a:lnTo>
                <a:lnTo>
                  <a:pt x="7562850" y="1095057"/>
                </a:lnTo>
                <a:lnTo>
                  <a:pt x="7562850" y="996086"/>
                </a:lnTo>
                <a:lnTo>
                  <a:pt x="6257328" y="2301608"/>
                </a:lnTo>
                <a:lnTo>
                  <a:pt x="5070056" y="1114412"/>
                </a:lnTo>
                <a:lnTo>
                  <a:pt x="5183200" y="1001268"/>
                </a:lnTo>
                <a:lnTo>
                  <a:pt x="6257328" y="2075307"/>
                </a:lnTo>
                <a:lnTo>
                  <a:pt x="6282067" y="2050567"/>
                </a:lnTo>
                <a:lnTo>
                  <a:pt x="7562850" y="769874"/>
                </a:lnTo>
                <a:lnTo>
                  <a:pt x="7562850" y="744829"/>
                </a:lnTo>
                <a:close/>
              </a:path>
              <a:path w="7562850" h="10696575">
                <a:moveTo>
                  <a:pt x="7562850" y="419646"/>
                </a:moveTo>
                <a:lnTo>
                  <a:pt x="7143191" y="0"/>
                </a:lnTo>
                <a:lnTo>
                  <a:pt x="7044245" y="0"/>
                </a:lnTo>
                <a:lnTo>
                  <a:pt x="7562850" y="518617"/>
                </a:lnTo>
                <a:lnTo>
                  <a:pt x="7562850" y="419646"/>
                </a:lnTo>
                <a:close/>
              </a:path>
            </a:pathLst>
          </a:custGeom>
          <a:solidFill xmlns:a="http://schemas.openxmlformats.org/drawingml/2006/main">
            <a:srgbClr val="373362"/>
          </a:solidFill>
        </p:spPr>
        <p:txBody>
          <a:bodyPr xmlns:a="http://schemas.openxmlformats.org/drawingml/2006/main" wrap="square" lIns="0" tIns="0" rIns="0" bIns="0"/>
          <a:lstStyle xmlns:a="http://schemas.openxmlformats.org/drawingml/2006/main"/>
          <a:p xmlns:a="http://schemas.openxmlformats.org/drawingml/2006/main"/>
        </p:txBody>
      </p:sp>
      <p:sp>
        <p:nvSpPr>
          <p:cNvPr id="18" name="bg object 18">
            <a:extLst xmlns:a="http://schemas.openxmlformats.org/drawingml/2006/main">
              <a:ext uri="{FF2B5EF4-FFF2-40B4-BE49-F238E27FC236}">
                <a16:creationId xmlns:a16="http://schemas.microsoft.com/office/drawing/2014/main" id="{7D781E56-AB8D-4920-BEFA-B654A5BBF24C}"/>
              </a:ext>
            </a:extLst>
          </p:cNvPr>
          <p:cNvSpPr>
            <a:spLocks xmlns:a="http://schemas.openxmlformats.org/drawingml/2006/main" noGrp="1"/>
          </p:cNvSpPr>
          <p:nvPr/>
        </p:nvSpPr>
        <p:spPr>
          <a:xfrm xmlns:a="http://schemas.openxmlformats.org/drawingml/2006/main">
            <a:off x="0" y="294481"/>
            <a:ext cx="30300654" cy="42214800"/>
          </a:xfrm>
          <a:custGeom xmlns:a="http://schemas.openxmlformats.org/drawingml/2006/main">
            <a:rect l="l" t="t" r="r" b="b"/>
            <a:pathLst>
              <a:path w="7562850" h="10191115">
                <a:moveTo>
                  <a:pt x="7562850" y="10190774"/>
                </a:moveTo>
                <a:lnTo>
                  <a:pt x="0" y="10190774"/>
                </a:lnTo>
                <a:lnTo>
                  <a:pt x="0" y="0"/>
                </a:lnTo>
                <a:lnTo>
                  <a:pt x="7562850" y="0"/>
                </a:lnTo>
                <a:lnTo>
                  <a:pt x="7562850" y="10190774"/>
                </a:lnTo>
                <a:close/>
              </a:path>
            </a:pathLst>
          </a:custGeom>
          <a:solidFill xmlns:a="http://schemas.openxmlformats.org/drawingml/2006/main">
            <a:srgbClr val="FFFFFF"/>
          </a:solidFill>
        </p:spPr>
        <p:txBody>
          <a:bodyPr xmlns:a="http://schemas.openxmlformats.org/drawingml/2006/main" wrap="square" lIns="0" tIns="0" rIns="0" bIns="0"/>
          <a:lstStyle xmlns:a="http://schemas.openxmlformats.org/drawingml/2006/main"/>
          <a:p xmlns:a="http://schemas.openxmlformats.org/drawingml/2006/main"/>
        </p:txBody>
      </p:sp>
      <p:sp>
        <p:nvSpPr>
          <p:cNvPr id="2" name="Holder 2">
            <a:extLst xmlns:a="http://schemas.openxmlformats.org/drawingml/2006/main">
              <a:ext uri="{FF2B5EF4-FFF2-40B4-BE49-F238E27FC236}">
                <a16:creationId xmlns:a16="http://schemas.microsoft.com/office/drawing/2014/main" id="{66481A61-817C-4D23-8F54-4F0CA6818F9A}"/>
              </a:ext>
            </a:extLst>
          </p:cNvPr>
          <p:cNvSpPr>
            <a:spLocks xmlns:a="http://schemas.openxmlformats.org/drawingml/2006/main" noGrp="1"/>
          </p:cNvSpPr>
          <p:nvPr>
            <p:ph type="title" idx="0"/>
          </p:nvPr>
        </p:nvSpPr>
        <p:spPr>
          <a:xfrm xmlns:a="http://schemas.openxmlformats.org/drawingml/2006/main">
            <a:off x="1332416" y="1330512"/>
            <a:ext cx="27635831" cy="661720"/>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sz="4300" b="0" i="0">
                <a:solidFill>
                  <a:srgbClr val="373362"/>
                </a:solidFill>
                <a:latin typeface="Tahoma"/>
                <a:ea typeface="Tahoma"/>
                <a:cs typeface="Tahoma"/>
              </a:defRPr>
            </a:lvl1pPr>
          </a:lstStyle>
          <a:p xmlns:a="http://schemas.openxmlformats.org/drawingml/2006/main"/>
        </p:txBody>
      </p:sp>
      <p:sp>
        <p:nvSpPr>
          <p:cNvPr id="3" name="Holder 3">
            <a:extLst xmlns:a="http://schemas.openxmlformats.org/drawingml/2006/main">
              <a:ext uri="{FF2B5EF4-FFF2-40B4-BE49-F238E27FC236}">
                <a16:creationId xmlns:a16="http://schemas.microsoft.com/office/drawing/2014/main" id="{A8DA4E9E-E7DD-4812-9C67-BB8D7ACF272F}"/>
              </a:ext>
            </a:extLst>
          </p:cNvPr>
          <p:cNvSpPr>
            <a:spLocks xmlns:a="http://schemas.openxmlformats.org/drawingml/2006/main" noGrp="1"/>
          </p:cNvSpPr>
          <p:nvPr>
            <p:ph type="body" idx="1"/>
          </p:nvPr>
        </p:nvSpPr>
        <p:spPr>
          <a:xfrm xmlns:a="http://schemas.openxmlformats.org/drawingml/2006/main">
            <a:off x="1515037" y="9844870"/>
            <a:ext cx="27270589" cy="276999"/>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buNone/>
              <a:defRPr/>
            </a:lvl1pPr>
          </a:lstStyle>
          <a:p xmlns:a="http://schemas.openxmlformats.org/drawingml/2006/main"/>
        </p:txBody>
      </p:sp>
      <p:sp>
        <p:nvSpPr>
          <p:cNvPr id="4" name="Holder 4">
            <a:extLst xmlns:a="http://schemas.openxmlformats.org/drawingml/2006/main">
              <a:ext uri="{FF2B5EF4-FFF2-40B4-BE49-F238E27FC236}">
                <a16:creationId xmlns:a16="http://schemas.microsoft.com/office/drawing/2014/main" id="{5D86D43A-8AE8-4AAB-8FF1-D06C06A4B9D7}"/>
              </a:ext>
            </a:extLst>
          </p:cNvPr>
          <p:cNvSpPr>
            <a:spLocks xmlns:a="http://schemas.openxmlformats.org/drawingml/2006/main" noGrp="1"/>
          </p:cNvSpPr>
          <p:nvPr>
            <p:ph type="ftr" idx="5"/>
          </p:nvPr>
        </p:nvSpPr>
        <p:spPr>
          <a:xfrm xmlns:a="http://schemas.openxmlformats.org/drawingml/2006/main">
            <a:off x="10302223" y="39807506"/>
            <a:ext cx="9696209"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ctr">
              <a:buNone/>
              <a:defRPr>
                <a:solidFill>
                  <a:schemeClr val="tx1">
                    <a:tint val="75000"/>
                  </a:schemeClr>
                </a:solidFill>
              </a:defRPr>
            </a:lvl1pPr>
          </a:lstStyle>
          <a:p xmlns:a="http://schemas.openxmlformats.org/drawingml/2006/main"/>
        </p:txBody>
      </p:sp>
      <p:sp>
        <p:nvSpPr>
          <p:cNvPr id="5" name="Holder 5">
            <a:extLst xmlns:a="http://schemas.openxmlformats.org/drawingml/2006/main">
              <a:ext uri="{FF2B5EF4-FFF2-40B4-BE49-F238E27FC236}">
                <a16:creationId xmlns:a16="http://schemas.microsoft.com/office/drawing/2014/main" id="{3BB78B4B-A837-40FD-88FC-15D834E60D2B}"/>
              </a:ext>
            </a:extLst>
          </p:cNvPr>
          <p:cNvSpPr>
            <a:spLocks xmlns:a="http://schemas.openxmlformats.org/drawingml/2006/main" noGrp="1"/>
          </p:cNvSpPr>
          <p:nvPr>
            <p:ph type="dt" idx="6"/>
          </p:nvPr>
        </p:nvSpPr>
        <p:spPr>
          <a:xfrm xmlns:a="http://schemas.openxmlformats.org/drawingml/2006/main">
            <a:off x="1515037"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l">
              <a:buNone/>
              <a:defRPr>
                <a:solidFill>
                  <a:schemeClr val="tx1">
                    <a:tint val="75000"/>
                  </a:schemeClr>
                </a:solidFill>
              </a:defRPr>
            </a:lvl1pPr>
          </a:lstStyle>
          <a:p xmlns:a="http://schemas.openxmlformats.org/drawingml/2006/main">
            <a:fld id="{1D8BD707-D9CF-40AE-B4C6-C98DA3205C09}" type="datetimeFigureOut">
              <a:t>11/22/2024</a:t>
            </a:fld>
          </a:p>
        </p:txBody>
      </p:sp>
      <p:sp>
        <p:nvSpPr>
          <p:cNvPr id="6" name="Holder 6">
            <a:extLst xmlns:a="http://schemas.openxmlformats.org/drawingml/2006/main">
              <a:ext uri="{FF2B5EF4-FFF2-40B4-BE49-F238E27FC236}">
                <a16:creationId xmlns:a16="http://schemas.microsoft.com/office/drawing/2014/main" id="{1ADA1F0A-5847-41D6-BCEF-4A1C33FFB89C}"/>
              </a:ext>
            </a:extLst>
          </p:cNvPr>
          <p:cNvSpPr>
            <a:spLocks xmlns:a="http://schemas.openxmlformats.org/drawingml/2006/main" noGrp="1"/>
          </p:cNvSpPr>
          <p:nvPr>
            <p:ph type="sldNum" idx="7"/>
          </p:nvPr>
        </p:nvSpPr>
        <p:spPr>
          <a:xfrm xmlns:a="http://schemas.openxmlformats.org/drawingml/2006/main">
            <a:off x="21816473" y="39807506"/>
            <a:ext cx="6969148" cy="1108763"/>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lvl1pPr algn="r">
              <a:buNone/>
              <a:defRPr>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8094e4bb81472b"/>
    <p:sldLayoutId xmlns:r="http://schemas.openxmlformats.org/officeDocument/2006/relationships" id="2147483650" r:id="R3aaf81040bdf4948"/>
    <p:sldLayoutId xmlns:r="http://schemas.openxmlformats.org/officeDocument/2006/relationships" id="2147483651" r:id="R0831ae8bbdb94e85"/>
    <p:sldLayoutId xmlns:r="http://schemas.openxmlformats.org/officeDocument/2006/relationships" id="2147483652" r:id="R8a326f6f039a4927"/>
    <p:sldLayoutId xmlns:r="http://schemas.openxmlformats.org/officeDocument/2006/relationships" id="2147483653" r:id="R5f5e6a7896224ef3"/>
  </p:sldLayoutIdLst>
  <p:txStyles>
    <p:titleStyle>
      <a:lvl1pPr xmlns:a="http://schemas.openxmlformats.org/drawingml/2006/main">
        <a:buNone/>
        <a:defRPr>
          <a:latin typeface="+mj-lt"/>
          <a:ea typeface="+mj-lt"/>
          <a:cs typeface="+mj-lt"/>
        </a:defRPr>
      </a:lvl1pPr>
    </p:titleStyle>
    <p:body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bodyStyle>
    <p:otherStyle>
      <a:lvl1pPr xmlns:a="http://schemas.openxmlformats.org/drawingml/2006/main" marL="0">
        <a:buNone/>
        <a:defRPr>
          <a:latin typeface="+mn-lt"/>
          <a:ea typeface="+mn-lt"/>
          <a:cs typeface="+mn-lt"/>
        </a:defRPr>
      </a:lvl1pPr>
      <a:lvl2pPr xmlns:a="http://schemas.openxmlformats.org/drawingml/2006/main" marL="1828983">
        <a:buNone/>
        <a:defRPr>
          <a:latin typeface="+mn-lt"/>
          <a:ea typeface="+mn-lt"/>
          <a:cs typeface="+mn-lt"/>
        </a:defRPr>
      </a:lvl2pPr>
      <a:lvl3pPr xmlns:a="http://schemas.openxmlformats.org/drawingml/2006/main" marL="3657966">
        <a:buNone/>
        <a:defRPr>
          <a:latin typeface="+mn-lt"/>
          <a:ea typeface="+mn-lt"/>
          <a:cs typeface="+mn-lt"/>
        </a:defRPr>
      </a:lvl3pPr>
      <a:lvl4pPr xmlns:a="http://schemas.openxmlformats.org/drawingml/2006/main" marL="5486949">
        <a:buNone/>
        <a:defRPr>
          <a:latin typeface="+mn-lt"/>
          <a:ea typeface="+mn-lt"/>
          <a:cs typeface="+mn-lt"/>
        </a:defRPr>
      </a:lvl4pPr>
      <a:lvl5pPr xmlns:a="http://schemas.openxmlformats.org/drawingml/2006/main" marL="7315932">
        <a:buNone/>
        <a:defRPr>
          <a:latin typeface="+mn-lt"/>
          <a:ea typeface="+mn-lt"/>
          <a:cs typeface="+mn-lt"/>
        </a:defRPr>
      </a:lvl5pPr>
      <a:lvl6pPr xmlns:a="http://schemas.openxmlformats.org/drawingml/2006/main" marL="9144914">
        <a:buNone/>
        <a:defRPr>
          <a:latin typeface="+mn-lt"/>
          <a:ea typeface="+mn-lt"/>
          <a:cs typeface="+mn-lt"/>
        </a:defRPr>
      </a:lvl6pPr>
      <a:lvl7pPr xmlns:a="http://schemas.openxmlformats.org/drawingml/2006/main" marL="10973897">
        <a:buNone/>
        <a:defRPr>
          <a:latin typeface="+mn-lt"/>
          <a:ea typeface="+mn-lt"/>
          <a:cs typeface="+mn-lt"/>
        </a:defRPr>
      </a:lvl7pPr>
      <a:lvl8pPr xmlns:a="http://schemas.openxmlformats.org/drawingml/2006/main" marL="12802880">
        <a:buNone/>
        <a:defRPr>
          <a:latin typeface="+mn-lt"/>
          <a:ea typeface="+mn-lt"/>
          <a:cs typeface="+mn-lt"/>
        </a:defRPr>
      </a:lvl8pPr>
      <a:lvl9pPr xmlns:a="http://schemas.openxmlformats.org/drawingml/2006/main" marL="14631863">
        <a:buNone/>
        <a:defRPr>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5551b6ca9ad3448a" /><Relationship Type="http://schemas.openxmlformats.org/officeDocument/2006/relationships/image" Target="/ppt/media/image2.png" Id="R84b11889b5ab4467" /><Relationship Type="http://schemas.openxmlformats.org/officeDocument/2006/relationships/image" Target="/ppt/media/image.svg" Id="Rb3a1cda58cb642e2" /><Relationship Type="http://schemas.openxmlformats.org/officeDocument/2006/relationships/image" Target="/ppt/media/image.png" Id="R41033074b99e4ea1" /><Relationship Type="http://schemas.openxmlformats.org/officeDocument/2006/relationships/image" Target="/ppt/media/image2.svg" Id="R199e0587c8384591" /><Relationship Type="http://schemas.openxmlformats.org/officeDocument/2006/relationships/notesSlide" Target="/ppt/notesSlides/notesSlide1.xml" Id="R85fbd25298434f5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그림 17"/>
          <p:cNvPicPr>
            <a:picLocks xmlns:a="http://schemas.openxmlformats.org/drawingml/2006/main" noChangeAspect="1"/>
          </p:cNvPicPr>
          <p:nvPr/>
        </p:nvPicPr>
        <p:blipFill>
          <a:blip xmlns:r="http://schemas.openxmlformats.org/officeDocument/2006/relationships" xmlns:a="http://schemas.openxmlformats.org/drawingml/2006/main" r:embed="R84b11889b5ab4467"/>
          <a:stretch xmlns:a="http://schemas.openxmlformats.org/drawingml/2006/main">
            <a:fillRect l="0" t="0" r="0" b="0"/>
          </a:stretch>
        </p:blipFill>
        <p:spPr>
          <a:xfrm xmlns:a="http://schemas.openxmlformats.org/drawingml/2006/main">
            <a:off x="24510206" y="2141178"/>
            <a:ext cx="5181573" cy="3470677"/>
          </a:xfrm>
          <a:prstGeom xmlns:a="http://schemas.openxmlformats.org/drawingml/2006/main" prst="rect">
            <a:avLst/>
          </a:prstGeom>
        </p:spPr>
      </p:pic>
      <p:sp>
        <p:nvSpPr>
          <p:cNvPr id="2" name="object 2">
            <a:extLst xmlns:a="http://schemas.openxmlformats.org/drawingml/2006/main">
              <a:ext uri="{FF2B5EF4-FFF2-40B4-BE49-F238E27FC236}">
                <a16:creationId xmlns:a16="http://schemas.microsoft.com/office/drawing/2014/main" id="{C7203565-1505-47A6-A9A4-2D0DC5CCF24A}"/>
              </a:ext>
            </a:extLst>
          </p:cNvPr>
          <p:cNvSpPr>
            <a:spLocks xmlns:a="http://schemas.openxmlformats.org/drawingml/2006/main" noGrp="1"/>
          </p:cNvSpPr>
          <p:nvPr>
            <p:ph type="title" idx="0"/>
          </p:nvPr>
        </p:nvSpPr>
        <p:spPr>
          <a:xfrm xmlns:a="http://schemas.openxmlformats.org/drawingml/2006/main">
            <a:off x="1194896" y="-110897"/>
            <a:ext cx="28039656" cy="4129425"/>
          </a:xfrm>
          <a:prstGeom xmlns:a="http://schemas.openxmlformats.org/drawingml/2006/main" prst="rect">
            <a:avLst/>
          </a:prstGeom>
        </p:spPr>
        <p:txBody>
          <a:bodyPr xmlns:a="http://schemas.openxmlformats.org/drawingml/2006/main" vert="horz" wrap="square" lIns="0" tIns="797649" rIns="0" bIns="0">
            <a:spAutoFit/>
          </a:bodyPr>
          <a:lstStyle xmlns:a="http://schemas.openxmlformats.org/drawingml/2006/main"/>
          <a:p xmlns:a="http://schemas.openxmlformats.org/drawingml/2006/main">
            <a:pPr algn="l">
              <a:spcBef>
                <a:spcPts val="1200"/>
              </a:spcBef>
              <a:buNone/>
            </a:pPr>
            <a:r>
              <a:rPr sz="8800">
                <a:latin typeface="맑은 고딕"/>
                <a:ea typeface="맑은 고딕"/>
                <a:cs typeface="맑은 고딕"/>
              </a:rPr>
              <a:t>경찰 수사정보용 동적</a:t>
            </a:r>
          </a:p>
          <a:p xmlns:a="http://schemas.openxmlformats.org/drawingml/2006/main">
            <a:pPr algn="l">
              <a:spcBef>
                <a:spcPts val="1200"/>
              </a:spcBef>
              <a:buNone/>
            </a:pPr>
            <a:r>
              <a:rPr sz="8800">
                <a:latin typeface="맑은 고딕"/>
                <a:ea typeface="맑은 고딕"/>
                <a:cs typeface="맑은 고딕"/>
              </a:rPr>
              <a:t>제로트러스트 접근제어 시스템</a:t>
            </a:r>
          </a:p>
        </p:txBody>
      </p:sp>
      <p:sp>
        <p:nvSpPr>
          <p:cNvPr id="13" name="직사각형 12">
            <a:extLst xmlns:a="http://schemas.openxmlformats.org/drawingml/2006/main">
              <a:ext uri="{FF2B5EF4-FFF2-40B4-BE49-F238E27FC236}">
                <a16:creationId xmlns:a16="http://schemas.microsoft.com/office/drawing/2014/main" id="{1A92AF71-3D27-4DBE-DF1D-864EF5DB3D12}"/>
              </a:ext>
            </a:extLst>
          </p:cNvPr>
          <p:cNvSpPr>
            <a:spLocks xmlns:a="http://schemas.openxmlformats.org/drawingml/2006/main" noGrp="1"/>
          </p:cNvSpPr>
          <p:nvPr/>
        </p:nvSpPr>
        <p:spPr>
          <a:xfrm xmlns:a="http://schemas.openxmlformats.org/drawingml/2006/main" flipV="1">
            <a:off x="704810" y="5663119"/>
            <a:ext cx="28865591" cy="122892"/>
          </a:xfrm>
          <a:prstGeom xmlns:a="http://schemas.openxmlformats.org/drawingml/2006/main" prst="rect">
            <a:avLst/>
          </a:prstGeom>
          <a:solidFill xmlns:a="http://schemas.openxmlformats.org/drawingml/2006/main">
            <a:srgbClr val="373362"/>
          </a:solidFill>
          <a:ln xmlns:a="http://schemas.openxmlformats.org/drawingml/2006/main">
            <a:solidFill>
              <a:srgbClr val="373362"/>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TextBox 4">
            <a:extLst xmlns:a="http://schemas.openxmlformats.org/drawingml/2006/main">
              <a:ext uri="{FF2B5EF4-FFF2-40B4-BE49-F238E27FC236}">
                <a16:creationId xmlns:a16="http://schemas.microsoft.com/office/drawing/2014/main" id="{D5017946-4E8C-A50F-F98A-A4946BAD72A2}"/>
              </a:ext>
            </a:extLst>
          </p:cNvPr>
          <p:cNvSpPr>
            <a:spLocks xmlns:a="http://schemas.openxmlformats.org/drawingml/2006/main" noGrp="1"/>
          </p:cNvSpPr>
          <p:nvPr/>
        </p:nvSpPr>
        <p:spPr>
          <a:xfrm xmlns:a="http://schemas.openxmlformats.org/drawingml/2006/main">
            <a:off x="4047855" y="3502285"/>
            <a:ext cx="22167596" cy="18213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ts val="7000"/>
              </a:lnSpc>
              <a:buNone/>
            </a:pPr>
            <a:r>
              <a:rPr sz="4800">
                <a:solidFill>
                  <a:srgbClr val="373362"/>
                </a:solidFill>
                <a:latin typeface="맑은 고딕"/>
                <a:ea typeface="맑은 고딕"/>
                <a:cs typeface="맑은 고딕"/>
              </a:rPr>
              <a:t>무신뢰 보안단  |  정재홍 · 허준 · 홍준원  (지도교수: 윤택영 교수)</a:t>
            </a:r>
          </a:p>
          <a:p xmlns:a="http://schemas.openxmlformats.org/drawingml/2006/main">
            <a:pPr algn="ctr">
              <a:lnSpc>
                <a:spcPts val="7000"/>
              </a:lnSpc>
              <a:buNone/>
            </a:pPr>
            <a:r>
              <a:rPr sz="4800">
                <a:solidFill>
                  <a:srgbClr val="373362"/>
                </a:solidFill>
                <a:latin typeface="맑은 고딕"/>
                <a:ea typeface="맑은 고딕"/>
                <a:cs typeface="맑은 고딕"/>
              </a:rPr>
              <a:t>단국대학교 사이버보안학과</a:t>
            </a:r>
          </a:p>
        </p:txBody>
      </p:sp>
      <p:sp>
        <p:nvSpPr>
          <p:cNvPr id="24" name="직사각형 23">
            <a:extLst xmlns:a="http://schemas.openxmlformats.org/drawingml/2006/main">
              <a:ext uri="{FF2B5EF4-FFF2-40B4-BE49-F238E27FC236}">
                <a16:creationId xmlns:a16="http://schemas.microsoft.com/office/drawing/2014/main" id="{7F0DF47E-C912-4489-2D0F-F9F898CA7124}"/>
              </a:ext>
            </a:extLst>
          </p:cNvPr>
          <p:cNvSpPr>
            <a:spLocks xmlns:a="http://schemas.openxmlformats.org/drawingml/2006/main" noGrp="1"/>
          </p:cNvSpPr>
          <p:nvPr/>
        </p:nvSpPr>
        <p:spPr>
          <a:xfrm xmlns:a="http://schemas.openxmlformats.org/drawingml/2006/main">
            <a:off x="126206" y="294481"/>
            <a:ext cx="30022800" cy="42214800"/>
          </a:xfrm>
          <a:prstGeom xmlns:a="http://schemas.openxmlformats.org/drawingml/2006/main" prst="rect">
            <a:avLst/>
          </a:prstGeom>
          <a:noFill xmlns:a="http://schemas.openxmlformats.org/drawingml/2006/main"/>
          <a:ln xmlns:a="http://schemas.openxmlformats.org/drawingml/2006/main" w="76200">
            <a:solidFill>
              <a:srgbClr val="37336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5" name="그림 43"/>
          <p:cNvPicPr>
            <a:picLocks xmlns:a="http://schemas.openxmlformats.org/drawingml/2006/main" noChangeAspect="1"/>
          </p:cNvPicPr>
          <p:nvPr/>
        </p:nvPicPr>
        <p:blipFill>
          <a:blip xmlns:r="http://schemas.openxmlformats.org/officeDocument/2006/relationships" xmlns:a="http://schemas.openxmlformats.org/drawingml/2006/main" r:embed="R41033074b99e4ea1">
            <a:extLst>
              <a:ext uri="{96DAC541-7B7A-43D3-8B79-37D633B846F1}">
                <asvg:svgBlip xmlns:asvg="http://schemas.microsoft.com/office/drawing/2016/SVG/main" r:embed="Rb3a1cda58cb642e2"/>
              </a:ext>
            </a:extLst>
          </a:blip>
          <a:stretch xmlns:a="http://schemas.openxmlformats.org/drawingml/2006/main">
            <a:fillRect l="0" t="0" r="0" b="0"/>
          </a:stretch>
        </p:blipFill>
        <p:spPr>
          <a:xfrm xmlns:a="http://schemas.openxmlformats.org/drawingml/2006/main">
            <a:off x="1194895" y="29326681"/>
            <a:ext cx="27892869" cy="4993218"/>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4b11889b5ab4467">
            <a:extLst>
              <a:ext uri="{96DAC541-7B7A-43D3-8B79-37D633B846F1}">
                <asvg:svgBlip xmlns:asvg="http://schemas.microsoft.com/office/drawing/2016/SVG/main" r:embed="R199e0587c8384591"/>
              </a:ext>
            </a:extLst>
          </a:blip>
          <a:stretch xmlns:a="http://schemas.openxmlformats.org/drawingml/2006/main"/>
        </p:blipFill>
        <p:spPr>
          <a:xfrm xmlns:a="http://schemas.openxmlformats.org/drawingml/2006/main">
            <a:off x="914400" y="23764875"/>
            <a:ext cx="14382750" cy="40386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2F6D4F97-2E31-4B86-BE0A-7C07DB4BDABC}"/>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68" name="">
            <a:extLst xmlns:a="http://schemas.openxmlformats.org/drawingml/2006/main">
              <a:ext uri="{FF2B5EF4-FFF2-40B4-BE49-F238E27FC236}">
                <a16:creationId xmlns:a16="http://schemas.microsoft.com/office/drawing/2014/main" id="{38BDBB34-4CF2-40FB-AC4A-754166691B09}"/>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25214E"/>
          </a:solidFill>
          <a:ln xmlns:a="http://schemas.openxmlformats.org/drawingml/2006/main" w="0">
            <a:solidFill>
              <a:srgbClr val="25214E"/>
            </a:solidFill>
            <a:prstDash val="solid"/>
          </a:ln>
        </p:spPr>
      </p:sp>
      <p:sp>
        <p:nvSpPr>
          <p:cNvPr id="69" name="">
            <a:extLst xmlns:a="http://schemas.openxmlformats.org/drawingml/2006/main">
              <a:ext uri="{FF2B5EF4-FFF2-40B4-BE49-F238E27FC236}">
                <a16:creationId xmlns:a16="http://schemas.microsoft.com/office/drawing/2014/main" id="{7D2055C9-AF50-44F0-BDE4-8BC7CD8FA3EE}"/>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25214E"/>
            </a:solidFill>
            <a:prstDash val="solid"/>
          </a:ln>
        </p:spPr>
      </p:sp>
      <p:sp>
        <p:nvSpPr>
          <p:cNvPr id="194" name="">
            <a:extLst xmlns:a="http://schemas.openxmlformats.org/drawingml/2006/main">
              <a:ext uri="{FF2B5EF4-FFF2-40B4-BE49-F238E27FC236}">
                <a16:creationId xmlns:a16="http://schemas.microsoft.com/office/drawing/2014/main" id="{27672FA9-85E4-4DE3-BAF5-54B38A3EC85D}"/>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5" name="">
            <a:extLst xmlns:a="http://schemas.openxmlformats.org/drawingml/2006/main">
              <a:ext uri="{FF2B5EF4-FFF2-40B4-BE49-F238E27FC236}">
                <a16:creationId xmlns:a16="http://schemas.microsoft.com/office/drawing/2014/main" id="{792F2F59-0D96-4B6C-BE7F-102AA6072E21}"/>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196" name="">
            <a:extLst xmlns:a="http://schemas.openxmlformats.org/drawingml/2006/main">
              <a:ext uri="{FF2B5EF4-FFF2-40B4-BE49-F238E27FC236}">
                <a16:creationId xmlns:a16="http://schemas.microsoft.com/office/drawing/2014/main" id="{4AF9FAA8-F2B9-471F-9C05-F09429CF1488}"/>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344" name="">
            <a:extLst xmlns:a="http://schemas.openxmlformats.org/drawingml/2006/main">
              <a:ext uri="{FF2B5EF4-FFF2-40B4-BE49-F238E27FC236}">
                <a16:creationId xmlns:a16="http://schemas.microsoft.com/office/drawing/2014/main" id="{CBD46836-EB2E-4099-BEB4-392C93413725}"/>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45" name="">
            <a:extLst xmlns:a="http://schemas.openxmlformats.org/drawingml/2006/main">
              <a:ext uri="{FF2B5EF4-FFF2-40B4-BE49-F238E27FC236}">
                <a16:creationId xmlns:a16="http://schemas.microsoft.com/office/drawing/2014/main" id="{AF7D1AFE-F018-4017-A674-D3B76BEF939F}"/>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346" name="">
            <a:extLst xmlns:a="http://schemas.openxmlformats.org/drawingml/2006/main">
              <a:ext uri="{FF2B5EF4-FFF2-40B4-BE49-F238E27FC236}">
                <a16:creationId xmlns:a16="http://schemas.microsoft.com/office/drawing/2014/main" id="{47DEA94D-D43E-41F0-A9ED-8710AF62BEBF}"/>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409" name="">
            <a:extLst xmlns:a="http://schemas.openxmlformats.org/drawingml/2006/main">
              <a:ext uri="{FF2B5EF4-FFF2-40B4-BE49-F238E27FC236}">
                <a16:creationId xmlns:a16="http://schemas.microsoft.com/office/drawing/2014/main" id="{C880C541-4C69-43DF-951C-DDB6B291A226}"/>
              </a:ext>
            </a:extLst>
          </p:cNvPr>
          <p:cNvSpPr>
            <a:spLocks xmlns:a="http://schemas.openxmlformats.org/drawingml/2006/main" noGrp="1"/>
          </p:cNvSpPr>
          <p:nvPr/>
        </p:nvSpPr>
        <p:spPr>
          <a:xfrm xmlns:a="http://schemas.openxmlformats.org/drawingml/2006/main">
            <a:off x="0" y="5810250"/>
            <a:ext cx="30480000" cy="3729037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410" name="">
            <a:extLst xmlns:a="http://schemas.openxmlformats.org/drawingml/2006/main">
              <a:ext uri="{FF2B5EF4-FFF2-40B4-BE49-F238E27FC236}">
                <a16:creationId xmlns:a16="http://schemas.microsoft.com/office/drawing/2014/main" id="{CEA17210-D48B-4C7B-8338-102EBF2EC0D2}"/>
              </a:ext>
            </a:extLst>
          </p:cNvPr>
          <p:cNvSpPr>
            <a:spLocks xmlns:a="http://schemas.openxmlformats.org/drawingml/2006/main" noGrp="1"/>
          </p:cNvSpPr>
          <p:nvPr/>
        </p:nvSpPr>
        <p:spPr>
          <a:xfrm xmlns:a="http://schemas.openxmlformats.org/drawingml/2006/main">
            <a:off x="666750" y="5638800"/>
            <a:ext cx="29146500" cy="762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1" name="">
            <a:extLst xmlns:a="http://schemas.openxmlformats.org/drawingml/2006/main">
              <a:ext uri="{FF2B5EF4-FFF2-40B4-BE49-F238E27FC236}">
                <a16:creationId xmlns:a16="http://schemas.microsoft.com/office/drawing/2014/main" id="{0B5B0CF5-8152-486B-9015-B756A16F436E}"/>
              </a:ext>
            </a:extLst>
          </p:cNvPr>
          <p:cNvSpPr>
            <a:spLocks xmlns:a="http://schemas.openxmlformats.org/drawingml/2006/main" noGrp="1"/>
          </p:cNvSpPr>
          <p:nvPr/>
        </p:nvSpPr>
        <p:spPr>
          <a:xfrm xmlns:a="http://schemas.openxmlformats.org/drawingml/2006/main">
            <a:off x="95250" y="95250"/>
            <a:ext cx="30289500" cy="42910125"/>
          </a:xfrm>
          <a:prstGeom xmlns:a="http://schemas.openxmlformats.org/drawingml/2006/main" prst="rect">
            <a:avLst/>
          </a:prstGeom>
          <a:solidFill xmlns:a="http://schemas.openxmlformats.org/drawingml/2006/main">
            <a:srgbClr val="000000">
              <a:alpha val="0"/>
            </a:srgbClr>
          </a:solidFill>
          <a:ln xmlns:a="http://schemas.openxmlformats.org/drawingml/2006/main" w="38100">
            <a:solidFill>
              <a:srgbClr val="1F234B"/>
            </a:solidFill>
            <a:prstDash val="solid"/>
          </a:ln>
        </p:spPr>
      </p:sp>
      <p:sp>
        <p:nvSpPr>
          <p:cNvPr id="412" name="">
            <a:extLst xmlns:a="http://schemas.openxmlformats.org/drawingml/2006/main">
              <a:ext uri="{FF2B5EF4-FFF2-40B4-BE49-F238E27FC236}">
                <a16:creationId xmlns:a16="http://schemas.microsoft.com/office/drawing/2014/main" id="{814AE689-AB88-4EF4-8000-4C2F2DB6C9E9}"/>
              </a:ext>
            </a:extLst>
          </p:cNvPr>
          <p:cNvSpPr>
            <a:spLocks xmlns:a="http://schemas.openxmlformats.org/drawingml/2006/main" noGrp="1"/>
          </p:cNvSpPr>
          <p:nvPr/>
        </p:nvSpPr>
        <p:spPr>
          <a:xfrm xmlns:a="http://schemas.openxmlformats.org/drawingml/2006/main">
            <a:off x="15106650" y="6096000"/>
            <a:ext cx="38100" cy="3257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3" name="">
            <a:extLst xmlns:a="http://schemas.openxmlformats.org/drawingml/2006/main">
              <a:ext uri="{FF2B5EF4-FFF2-40B4-BE49-F238E27FC236}">
                <a16:creationId xmlns:a16="http://schemas.microsoft.com/office/drawing/2014/main" id="{DD9ED2F0-B52A-4691-8D58-0604E5C6AAB8}"/>
              </a:ext>
            </a:extLst>
          </p:cNvPr>
          <p:cNvSpPr>
            <a:spLocks xmlns:a="http://schemas.openxmlformats.org/drawingml/2006/main" noGrp="1"/>
          </p:cNvSpPr>
          <p:nvPr/>
        </p:nvSpPr>
        <p:spPr>
          <a:xfrm xmlns:a="http://schemas.openxmlformats.org/drawingml/2006/main">
            <a:off x="838200" y="61912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14" name="">
            <a:extLst xmlns:a="http://schemas.openxmlformats.org/drawingml/2006/main">
              <a:ext uri="{FF2B5EF4-FFF2-40B4-BE49-F238E27FC236}">
                <a16:creationId xmlns:a16="http://schemas.microsoft.com/office/drawing/2014/main" id="{F1F52FD5-2743-4625-B252-D71416052800}"/>
              </a:ext>
            </a:extLst>
          </p:cNvPr>
          <p:cNvSpPr>
            <a:spLocks xmlns:a="http://schemas.openxmlformats.org/drawingml/2006/main" noGrp="1"/>
          </p:cNvSpPr>
          <p:nvPr/>
        </p:nvSpPr>
        <p:spPr>
          <a:xfrm xmlns:a="http://schemas.openxmlformats.org/drawingml/2006/main">
            <a:off x="838200" y="61912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5" name="">
            <a:extLst xmlns:a="http://schemas.openxmlformats.org/drawingml/2006/main">
              <a:ext uri="{FF2B5EF4-FFF2-40B4-BE49-F238E27FC236}">
                <a16:creationId xmlns:a16="http://schemas.microsoft.com/office/drawing/2014/main" id="{CFF9E7B7-C6DF-45F4-A40F-381E6F2C677F}"/>
              </a:ext>
            </a:extLst>
          </p:cNvPr>
          <p:cNvSpPr>
            <a:spLocks xmlns:a="http://schemas.openxmlformats.org/drawingml/2006/main" noGrp="1"/>
          </p:cNvSpPr>
          <p:nvPr/>
        </p:nvSpPr>
        <p:spPr>
          <a:xfrm xmlns:a="http://schemas.openxmlformats.org/drawingml/2006/main">
            <a:off x="1009650" y="62769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1. 초록</a:t>
            </a:r>
          </a:p>
        </p:txBody>
      </p:sp>
      <p:sp>
        <p:nvSpPr>
          <p:cNvPr id="416" name="">
            <a:extLst xmlns:a="http://schemas.openxmlformats.org/drawingml/2006/main">
              <a:ext uri="{FF2B5EF4-FFF2-40B4-BE49-F238E27FC236}">
                <a16:creationId xmlns:a16="http://schemas.microsoft.com/office/drawing/2014/main" id="{6BD528FE-6B43-4756-BF9C-DEA715C451E4}"/>
              </a:ext>
            </a:extLst>
          </p:cNvPr>
          <p:cNvSpPr>
            <a:spLocks xmlns:a="http://schemas.openxmlformats.org/drawingml/2006/main" noGrp="1"/>
          </p:cNvSpPr>
          <p:nvPr/>
        </p:nvSpPr>
        <p:spPr>
          <a:xfrm xmlns:a="http://schemas.openxmlformats.org/drawingml/2006/main">
            <a:off x="1028700" y="68770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경찰 수사정보는 사건 관계자, 피해자, 피의자, 참고인 등 민감한 개인정보와 수사 단서를 포함한다. 내부자가 이미 정상 계정과 일부 권한을 가진 상태에서 자료를 오남용하면 외부 침입보다 탐지와 차단이 어렵다. 본 연구는 로그인 성공 이후에도 모든 접근 요청을 다시 검증하는 경찰 전용 동적 제로트러스트 접근제어 시스템을 제안한다. 시스템은 계정, 등록 기기, 접속 위치, 담당 사건, 자료 등급, 행위 이력을 결합해 요청별 위험을 산정하고, 접근 허용·열람 전용·마스킹·재인증·관리자 승인·차단을 결정한다. 핵심 목표는 민감자료 노출을 줄이면서도 정당한 수사 업무의 연속성을 보장하는 것이다.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연구 질문은 “정상 계정을 가진 사용자의 접근을 어떻게 업무 맥락 안에서 계속 재평가할 것인가”이다. 제안 방식은 고정 권한표만으로 판단하지 않고, 사건 배정과 자료 민감도, 단말 신뢰도, 위치, 반복 행위, 다운로드 의도를 함께 평가한다. 따라서 기존 인증 체계 위에 얹을 수 있는 정책 엔진 형태로 설계되며, 수사정보의 기밀성, 업무 연속성, 사후 책임성을 동시에 목표로 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최종 산출물은 수사관의 정상 업무를 전제로 하되, 요청 순간의 맥락이 변하면 권한도 함께 변해야 한다는 원칙을 구현한다. 이는 “한 번 인증되면 계속 허용”되는 기존 흐름을 “요청마다 신뢰를 재계산”하는 흐름으로 바꾸는 데 의미가 있다.</a:t>
            </a:r>
          </a:p>
        </p:txBody>
      </p:sp>
      <p:sp>
        <p:nvSpPr>
          <p:cNvPr id="417" name="">
            <a:extLst xmlns:a="http://schemas.openxmlformats.org/drawingml/2006/main">
              <a:ext uri="{FF2B5EF4-FFF2-40B4-BE49-F238E27FC236}">
                <a16:creationId xmlns:a16="http://schemas.microsoft.com/office/drawing/2014/main" id="{94A1292D-B9EC-4F34-84AF-D9CA3E055887}"/>
              </a:ext>
            </a:extLst>
          </p:cNvPr>
          <p:cNvSpPr>
            <a:spLocks xmlns:a="http://schemas.openxmlformats.org/drawingml/2006/main" noGrp="1"/>
          </p:cNvSpPr>
          <p:nvPr/>
        </p:nvSpPr>
        <p:spPr>
          <a:xfrm xmlns:a="http://schemas.openxmlformats.org/drawingml/2006/main">
            <a:off x="838200" y="121729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18" name="">
            <a:extLst xmlns:a="http://schemas.openxmlformats.org/drawingml/2006/main">
              <a:ext uri="{FF2B5EF4-FFF2-40B4-BE49-F238E27FC236}">
                <a16:creationId xmlns:a16="http://schemas.microsoft.com/office/drawing/2014/main" id="{63DB92B4-A871-4086-82A7-1F6B7EC4DBC7}"/>
              </a:ext>
            </a:extLst>
          </p:cNvPr>
          <p:cNvSpPr>
            <a:spLocks xmlns:a="http://schemas.openxmlformats.org/drawingml/2006/main" noGrp="1"/>
          </p:cNvSpPr>
          <p:nvPr/>
        </p:nvSpPr>
        <p:spPr>
          <a:xfrm xmlns:a="http://schemas.openxmlformats.org/drawingml/2006/main">
            <a:off x="838200" y="121729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19" name="">
            <a:extLst xmlns:a="http://schemas.openxmlformats.org/drawingml/2006/main">
              <a:ext uri="{FF2B5EF4-FFF2-40B4-BE49-F238E27FC236}">
                <a16:creationId xmlns:a16="http://schemas.microsoft.com/office/drawing/2014/main" id="{5CFA6940-701A-40DD-BEB7-EF1F1A4D82C8}"/>
              </a:ext>
            </a:extLst>
          </p:cNvPr>
          <p:cNvSpPr>
            <a:spLocks xmlns:a="http://schemas.openxmlformats.org/drawingml/2006/main" noGrp="1"/>
          </p:cNvSpPr>
          <p:nvPr/>
        </p:nvSpPr>
        <p:spPr>
          <a:xfrm xmlns:a="http://schemas.openxmlformats.org/drawingml/2006/main">
            <a:off x="1009650" y="122586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2. 문제 정의</a:t>
            </a:r>
          </a:p>
        </p:txBody>
      </p:sp>
      <p:sp>
        <p:nvSpPr>
          <p:cNvPr id="420" name="">
            <a:extLst xmlns:a="http://schemas.openxmlformats.org/drawingml/2006/main">
              <a:ext uri="{FF2B5EF4-FFF2-40B4-BE49-F238E27FC236}">
                <a16:creationId xmlns:a16="http://schemas.microsoft.com/office/drawing/2014/main" id="{CF18BB07-410C-4940-A9EE-D511491D6805}"/>
              </a:ext>
            </a:extLst>
          </p:cNvPr>
          <p:cNvSpPr>
            <a:spLocks xmlns:a="http://schemas.openxmlformats.org/drawingml/2006/main" noGrp="1"/>
          </p:cNvSpPr>
          <p:nvPr/>
        </p:nvSpPr>
        <p:spPr>
          <a:xfrm xmlns:a="http://schemas.openxmlformats.org/drawingml/2006/main">
            <a:off x="1028700" y="128587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기존 접근제어는 대체로 사용자가 어떤 역할 또는 부서에 속하는지 확인한 뒤 권한을 부여한다. 그러나 내부자 위협에서는 사용자가 이미 정상 계정을 보유하므로 단순 인증만으로는 충분하지 않다. 같은 경찰 계정이라도 담당 사건이 아닌 자료를 조회하거나, 허용되지 않은 위치에서 접속하거나, 짧은 시간 동안 여러 사건을 반복 조회하는 경우 위험 수준은 달라진다. 따라서 ‘누가 접근하는가’뿐 아니라 ‘어떤 사건을, 어떤 위치와 기기로, 어떤 행위 패턴으로 접근하는가’를 요청 시점마다 판단해야 한다. 본 시스템은 사후 감찰 중심 대응을 접근 요청 단계의 선제 통제로 전환하는 것을 문제 해결의 중심으로 둔다.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특히 경찰 수사정보 환경에서는 과도한 차단도 문제다. 긴급 수사와 현장 대응에서는 예외 접근이 필요하지만, 예외가 무제한 허용되면 내부 오남용 통제가 약해진다. 본 연구는 접근을 허용/차단의 이분법으로 처리하지 않고, 위험이 높아질수록 열람 전용, 마스킹, 재인증, 관리자 승인, 사후 심사로 단계화하는 문제로 정의한다.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따라서 해결 대상은 계정 탈취만이 아니라 정상 권한자의 과잉 조회, 호기심성 조회, 비담당 사건 접근, 자료 반출 시도까지 포함한다. 시스템은 이 행위들을 사후 로그 분석 대상이 아니라 접근 결정 이전의 정책 판단 대상으로 끌어올린다.</a:t>
            </a:r>
          </a:p>
        </p:txBody>
      </p:sp>
      <p:sp>
        <p:nvSpPr>
          <p:cNvPr id="421" name="">
            <a:extLst xmlns:a="http://schemas.openxmlformats.org/drawingml/2006/main">
              <a:ext uri="{FF2B5EF4-FFF2-40B4-BE49-F238E27FC236}">
                <a16:creationId xmlns:a16="http://schemas.microsoft.com/office/drawing/2014/main" id="{37A8564A-5DEF-4848-8E95-7C3DEFD59B57}"/>
              </a:ext>
            </a:extLst>
          </p:cNvPr>
          <p:cNvSpPr>
            <a:spLocks xmlns:a="http://schemas.openxmlformats.org/drawingml/2006/main" noGrp="1"/>
          </p:cNvSpPr>
          <p:nvPr/>
        </p:nvSpPr>
        <p:spPr>
          <a:xfrm xmlns:a="http://schemas.openxmlformats.org/drawingml/2006/main">
            <a:off x="838200" y="181546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22" name="">
            <a:extLst xmlns:a="http://schemas.openxmlformats.org/drawingml/2006/main">
              <a:ext uri="{FF2B5EF4-FFF2-40B4-BE49-F238E27FC236}">
                <a16:creationId xmlns:a16="http://schemas.microsoft.com/office/drawing/2014/main" id="{3BEE8B49-D788-47E2-B069-111D69CFDD1A}"/>
              </a:ext>
            </a:extLst>
          </p:cNvPr>
          <p:cNvSpPr>
            <a:spLocks xmlns:a="http://schemas.openxmlformats.org/drawingml/2006/main" noGrp="1"/>
          </p:cNvSpPr>
          <p:nvPr/>
        </p:nvSpPr>
        <p:spPr>
          <a:xfrm xmlns:a="http://schemas.openxmlformats.org/drawingml/2006/main">
            <a:off x="838200" y="181546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23" name="">
            <a:extLst xmlns:a="http://schemas.openxmlformats.org/drawingml/2006/main">
              <a:ext uri="{FF2B5EF4-FFF2-40B4-BE49-F238E27FC236}">
                <a16:creationId xmlns:a16="http://schemas.microsoft.com/office/drawing/2014/main" id="{58C03B9F-610F-4014-826E-F3BA881A7520}"/>
              </a:ext>
            </a:extLst>
          </p:cNvPr>
          <p:cNvSpPr>
            <a:spLocks xmlns:a="http://schemas.openxmlformats.org/drawingml/2006/main" noGrp="1"/>
          </p:cNvSpPr>
          <p:nvPr/>
        </p:nvSpPr>
        <p:spPr>
          <a:xfrm xmlns:a="http://schemas.openxmlformats.org/drawingml/2006/main">
            <a:off x="1009650" y="182403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3. 관련 방식의 한계</a:t>
            </a:r>
          </a:p>
        </p:txBody>
      </p:sp>
      <p:sp>
        <p:nvSpPr>
          <p:cNvPr id="424" name="">
            <a:extLst xmlns:a="http://schemas.openxmlformats.org/drawingml/2006/main">
              <a:ext uri="{FF2B5EF4-FFF2-40B4-BE49-F238E27FC236}">
                <a16:creationId xmlns:a16="http://schemas.microsoft.com/office/drawing/2014/main" id="{6C73AE60-DD24-4DF7-8F72-914E0E00B7D4}"/>
              </a:ext>
            </a:extLst>
          </p:cNvPr>
          <p:cNvSpPr>
            <a:spLocks xmlns:a="http://schemas.openxmlformats.org/drawingml/2006/main" noGrp="1"/>
          </p:cNvSpPr>
          <p:nvPr/>
        </p:nvSpPr>
        <p:spPr>
          <a:xfrm xmlns:a="http://schemas.openxmlformats.org/drawingml/2006/main">
            <a:off x="1028700" y="188404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RBAC는 역할 기반으로 관리가 쉽지만 동일 역할 내부의 세부 업무 차이를 반영하기 어렵다. ABAC는 속성을 정책에 사용할 수 있으나, 실제 조직에서는 정책 조합이 복잡해지고 행동 누적이나 실시간 위험 변화까지 반영하려면 별도의 위험 엔진이 필요하다. 감사 로그는 사고 이후의 추적에는 유용하지만 접근 이전에 자료 노출을 줄이는 기능은 제한적이다. 본 연구는 역할과 속성 기반 통제를 완전히 대체하지 않고, 기존 권한 위에 상황 기반 위험 판단을 추가한다. 이를 통해 기존 시스템과 결합 가능한 보강 계층으로 동작하면서도 경찰 수사정보의 민감성을 더 세밀하게 반영한다.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일반 기업용 제로트러스트 모델도 경찰 수사정보에 그대로 적용하기에는 한계가 있다. 업무의 핵심 단위가 부서나 직급이 아니라 사건, 관할, 증거 등급, 수사 단계로 움직이기 때문이다. 따라서 본 연구는 조직 역할보다 세밀한 사건 단위 맥락을 정책 변수로 사용하고, 수사 현장의 예외성과 통제 필요성을 함께 반영한다.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이 차이를 보완하기 위해 제안 방식은 RBAC/ABAC를 버리지 않고, 그 위에 위험 점수와 단계형 결정을 추가한다. 즉 기존 권한 체계와 호환되면서도 사건 중심의 세밀한 접근 통제를 수행하는 확장 계층으로 볼 수 있다.</a:t>
            </a:r>
          </a:p>
        </p:txBody>
      </p:sp>
      <p:sp>
        <p:nvSpPr>
          <p:cNvPr id="425" name="">
            <a:extLst xmlns:a="http://schemas.openxmlformats.org/drawingml/2006/main">
              <a:ext uri="{FF2B5EF4-FFF2-40B4-BE49-F238E27FC236}">
                <a16:creationId xmlns:a16="http://schemas.microsoft.com/office/drawing/2014/main" id="{4AEFA8A0-B96F-409D-A06F-27DFE0633172}"/>
              </a:ext>
            </a:extLst>
          </p:cNvPr>
          <p:cNvSpPr>
            <a:spLocks xmlns:a="http://schemas.openxmlformats.org/drawingml/2006/main" noGrp="1"/>
          </p:cNvSpPr>
          <p:nvPr/>
        </p:nvSpPr>
        <p:spPr>
          <a:xfrm xmlns:a="http://schemas.openxmlformats.org/drawingml/2006/main">
            <a:off x="838200" y="24136350"/>
            <a:ext cx="14173200" cy="7429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26" name="">
            <a:extLst xmlns:a="http://schemas.openxmlformats.org/drawingml/2006/main">
              <a:ext uri="{FF2B5EF4-FFF2-40B4-BE49-F238E27FC236}">
                <a16:creationId xmlns:a16="http://schemas.microsoft.com/office/drawing/2014/main" id="{5E3B91FB-3B82-4F6D-9A71-AD71BB731ED1}"/>
              </a:ext>
            </a:extLst>
          </p:cNvPr>
          <p:cNvSpPr>
            <a:spLocks xmlns:a="http://schemas.openxmlformats.org/drawingml/2006/main" noGrp="1"/>
          </p:cNvSpPr>
          <p:nvPr/>
        </p:nvSpPr>
        <p:spPr>
          <a:xfrm xmlns:a="http://schemas.openxmlformats.org/drawingml/2006/main">
            <a:off x="838200" y="241363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27" name="">
            <a:extLst xmlns:a="http://schemas.openxmlformats.org/drawingml/2006/main">
              <a:ext uri="{FF2B5EF4-FFF2-40B4-BE49-F238E27FC236}">
                <a16:creationId xmlns:a16="http://schemas.microsoft.com/office/drawing/2014/main" id="{E8E48443-59DD-41CC-AB3C-6B96C121FBF4}"/>
              </a:ext>
            </a:extLst>
          </p:cNvPr>
          <p:cNvSpPr>
            <a:spLocks xmlns:a="http://schemas.openxmlformats.org/drawingml/2006/main" noGrp="1"/>
          </p:cNvSpPr>
          <p:nvPr/>
        </p:nvSpPr>
        <p:spPr>
          <a:xfrm xmlns:a="http://schemas.openxmlformats.org/drawingml/2006/main">
            <a:off x="1009650" y="242220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4. 제안 시스템 구조</a:t>
            </a:r>
          </a:p>
        </p:txBody>
      </p:sp>
      <p:sp>
        <p:nvSpPr>
          <p:cNvPr id="428" name="">
            <a:extLst xmlns:a="http://schemas.openxmlformats.org/drawingml/2006/main">
              <a:ext uri="{FF2B5EF4-FFF2-40B4-BE49-F238E27FC236}">
                <a16:creationId xmlns:a16="http://schemas.microsoft.com/office/drawing/2014/main" id="{BBF74735-2037-4F86-9C2F-D2B2E0304739}"/>
              </a:ext>
            </a:extLst>
          </p:cNvPr>
          <p:cNvSpPr>
            <a:spLocks xmlns:a="http://schemas.openxmlformats.org/drawingml/2006/main" noGrp="1"/>
          </p:cNvSpPr>
          <p:nvPr/>
        </p:nvSpPr>
        <p:spPr>
          <a:xfrm xmlns:a="http://schemas.openxmlformats.org/drawingml/2006/main">
            <a:off x="1028700" y="24822150"/>
            <a:ext cx="13792200" cy="504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제안 시스템은 요청 맥락 수집기, 정책 및 위험 엔진, 접근 결정 모듈, 관리자 승인 모듈, 감사 로그 저장소로 구성된다. 사용자가 자료 조회 또는 다운로드를 요청하면 시스템은 계정, 부서, 담당 사건, 자료 등급, 위치, 등록 기기, 시간, 행위 빈도, 다운로드 여부를 수집한다. 먼저 동시 접속 인증 실패, 불가능 이동, 비허용 위치, 고위험 다운로드와 같은 즉시 차단 규칙을 적용한다. 차단 대상이 아니면 4축 위험 점수를 계산하고 정책 신뢰도와 함께 L1~L5 접근 결과를 산출한다. 모든 결정은 감사 가능한 로그로 기록되어 사후 검토와 책임 추적에 활용된다.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구조의 핵심은 즉시 차단 규칙과 점수 기반 판단을 분리한 점이다. 명백한 위험은 빠르게 차단해 노출을 줄이고, 회색 영역의 요청은 위험 점수와 정책 신뢰도에 따라 제한 열람 또는 승인 흐름으로 보낸다. 이 분리는 오탐으로 인한 업무 중단을 줄이면서도 고위험 접근을 선제적으로 통제하는 데 유리하다.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관리자 승인 모듈은 단순 예외 허용 창구가 아니라 고위험 요청의 정당성을 검증하는 통제 지점이다. 승인 요청에는 사유, 범위, 유효시간, 사후 검토 상태가 함께 저장되어 비상 접근이 상시 권한으로 굳어지는 것을 방지한다.</a:t>
            </a:r>
          </a:p>
        </p:txBody>
      </p:sp>
      <p:sp>
        <p:nvSpPr>
          <p:cNvPr id="429" name="">
            <a:extLst xmlns:a="http://schemas.openxmlformats.org/drawingml/2006/main">
              <a:ext uri="{FF2B5EF4-FFF2-40B4-BE49-F238E27FC236}">
                <a16:creationId xmlns:a16="http://schemas.microsoft.com/office/drawing/2014/main" id="{09E609C7-C263-4D71-8616-50222AA053EA}"/>
              </a:ext>
            </a:extLst>
          </p:cNvPr>
          <p:cNvSpPr>
            <a:spLocks xmlns:a="http://schemas.openxmlformats.org/drawingml/2006/main" noGrp="1"/>
          </p:cNvSpPr>
          <p:nvPr/>
        </p:nvSpPr>
        <p:spPr>
          <a:xfrm xmlns:a="http://schemas.openxmlformats.org/drawingml/2006/main">
            <a:off x="1104900" y="29965650"/>
            <a:ext cx="13639800" cy="1447800"/>
          </a:xfrm>
          <a:prstGeom xmlns:a="http://schemas.openxmlformats.org/drawingml/2006/main" prst="rect">
            <a:avLst/>
          </a:prstGeom>
          <a:solidFill xmlns:a="http://schemas.openxmlformats.org/drawingml/2006/main">
            <a:srgbClr val="F7F9FC"/>
          </a:solidFill>
          <a:ln xmlns:a="http://schemas.openxmlformats.org/drawingml/2006/main" w="9525">
            <a:solidFill>
              <a:srgbClr val="D7DFEC"/>
            </a:solidFill>
            <a:prstDash val="solid"/>
          </a:ln>
        </p:spPr>
      </p:sp>
      <p:sp>
        <p:nvSpPr>
          <p:cNvPr id="430" name="">
            <a:extLst xmlns:a="http://schemas.openxmlformats.org/drawingml/2006/main">
              <a:ext uri="{FF2B5EF4-FFF2-40B4-BE49-F238E27FC236}">
                <a16:creationId xmlns:a16="http://schemas.microsoft.com/office/drawing/2014/main" id="{3D2E460C-D10B-4908-8B99-490B1A9324E4}"/>
              </a:ext>
            </a:extLst>
          </p:cNvPr>
          <p:cNvSpPr>
            <a:spLocks xmlns:a="http://schemas.openxmlformats.org/drawingml/2006/main" noGrp="1"/>
          </p:cNvSpPr>
          <p:nvPr/>
        </p:nvSpPr>
        <p:spPr>
          <a:xfrm xmlns:a="http://schemas.openxmlformats.org/drawingml/2006/main">
            <a:off x="1238250" y="30060900"/>
            <a:ext cx="13373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B2A55"/>
                </a:solidFill>
                <a:latin typeface="Malgun Gothic"/>
                <a:ea typeface="Malgun Gothic"/>
                <a:cs typeface="Malgun Gothic"/>
              </a:defRPr>
            </a:pPr>
            <a:r>
              <a:rPr sz="1350" b="1">
                <a:solidFill>
                  <a:srgbClr val="2B2A55"/>
                </a:solidFill>
                <a:latin typeface="Malgun Gothic"/>
                <a:ea typeface="Malgun Gothic"/>
                <a:cs typeface="Malgun Gothic"/>
              </a:rPr>
              <a:t>Fig. 1. 요청-결정 흐름</a:t>
            </a:r>
          </a:p>
        </p:txBody>
      </p:sp>
      <p:sp>
        <p:nvSpPr>
          <p:cNvPr id="431" name="">
            <a:extLst xmlns:a="http://schemas.openxmlformats.org/drawingml/2006/main">
              <a:ext uri="{FF2B5EF4-FFF2-40B4-BE49-F238E27FC236}">
                <a16:creationId xmlns:a16="http://schemas.microsoft.com/office/drawing/2014/main" id="{8FD79E5F-ADB1-438F-9737-DB4C341B1E55}"/>
              </a:ext>
            </a:extLst>
          </p:cNvPr>
          <p:cNvSpPr>
            <a:spLocks xmlns:a="http://schemas.openxmlformats.org/drawingml/2006/main" noGrp="1"/>
          </p:cNvSpPr>
          <p:nvPr/>
        </p:nvSpPr>
        <p:spPr>
          <a:xfrm xmlns:a="http://schemas.openxmlformats.org/drawingml/2006/main">
            <a:off x="1314450" y="30422850"/>
            <a:ext cx="2571750" cy="495300"/>
          </a:xfrm>
          <a:prstGeom xmlns:a="http://schemas.openxmlformats.org/drawingml/2006/main" prst="rect">
            <a:avLst/>
          </a:prstGeom>
          <a:solidFill xmlns:a="http://schemas.openxmlformats.org/drawingml/2006/main">
            <a:srgbClr val="C91414"/>
          </a:solidFill>
          <a:ln xmlns:a="http://schemas.openxmlformats.org/drawingml/2006/main" w="0">
            <a:solidFill>
              <a:srgbClr val="C91414"/>
            </a:solidFill>
            <a:prstDash val="solid"/>
          </a:ln>
        </p:spPr>
      </p:sp>
      <p:sp>
        <p:nvSpPr>
          <p:cNvPr id="432" name="">
            <a:extLst xmlns:a="http://schemas.openxmlformats.org/drawingml/2006/main">
              <a:ext uri="{FF2B5EF4-FFF2-40B4-BE49-F238E27FC236}">
                <a16:creationId xmlns:a16="http://schemas.microsoft.com/office/drawing/2014/main" id="{7A1E44EB-DB88-4D08-91AF-3820D3759D35}"/>
              </a:ext>
            </a:extLst>
          </p:cNvPr>
          <p:cNvSpPr>
            <a:spLocks xmlns:a="http://schemas.openxmlformats.org/drawingml/2006/main" noGrp="1"/>
          </p:cNvSpPr>
          <p:nvPr/>
        </p:nvSpPr>
        <p:spPr>
          <a:xfrm xmlns:a="http://schemas.openxmlformats.org/drawingml/2006/main">
            <a:off x="1314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요청</a:t>
            </a:r>
          </a:p>
        </p:txBody>
      </p:sp>
      <p:sp>
        <p:nvSpPr>
          <p:cNvPr id="433" name="">
            <a:extLst xmlns:a="http://schemas.openxmlformats.org/drawingml/2006/main">
              <a:ext uri="{FF2B5EF4-FFF2-40B4-BE49-F238E27FC236}">
                <a16:creationId xmlns:a16="http://schemas.microsoft.com/office/drawing/2014/main" id="{741A91CA-F0F8-438C-ABCC-23A313A83577}"/>
              </a:ext>
            </a:extLst>
          </p:cNvPr>
          <p:cNvSpPr>
            <a:spLocks xmlns:a="http://schemas.openxmlformats.org/drawingml/2006/main" noGrp="1"/>
          </p:cNvSpPr>
          <p:nvPr/>
        </p:nvSpPr>
        <p:spPr>
          <a:xfrm xmlns:a="http://schemas.openxmlformats.org/drawingml/2006/main">
            <a:off x="3886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34" name="">
            <a:extLst xmlns:a="http://schemas.openxmlformats.org/drawingml/2006/main">
              <a:ext uri="{FF2B5EF4-FFF2-40B4-BE49-F238E27FC236}">
                <a16:creationId xmlns:a16="http://schemas.microsoft.com/office/drawing/2014/main" id="{D8AD3EBB-BF31-484B-BBDD-1856716C2D95}"/>
              </a:ext>
            </a:extLst>
          </p:cNvPr>
          <p:cNvSpPr>
            <a:spLocks xmlns:a="http://schemas.openxmlformats.org/drawingml/2006/main" noGrp="1"/>
          </p:cNvSpPr>
          <p:nvPr/>
        </p:nvSpPr>
        <p:spPr>
          <a:xfrm xmlns:a="http://schemas.openxmlformats.org/drawingml/2006/main">
            <a:off x="3981450" y="30422850"/>
            <a:ext cx="2571750" cy="49530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435" name="">
            <a:extLst xmlns:a="http://schemas.openxmlformats.org/drawingml/2006/main">
              <a:ext uri="{FF2B5EF4-FFF2-40B4-BE49-F238E27FC236}">
                <a16:creationId xmlns:a16="http://schemas.microsoft.com/office/drawing/2014/main" id="{4BB9BA48-9990-4320-9076-C49BD42EAFD5}"/>
              </a:ext>
            </a:extLst>
          </p:cNvPr>
          <p:cNvSpPr>
            <a:spLocks xmlns:a="http://schemas.openxmlformats.org/drawingml/2006/main" noGrp="1"/>
          </p:cNvSpPr>
          <p:nvPr/>
        </p:nvSpPr>
        <p:spPr>
          <a:xfrm xmlns:a="http://schemas.openxmlformats.org/drawingml/2006/main">
            <a:off x="3981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맥락 수집</a:t>
            </a:r>
          </a:p>
        </p:txBody>
      </p:sp>
      <p:sp>
        <p:nvSpPr>
          <p:cNvPr id="436" name="">
            <a:extLst xmlns:a="http://schemas.openxmlformats.org/drawingml/2006/main">
              <a:ext uri="{FF2B5EF4-FFF2-40B4-BE49-F238E27FC236}">
                <a16:creationId xmlns:a16="http://schemas.microsoft.com/office/drawing/2014/main" id="{8D7FD57A-9D4A-428E-A259-BF3F843568C8}"/>
              </a:ext>
            </a:extLst>
          </p:cNvPr>
          <p:cNvSpPr>
            <a:spLocks xmlns:a="http://schemas.openxmlformats.org/drawingml/2006/main" noGrp="1"/>
          </p:cNvSpPr>
          <p:nvPr/>
        </p:nvSpPr>
        <p:spPr>
          <a:xfrm xmlns:a="http://schemas.openxmlformats.org/drawingml/2006/main">
            <a:off x="6553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37" name="">
            <a:extLst xmlns:a="http://schemas.openxmlformats.org/drawingml/2006/main">
              <a:ext uri="{FF2B5EF4-FFF2-40B4-BE49-F238E27FC236}">
                <a16:creationId xmlns:a16="http://schemas.microsoft.com/office/drawing/2014/main" id="{7E9211F7-F9C9-4885-8580-15F15B8E0C41}"/>
              </a:ext>
            </a:extLst>
          </p:cNvPr>
          <p:cNvSpPr>
            <a:spLocks xmlns:a="http://schemas.openxmlformats.org/drawingml/2006/main" noGrp="1"/>
          </p:cNvSpPr>
          <p:nvPr/>
        </p:nvSpPr>
        <p:spPr>
          <a:xfrm xmlns:a="http://schemas.openxmlformats.org/drawingml/2006/main">
            <a:off x="6648450" y="30422850"/>
            <a:ext cx="2571750" cy="495300"/>
          </a:xfrm>
          <a:prstGeom xmlns:a="http://schemas.openxmlformats.org/drawingml/2006/main" prst="rect">
            <a:avLst/>
          </a:prstGeom>
          <a:solidFill xmlns:a="http://schemas.openxmlformats.org/drawingml/2006/main">
            <a:srgbClr val="F4B321"/>
          </a:solidFill>
          <a:ln xmlns:a="http://schemas.openxmlformats.org/drawingml/2006/main" w="0">
            <a:solidFill>
              <a:srgbClr val="F4B321"/>
            </a:solidFill>
            <a:prstDash val="solid"/>
          </a:ln>
        </p:spPr>
      </p:sp>
      <p:sp>
        <p:nvSpPr>
          <p:cNvPr id="438" name="">
            <a:extLst xmlns:a="http://schemas.openxmlformats.org/drawingml/2006/main">
              <a:ext uri="{FF2B5EF4-FFF2-40B4-BE49-F238E27FC236}">
                <a16:creationId xmlns:a16="http://schemas.microsoft.com/office/drawing/2014/main" id="{84B55FA9-9FB1-4313-A715-3DB481810CA0}"/>
              </a:ext>
            </a:extLst>
          </p:cNvPr>
          <p:cNvSpPr>
            <a:spLocks xmlns:a="http://schemas.openxmlformats.org/drawingml/2006/main" noGrp="1"/>
          </p:cNvSpPr>
          <p:nvPr/>
        </p:nvSpPr>
        <p:spPr>
          <a:xfrm xmlns:a="http://schemas.openxmlformats.org/drawingml/2006/main">
            <a:off x="6648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위험 산정</a:t>
            </a:r>
          </a:p>
        </p:txBody>
      </p:sp>
      <p:sp>
        <p:nvSpPr>
          <p:cNvPr id="439" name="">
            <a:extLst xmlns:a="http://schemas.openxmlformats.org/drawingml/2006/main">
              <a:ext uri="{FF2B5EF4-FFF2-40B4-BE49-F238E27FC236}">
                <a16:creationId xmlns:a16="http://schemas.microsoft.com/office/drawing/2014/main" id="{BC408503-0968-411B-B283-62D481FA71C8}"/>
              </a:ext>
            </a:extLst>
          </p:cNvPr>
          <p:cNvSpPr>
            <a:spLocks xmlns:a="http://schemas.openxmlformats.org/drawingml/2006/main" noGrp="1"/>
          </p:cNvSpPr>
          <p:nvPr/>
        </p:nvSpPr>
        <p:spPr>
          <a:xfrm xmlns:a="http://schemas.openxmlformats.org/drawingml/2006/main">
            <a:off x="9220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40" name="">
            <a:extLst xmlns:a="http://schemas.openxmlformats.org/drawingml/2006/main">
              <a:ext uri="{FF2B5EF4-FFF2-40B4-BE49-F238E27FC236}">
                <a16:creationId xmlns:a16="http://schemas.microsoft.com/office/drawing/2014/main" id="{447D5B3D-C969-4F66-8B47-C1A50387751C}"/>
              </a:ext>
            </a:extLst>
          </p:cNvPr>
          <p:cNvSpPr>
            <a:spLocks xmlns:a="http://schemas.openxmlformats.org/drawingml/2006/main" noGrp="1"/>
          </p:cNvSpPr>
          <p:nvPr/>
        </p:nvSpPr>
        <p:spPr>
          <a:xfrm xmlns:a="http://schemas.openxmlformats.org/drawingml/2006/main">
            <a:off x="9315450" y="30422850"/>
            <a:ext cx="2571750" cy="495300"/>
          </a:xfrm>
          <a:prstGeom xmlns:a="http://schemas.openxmlformats.org/drawingml/2006/main" prst="rect">
            <a:avLst/>
          </a:prstGeom>
          <a:solidFill xmlns:a="http://schemas.openxmlformats.org/drawingml/2006/main">
            <a:srgbClr val="4472C4"/>
          </a:solidFill>
          <a:ln xmlns:a="http://schemas.openxmlformats.org/drawingml/2006/main" w="0">
            <a:solidFill>
              <a:srgbClr val="4472C4"/>
            </a:solidFill>
            <a:prstDash val="solid"/>
          </a:ln>
        </p:spPr>
      </p:sp>
      <p:sp>
        <p:nvSpPr>
          <p:cNvPr id="441" name="">
            <a:extLst xmlns:a="http://schemas.openxmlformats.org/drawingml/2006/main">
              <a:ext uri="{FF2B5EF4-FFF2-40B4-BE49-F238E27FC236}">
                <a16:creationId xmlns:a16="http://schemas.microsoft.com/office/drawing/2014/main" id="{0EBB34AF-E8D5-405B-A6F6-F4E2E9DC0BFB}"/>
              </a:ext>
            </a:extLst>
          </p:cNvPr>
          <p:cNvSpPr>
            <a:spLocks xmlns:a="http://schemas.openxmlformats.org/drawingml/2006/main" noGrp="1"/>
          </p:cNvSpPr>
          <p:nvPr/>
        </p:nvSpPr>
        <p:spPr>
          <a:xfrm xmlns:a="http://schemas.openxmlformats.org/drawingml/2006/main">
            <a:off x="9315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접근 결정</a:t>
            </a:r>
          </a:p>
        </p:txBody>
      </p:sp>
      <p:sp>
        <p:nvSpPr>
          <p:cNvPr id="442" name="">
            <a:extLst xmlns:a="http://schemas.openxmlformats.org/drawingml/2006/main">
              <a:ext uri="{FF2B5EF4-FFF2-40B4-BE49-F238E27FC236}">
                <a16:creationId xmlns:a16="http://schemas.microsoft.com/office/drawing/2014/main" id="{4C6E48A3-9AFA-41F7-BA55-FD89EC6F1E64}"/>
              </a:ext>
            </a:extLst>
          </p:cNvPr>
          <p:cNvSpPr>
            <a:spLocks xmlns:a="http://schemas.openxmlformats.org/drawingml/2006/main" noGrp="1"/>
          </p:cNvSpPr>
          <p:nvPr/>
        </p:nvSpPr>
        <p:spPr>
          <a:xfrm xmlns:a="http://schemas.openxmlformats.org/drawingml/2006/main">
            <a:off x="11887200" y="30632400"/>
            <a:ext cx="95250" cy="76200"/>
          </a:xfrm>
          <a:prstGeom xmlns:a="http://schemas.openxmlformats.org/drawingml/2006/main" prst="rect">
            <a:avLst/>
          </a:prstGeom>
          <a:solidFill xmlns:a="http://schemas.openxmlformats.org/drawingml/2006/main">
            <a:srgbClr val="2B2A55"/>
          </a:solidFill>
          <a:ln xmlns:a="http://schemas.openxmlformats.org/drawingml/2006/main" w="0">
            <a:solidFill>
              <a:srgbClr val="2B2A55"/>
            </a:solidFill>
            <a:prstDash val="solid"/>
          </a:ln>
        </p:spPr>
      </p:sp>
      <p:sp>
        <p:nvSpPr>
          <p:cNvPr id="443" name="">
            <a:extLst xmlns:a="http://schemas.openxmlformats.org/drawingml/2006/main">
              <a:ext uri="{FF2B5EF4-FFF2-40B4-BE49-F238E27FC236}">
                <a16:creationId xmlns:a16="http://schemas.microsoft.com/office/drawing/2014/main" id="{32D4D401-0E44-43DA-9C83-8D7A26B7F8BD}"/>
              </a:ext>
            </a:extLst>
          </p:cNvPr>
          <p:cNvSpPr>
            <a:spLocks xmlns:a="http://schemas.openxmlformats.org/drawingml/2006/main" noGrp="1"/>
          </p:cNvSpPr>
          <p:nvPr/>
        </p:nvSpPr>
        <p:spPr>
          <a:xfrm xmlns:a="http://schemas.openxmlformats.org/drawingml/2006/main">
            <a:off x="11982450" y="30422850"/>
            <a:ext cx="2571750" cy="495300"/>
          </a:xfrm>
          <a:prstGeom xmlns:a="http://schemas.openxmlformats.org/drawingml/2006/main" prst="rect">
            <a:avLst/>
          </a:prstGeom>
          <a:solidFill xmlns:a="http://schemas.openxmlformats.org/drawingml/2006/main">
            <a:srgbClr val="6F5AA7"/>
          </a:solidFill>
          <a:ln xmlns:a="http://schemas.openxmlformats.org/drawingml/2006/main" w="0">
            <a:solidFill>
              <a:srgbClr val="6F5AA7"/>
            </a:solidFill>
            <a:prstDash val="solid"/>
          </a:ln>
        </p:spPr>
      </p:sp>
      <p:sp>
        <p:nvSpPr>
          <p:cNvPr id="444" name="">
            <a:extLst xmlns:a="http://schemas.openxmlformats.org/drawingml/2006/main">
              <a:ext uri="{FF2B5EF4-FFF2-40B4-BE49-F238E27FC236}">
                <a16:creationId xmlns:a16="http://schemas.microsoft.com/office/drawing/2014/main" id="{DCB40C36-EA7D-45D5-94DE-56ECF8A1F7DA}"/>
              </a:ext>
            </a:extLst>
          </p:cNvPr>
          <p:cNvSpPr>
            <a:spLocks xmlns:a="http://schemas.openxmlformats.org/drawingml/2006/main" noGrp="1"/>
          </p:cNvSpPr>
          <p:nvPr/>
        </p:nvSpPr>
        <p:spPr>
          <a:xfrm xmlns:a="http://schemas.openxmlformats.org/drawingml/2006/main">
            <a:off x="11982450" y="30556200"/>
            <a:ext cx="2571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Malgun Gothic"/>
                <a:ea typeface="Malgun Gothic"/>
                <a:cs typeface="Malgun Gothic"/>
              </a:defRPr>
            </a:pPr>
            <a:r>
              <a:rPr sz="1275" b="1">
                <a:solidFill>
                  <a:srgbClr val="FFFFFF"/>
                </a:solidFill>
                <a:latin typeface="Malgun Gothic"/>
                <a:ea typeface="Malgun Gothic"/>
                <a:cs typeface="Malgun Gothic"/>
              </a:rPr>
              <a:t>감사</a:t>
            </a:r>
          </a:p>
        </p:txBody>
      </p:sp>
      <p:sp>
        <p:nvSpPr>
          <p:cNvPr id="445" name="">
            <a:extLst xmlns:a="http://schemas.openxmlformats.org/drawingml/2006/main">
              <a:ext uri="{FF2B5EF4-FFF2-40B4-BE49-F238E27FC236}">
                <a16:creationId xmlns:a16="http://schemas.microsoft.com/office/drawing/2014/main" id="{C5F5309D-7C4A-4C05-ADD1-1CB760A4C7DD}"/>
              </a:ext>
            </a:extLst>
          </p:cNvPr>
          <p:cNvSpPr>
            <a:spLocks xmlns:a="http://schemas.openxmlformats.org/drawingml/2006/main" noGrp="1"/>
          </p:cNvSpPr>
          <p:nvPr/>
        </p:nvSpPr>
        <p:spPr>
          <a:xfrm xmlns:a="http://schemas.openxmlformats.org/drawingml/2006/main">
            <a:off x="1314450" y="31032450"/>
            <a:ext cx="1322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414563"/>
                </a:solidFill>
                <a:latin typeface="Malgun Gothic"/>
                <a:ea typeface="Malgun Gothic"/>
                <a:cs typeface="Malgun Gothic"/>
              </a:defRPr>
            </a:pPr>
            <a:r>
              <a:rPr sz="1050" b="0">
                <a:solidFill>
                  <a:srgbClr val="414563"/>
                </a:solidFill>
                <a:latin typeface="Malgun Gothic"/>
                <a:ea typeface="Malgun Gothic"/>
                <a:cs typeface="Malgun Gothic"/>
              </a:rPr>
              <a:t>즉시 차단 규칙은 위험 산정 전에 적용되고, L4/L5 결정은 승인 및 감사와 연결된다.</a:t>
            </a:r>
          </a:p>
        </p:txBody>
      </p:sp>
      <p:sp>
        <p:nvSpPr>
          <p:cNvPr id="446" name="">
            <a:extLst xmlns:a="http://schemas.openxmlformats.org/drawingml/2006/main">
              <a:ext uri="{FF2B5EF4-FFF2-40B4-BE49-F238E27FC236}">
                <a16:creationId xmlns:a16="http://schemas.microsoft.com/office/drawing/2014/main" id="{9B9C3F7A-2668-4C4F-80D4-0B95D5E6825D}"/>
              </a:ext>
            </a:extLst>
          </p:cNvPr>
          <p:cNvSpPr>
            <a:spLocks xmlns:a="http://schemas.openxmlformats.org/drawingml/2006/main" noGrp="1"/>
          </p:cNvSpPr>
          <p:nvPr/>
        </p:nvSpPr>
        <p:spPr>
          <a:xfrm xmlns:a="http://schemas.openxmlformats.org/drawingml/2006/main">
            <a:off x="838200" y="3173730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47" name="">
            <a:extLst xmlns:a="http://schemas.openxmlformats.org/drawingml/2006/main">
              <a:ext uri="{FF2B5EF4-FFF2-40B4-BE49-F238E27FC236}">
                <a16:creationId xmlns:a16="http://schemas.microsoft.com/office/drawing/2014/main" id="{DC18A978-CC31-490F-BF15-C185E023F329}"/>
              </a:ext>
            </a:extLst>
          </p:cNvPr>
          <p:cNvSpPr>
            <a:spLocks xmlns:a="http://schemas.openxmlformats.org/drawingml/2006/main" noGrp="1"/>
          </p:cNvSpPr>
          <p:nvPr/>
        </p:nvSpPr>
        <p:spPr>
          <a:xfrm xmlns:a="http://schemas.openxmlformats.org/drawingml/2006/main">
            <a:off x="838200" y="3173730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48" name="">
            <a:extLst xmlns:a="http://schemas.openxmlformats.org/drawingml/2006/main">
              <a:ext uri="{FF2B5EF4-FFF2-40B4-BE49-F238E27FC236}">
                <a16:creationId xmlns:a16="http://schemas.microsoft.com/office/drawing/2014/main" id="{F3E31447-3B94-46CE-BEBC-5EBF5E3523D9}"/>
              </a:ext>
            </a:extLst>
          </p:cNvPr>
          <p:cNvSpPr>
            <a:spLocks xmlns:a="http://schemas.openxmlformats.org/drawingml/2006/main" noGrp="1"/>
          </p:cNvSpPr>
          <p:nvPr/>
        </p:nvSpPr>
        <p:spPr>
          <a:xfrm xmlns:a="http://schemas.openxmlformats.org/drawingml/2006/main">
            <a:off x="1009650" y="3182302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5. 정책 모델</a:t>
            </a:r>
          </a:p>
        </p:txBody>
      </p:sp>
      <p:sp>
        <p:nvSpPr>
          <p:cNvPr id="449" name="">
            <a:extLst xmlns:a="http://schemas.openxmlformats.org/drawingml/2006/main">
              <a:ext uri="{FF2B5EF4-FFF2-40B4-BE49-F238E27FC236}">
                <a16:creationId xmlns:a16="http://schemas.microsoft.com/office/drawing/2014/main" id="{97222460-368B-4F06-8D07-B8EC4E39525E}"/>
              </a:ext>
            </a:extLst>
          </p:cNvPr>
          <p:cNvSpPr>
            <a:spLocks xmlns:a="http://schemas.openxmlformats.org/drawingml/2006/main" noGrp="1"/>
          </p:cNvSpPr>
          <p:nvPr/>
        </p:nvSpPr>
        <p:spPr>
          <a:xfrm xmlns:a="http://schemas.openxmlformats.org/drawingml/2006/main">
            <a:off x="1028700" y="3242310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위험 점수는 객체 민감도, 환경 위험도, 행위 위험도, 업무 적합도의 네 축으로 구성된다. 객체 민감도는 자료 등급과 원본 증거 여부를 반영하고, 환경 위험도는 위치·시간·기기 신뢰도를 반영한다. 행위 위험도는 반복 조회, 대량 조회, 복사 시도, 다운로드 시도를 반영한다. 업무 적합도는 담당 사건, 부서 업무, 직무 태그와 요청 자료의 관련성을 나타내며 위험 점수에서 감점 요소로 사용된다. 접근 결과는 L1 완전 허용, L2 열람 전용, L3 재인증, L4 관리자 승인, L5 차단으로 구분된다. 이 모델은 정상 업무를 유지하면서도 비담당 접근과 고위험 행위를 점진적으로 제한한다.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정책은 운영자가 임계값과 가중치를 조정할 수 있도록 구성한다. 예를 들어 5등급 원본 증거 다운로드, 비담당 사건 반복 조회, 미등록 단말 접속은 각각 다른 축에서 위험을 올리며, 담당 사건과 정당한 직무 태그는 위험을 낮춘다. 산출 결과는 단순 점수가 아니라 의사결정 레벨과 근거 로그로 저장되어 추후 설명 가능성을 확보한다.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정책 엔진은 동일한 사용자라도 요청 대상과 행위가 달라지면 서로 다른 결정을 내린다. 예를 들어 담당 사건의 저등급 자료 열람은 L1이 될 수 있지만, 비담당 사건의 원본 증거 다운로드는 L4 또는 L5로 상승한다.</a:t>
            </a:r>
          </a:p>
        </p:txBody>
      </p:sp>
      <p:sp>
        <p:nvSpPr>
          <p:cNvPr id="450" name="">
            <a:extLst xmlns:a="http://schemas.openxmlformats.org/drawingml/2006/main">
              <a:ext uri="{FF2B5EF4-FFF2-40B4-BE49-F238E27FC236}">
                <a16:creationId xmlns:a16="http://schemas.microsoft.com/office/drawing/2014/main" id="{4277DF44-4108-45DF-901E-0DCE7512222B}"/>
              </a:ext>
            </a:extLst>
          </p:cNvPr>
          <p:cNvSpPr>
            <a:spLocks xmlns:a="http://schemas.openxmlformats.org/drawingml/2006/main" noGrp="1"/>
          </p:cNvSpPr>
          <p:nvPr/>
        </p:nvSpPr>
        <p:spPr>
          <a:xfrm xmlns:a="http://schemas.openxmlformats.org/drawingml/2006/main">
            <a:off x="15468600" y="61912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1" name="">
            <a:extLst xmlns:a="http://schemas.openxmlformats.org/drawingml/2006/main">
              <a:ext uri="{FF2B5EF4-FFF2-40B4-BE49-F238E27FC236}">
                <a16:creationId xmlns:a16="http://schemas.microsoft.com/office/drawing/2014/main" id="{27FBB82F-6F88-4EE3-AAB5-86A145232DC4}"/>
              </a:ext>
            </a:extLst>
          </p:cNvPr>
          <p:cNvSpPr>
            <a:spLocks xmlns:a="http://schemas.openxmlformats.org/drawingml/2006/main" noGrp="1"/>
          </p:cNvSpPr>
          <p:nvPr/>
        </p:nvSpPr>
        <p:spPr>
          <a:xfrm xmlns:a="http://schemas.openxmlformats.org/drawingml/2006/main">
            <a:off x="15468600" y="61912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52" name="">
            <a:extLst xmlns:a="http://schemas.openxmlformats.org/drawingml/2006/main">
              <a:ext uri="{FF2B5EF4-FFF2-40B4-BE49-F238E27FC236}">
                <a16:creationId xmlns:a16="http://schemas.microsoft.com/office/drawing/2014/main" id="{36452E0D-78E4-4696-A3CD-A3969ABB36B0}"/>
              </a:ext>
            </a:extLst>
          </p:cNvPr>
          <p:cNvSpPr>
            <a:spLocks xmlns:a="http://schemas.openxmlformats.org/drawingml/2006/main" noGrp="1"/>
          </p:cNvSpPr>
          <p:nvPr/>
        </p:nvSpPr>
        <p:spPr>
          <a:xfrm xmlns:a="http://schemas.openxmlformats.org/drawingml/2006/main">
            <a:off x="15640050" y="62769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6. 핵심 기능</a:t>
            </a:r>
          </a:p>
        </p:txBody>
      </p:sp>
      <p:sp>
        <p:nvSpPr>
          <p:cNvPr id="453" name="">
            <a:extLst xmlns:a="http://schemas.openxmlformats.org/drawingml/2006/main">
              <a:ext uri="{FF2B5EF4-FFF2-40B4-BE49-F238E27FC236}">
                <a16:creationId xmlns:a16="http://schemas.microsoft.com/office/drawing/2014/main" id="{938DBA6C-2AF3-44DB-A66A-481ECFC41A2E}"/>
              </a:ext>
            </a:extLst>
          </p:cNvPr>
          <p:cNvSpPr>
            <a:spLocks xmlns:a="http://schemas.openxmlformats.org/drawingml/2006/main" noGrp="1"/>
          </p:cNvSpPr>
          <p:nvPr/>
        </p:nvSpPr>
        <p:spPr>
          <a:xfrm xmlns:a="http://schemas.openxmlformats.org/drawingml/2006/main">
            <a:off x="15659100" y="68770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첫째, 시스템은 매 요청마다 위험을 재계산하여 로그인 이후의 위치, 기기, 행위 변화를 반영한다. 둘째, 허용/차단만 제공하지 않고 열람 전용, 부분 마스킹, 재인증, 관리자 승인, 차단을 단계적으로 적용한다. 셋째, 자료 등급과 위험 수준에 따라 원문 열람과 다운로드 권한을 분리한다. 넷째, 정책 판단의 신뢰도가 낮은 경우 무리한 허용 또는 차단 대신 관리자 승인이나 열람 전용으로 수렴한다. 다섯째, 비상 접근은 MFA, 사유, 범위, 유효시간, 사후 심사를 요구해 긴급성과 감사 가능성을 동시에 확보한다. 여섯째, 운영 로그·감사 로그·민감 로그를 분리해 로그 무결성과 추적성을 높인다.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운영 관점에서는 정책 시뮬레이션과 감사 조회가 중요하다. 관리자는 특정 사건, 사용자, 자료 등급에 대해 어떤 규칙이 적용되었는지 확인하고, 승인 이력과 반복 예외를 추적할 수 있다. 또한 고위험 행위가 누적될수록 같은 사용자라도 다음 요청의 결정 레벨이 달라지므로, 일회성 인증보다 실제 업무 흐름에 가까운 통제가 가능하다.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또한 시스템은 데이터 접근 결과를 원문, 마스킹, 열람 전용, 다운로드 제한으로 분리한다. 이를 통해 수사관에게 필요한 최소 정보는 제공하면서도 원본 증거와 고민감 개인정보의 불필요한 노출을 억제한다.</a:t>
            </a:r>
          </a:p>
        </p:txBody>
      </p:sp>
      <p:sp>
        <p:nvSpPr>
          <p:cNvPr id="454" name="">
            <a:extLst xmlns:a="http://schemas.openxmlformats.org/drawingml/2006/main">
              <a:ext uri="{FF2B5EF4-FFF2-40B4-BE49-F238E27FC236}">
                <a16:creationId xmlns:a16="http://schemas.microsoft.com/office/drawing/2014/main" id="{2EAA95A3-EFA1-4DE4-9A24-41E34083885B}"/>
              </a:ext>
            </a:extLst>
          </p:cNvPr>
          <p:cNvSpPr>
            <a:spLocks xmlns:a="http://schemas.openxmlformats.org/drawingml/2006/main" noGrp="1"/>
          </p:cNvSpPr>
          <p:nvPr/>
        </p:nvSpPr>
        <p:spPr>
          <a:xfrm xmlns:a="http://schemas.openxmlformats.org/drawingml/2006/main">
            <a:off x="15468600" y="121729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5" name="">
            <a:extLst xmlns:a="http://schemas.openxmlformats.org/drawingml/2006/main">
              <a:ext uri="{FF2B5EF4-FFF2-40B4-BE49-F238E27FC236}">
                <a16:creationId xmlns:a16="http://schemas.microsoft.com/office/drawing/2014/main" id="{907D678A-07AD-470B-9BF6-30F7C993AE66}"/>
              </a:ext>
            </a:extLst>
          </p:cNvPr>
          <p:cNvSpPr>
            <a:spLocks xmlns:a="http://schemas.openxmlformats.org/drawingml/2006/main" noGrp="1"/>
          </p:cNvSpPr>
          <p:nvPr/>
        </p:nvSpPr>
        <p:spPr>
          <a:xfrm xmlns:a="http://schemas.openxmlformats.org/drawingml/2006/main">
            <a:off x="15468600" y="121729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56" name="">
            <a:extLst xmlns:a="http://schemas.openxmlformats.org/drawingml/2006/main">
              <a:ext uri="{FF2B5EF4-FFF2-40B4-BE49-F238E27FC236}">
                <a16:creationId xmlns:a16="http://schemas.microsoft.com/office/drawing/2014/main" id="{F50191B1-4348-4AED-9880-0259BB823A62}"/>
              </a:ext>
            </a:extLst>
          </p:cNvPr>
          <p:cNvSpPr>
            <a:spLocks xmlns:a="http://schemas.openxmlformats.org/drawingml/2006/main" noGrp="1"/>
          </p:cNvSpPr>
          <p:nvPr/>
        </p:nvSpPr>
        <p:spPr>
          <a:xfrm xmlns:a="http://schemas.openxmlformats.org/drawingml/2006/main">
            <a:off x="15640050" y="122586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7. 차별점 및 신규성</a:t>
            </a:r>
          </a:p>
        </p:txBody>
      </p:sp>
      <p:sp>
        <p:nvSpPr>
          <p:cNvPr id="457" name="">
            <a:extLst xmlns:a="http://schemas.openxmlformats.org/drawingml/2006/main">
              <a:ext uri="{FF2B5EF4-FFF2-40B4-BE49-F238E27FC236}">
                <a16:creationId xmlns:a16="http://schemas.microsoft.com/office/drawing/2014/main" id="{3E2389F8-B890-479C-B00B-45298C6D7662}"/>
              </a:ext>
            </a:extLst>
          </p:cNvPr>
          <p:cNvSpPr>
            <a:spLocks xmlns:a="http://schemas.openxmlformats.org/drawingml/2006/main" noGrp="1"/>
          </p:cNvSpPr>
          <p:nvPr/>
        </p:nvSpPr>
        <p:spPr>
          <a:xfrm xmlns:a="http://schemas.openxmlformats.org/drawingml/2006/main">
            <a:off x="15659100" y="128587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본 연구의 차별점은 제로트러스트 원칙을 경찰 수사정보 업무 맥락에 맞춰 구체화했다는 점이다. 단순히 지속 검증을 수행하는 것이 아니라 사건 배정, 관할 위치, 자료 등급, 업무 태그, 반복 조회 패턴을 정책 변수로 사용한다. 특히 업무 적합도를 위험 점수에서 감점 요소로 사용하여 정당한 담당 사건 접근은 과도하게 방해하지 않고, 비담당 사건 접근은 위험하게 평가한다. 또한 명백한 위험은 즉시 차단하고, 애매한 요청은 재인증 또는 관리자 승인으로 이동시키며, 정상 업무는 유지하는 다층 결정 구조를 제안한다. 이는 일반 기업용 제로트러스트보다 경찰 수사정보 환경에 더 직접적으로 맞춘 설계다.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신규성은 보안 모델을 기능 목록으로만 제시하지 않고, 경찰 수사정보의 정책 변수와 결정 단계를 함께 설계했다는 점에 있다. 특히 업무 적합도를 위험 감점 요소로 도입하여 정당한 수사 활동의 마찰을 낮추고, 비담당·고민감·반복 접근을 조합 위험으로 처리한다. 이로써 보안 강화와 업무 지속성 사이의 균형점을 정책으로 표현할 수 있다.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기존 보안 솔루션이 주로 사용자 인증 또는 네트워크 경계 보호에 집중했다면, 본 시스템은 수사정보 조회 행위 자체를 정책 평가 대상으로 삼는다. 이 점에서 제로트러스트를 업무 데이터 계층으로 끌어온 적용 사례라는 차별성이 있다.</a:t>
            </a:r>
          </a:p>
        </p:txBody>
      </p:sp>
      <p:sp>
        <p:nvSpPr>
          <p:cNvPr id="458" name="">
            <a:extLst xmlns:a="http://schemas.openxmlformats.org/drawingml/2006/main">
              <a:ext uri="{FF2B5EF4-FFF2-40B4-BE49-F238E27FC236}">
                <a16:creationId xmlns:a16="http://schemas.microsoft.com/office/drawing/2014/main" id="{6BE270CB-5F03-4FD5-90FD-F8393E8E2239}"/>
              </a:ext>
            </a:extLst>
          </p:cNvPr>
          <p:cNvSpPr>
            <a:spLocks xmlns:a="http://schemas.openxmlformats.org/drawingml/2006/main" noGrp="1"/>
          </p:cNvSpPr>
          <p:nvPr/>
        </p:nvSpPr>
        <p:spPr>
          <a:xfrm xmlns:a="http://schemas.openxmlformats.org/drawingml/2006/main">
            <a:off x="15468600" y="1815465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59" name="">
            <a:extLst xmlns:a="http://schemas.openxmlformats.org/drawingml/2006/main">
              <a:ext uri="{FF2B5EF4-FFF2-40B4-BE49-F238E27FC236}">
                <a16:creationId xmlns:a16="http://schemas.microsoft.com/office/drawing/2014/main" id="{673D8F91-2099-4C6B-9481-3149BA7F88F7}"/>
              </a:ext>
            </a:extLst>
          </p:cNvPr>
          <p:cNvSpPr>
            <a:spLocks xmlns:a="http://schemas.openxmlformats.org/drawingml/2006/main" noGrp="1"/>
          </p:cNvSpPr>
          <p:nvPr/>
        </p:nvSpPr>
        <p:spPr>
          <a:xfrm xmlns:a="http://schemas.openxmlformats.org/drawingml/2006/main">
            <a:off x="15468600" y="181546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0" name="">
            <a:extLst xmlns:a="http://schemas.openxmlformats.org/drawingml/2006/main">
              <a:ext uri="{FF2B5EF4-FFF2-40B4-BE49-F238E27FC236}">
                <a16:creationId xmlns:a16="http://schemas.microsoft.com/office/drawing/2014/main" id="{5A0B438D-C8FC-43D8-8122-98778F536D35}"/>
              </a:ext>
            </a:extLst>
          </p:cNvPr>
          <p:cNvSpPr>
            <a:spLocks xmlns:a="http://schemas.openxmlformats.org/drawingml/2006/main" noGrp="1"/>
          </p:cNvSpPr>
          <p:nvPr/>
        </p:nvSpPr>
        <p:spPr>
          <a:xfrm xmlns:a="http://schemas.openxmlformats.org/drawingml/2006/main">
            <a:off x="15640050" y="182403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8. 구현 및 시연</a:t>
            </a:r>
          </a:p>
        </p:txBody>
      </p:sp>
      <p:sp>
        <p:nvSpPr>
          <p:cNvPr id="461" name="">
            <a:extLst xmlns:a="http://schemas.openxmlformats.org/drawingml/2006/main">
              <a:ext uri="{FF2B5EF4-FFF2-40B4-BE49-F238E27FC236}">
                <a16:creationId xmlns:a16="http://schemas.microsoft.com/office/drawing/2014/main" id="{298C9FDF-BC18-4EAC-9B10-D1309635DD63}"/>
              </a:ext>
            </a:extLst>
          </p:cNvPr>
          <p:cNvSpPr>
            <a:spLocks xmlns:a="http://schemas.openxmlformats.org/drawingml/2006/main" noGrp="1"/>
          </p:cNvSpPr>
          <p:nvPr/>
        </p:nvSpPr>
        <p:spPr>
          <a:xfrm xmlns:a="http://schemas.openxmlformats.org/drawingml/2006/main">
            <a:off x="15659100" y="1884045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프로토타입은 웹 기반 접근제어 흐름과 PostgreSQL 기반 로그 저장 구조를 중심으로 구현했다. 시연은 세 가지 내부자 위협 시나리오를 대상으로 수행했다. 첫 번째는 비담당 사건의 4·5등급 자료를 조회하는 경우로, 시스템은 관리자 승인과 마스킹을 요구한다. 두 번째는 비허용 위치 또는 미등록 기기에서 접근하는 경우로, 로그인 또는 다운로드 단계에서 차단한다. 세 번째는 짧은 시간 동안 비담당 사건을 반복 열람하는 경우로, 행위 위험도가 누적되어 접근 레벨이 상승하고 권한이 강등된다. 시연은 단일 규칙이 아니라 사건·위치·기기·행동 누적이 결합될 때 접근 결과가 달라짐을 보여준다.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시연 화면은 사용자가 같은 계정으로 접속하더라도 사건 배정, 위치, 단말, 자료 등급, 행위 누적이 달라지면 접근 결과가 바뀌는 과정을 보여준다. 로그 저장소에는 요청 맥락, 적용 규칙, 위험 점수, 최종 결정, 승인 여부가 함께 남는다. 이 구조는 향후 실제 경찰 내부 시스템과 연동할 때 정책 검증과 감사 리포트 생성의 기반이 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프로토타입은 정책 판단 결과를 사용자가 이해할 수 있는 접근 레벨로 표현한다. 이 방식은 단순 오류 메시지보다 교육 효과가 크며, 관리자는 어떤 조건 때문에 차단 또는 승인이 발생했는지 재현 가능한 형태로 확인할 수 있다.</a:t>
            </a:r>
          </a:p>
        </p:txBody>
      </p:sp>
      <p:sp>
        <p:nvSpPr>
          <p:cNvPr id="462" name="">
            <a:extLst xmlns:a="http://schemas.openxmlformats.org/drawingml/2006/main">
              <a:ext uri="{FF2B5EF4-FFF2-40B4-BE49-F238E27FC236}">
                <a16:creationId xmlns:a16="http://schemas.microsoft.com/office/drawing/2014/main" id="{A5C6D086-15A7-4509-8E1F-AD6DAE033748}"/>
              </a:ext>
            </a:extLst>
          </p:cNvPr>
          <p:cNvSpPr>
            <a:spLocks xmlns:a="http://schemas.openxmlformats.org/drawingml/2006/main" noGrp="1"/>
          </p:cNvSpPr>
          <p:nvPr/>
        </p:nvSpPr>
        <p:spPr>
          <a:xfrm xmlns:a="http://schemas.openxmlformats.org/drawingml/2006/main">
            <a:off x="15468600" y="24136350"/>
            <a:ext cx="14173200" cy="742950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63" name="">
            <a:extLst xmlns:a="http://schemas.openxmlformats.org/drawingml/2006/main">
              <a:ext uri="{FF2B5EF4-FFF2-40B4-BE49-F238E27FC236}">
                <a16:creationId xmlns:a16="http://schemas.microsoft.com/office/drawing/2014/main" id="{84556DE3-D378-469B-932E-23ADA29574DF}"/>
              </a:ext>
            </a:extLst>
          </p:cNvPr>
          <p:cNvSpPr>
            <a:spLocks xmlns:a="http://schemas.openxmlformats.org/drawingml/2006/main" noGrp="1"/>
          </p:cNvSpPr>
          <p:nvPr/>
        </p:nvSpPr>
        <p:spPr>
          <a:xfrm xmlns:a="http://schemas.openxmlformats.org/drawingml/2006/main">
            <a:off x="15468600" y="2413635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4" name="">
            <a:extLst xmlns:a="http://schemas.openxmlformats.org/drawingml/2006/main">
              <a:ext uri="{FF2B5EF4-FFF2-40B4-BE49-F238E27FC236}">
                <a16:creationId xmlns:a16="http://schemas.microsoft.com/office/drawing/2014/main" id="{C98EBE06-C741-4B87-AE93-0DCCA7E4B1A2}"/>
              </a:ext>
            </a:extLst>
          </p:cNvPr>
          <p:cNvSpPr>
            <a:spLocks xmlns:a="http://schemas.openxmlformats.org/drawingml/2006/main" noGrp="1"/>
          </p:cNvSpPr>
          <p:nvPr/>
        </p:nvSpPr>
        <p:spPr>
          <a:xfrm xmlns:a="http://schemas.openxmlformats.org/drawingml/2006/main">
            <a:off x="15640050" y="2422207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9. 장점과 한계</a:t>
            </a:r>
          </a:p>
        </p:txBody>
      </p:sp>
      <p:sp>
        <p:nvSpPr>
          <p:cNvPr id="465" name="">
            <a:extLst xmlns:a="http://schemas.openxmlformats.org/drawingml/2006/main">
              <a:ext uri="{FF2B5EF4-FFF2-40B4-BE49-F238E27FC236}">
                <a16:creationId xmlns:a16="http://schemas.microsoft.com/office/drawing/2014/main" id="{127597DB-AC93-4F3C-8BAD-2C9AA763EBF7}"/>
              </a:ext>
            </a:extLst>
          </p:cNvPr>
          <p:cNvSpPr>
            <a:spLocks xmlns:a="http://schemas.openxmlformats.org/drawingml/2006/main" noGrp="1"/>
          </p:cNvSpPr>
          <p:nvPr/>
        </p:nvSpPr>
        <p:spPr>
          <a:xfrm xmlns:a="http://schemas.openxmlformats.org/drawingml/2006/main">
            <a:off x="15659100" y="24822150"/>
            <a:ext cx="13792200" cy="6553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장점은 권한을 가진 내부자의 오남용을 접근 단계에서 줄이고, 민감자료 노출 범위를 최소화하며, 모든 결정 근거를 감사 가능한 로그로 남긴다는 점이다. 또한 완전 차단만 제공하지 않고 열람 전용, 재인증, 관리자 승인, 비상 접근을 제공해 수사 업무의 연속성을 고려했다. 한계는 현재 구현이 시나리오 기반 프로토타입이라는 점이다. 실제 운영 환경에서는 조직별 정책 임계값 조정, 실시간 단말 텔레메트리, SIEM/EDR 연동, 대규모 사용자 환경에서의 성능 검증이 추가로 필요하다. 또한 과도한 승인 요청이 업무 부담이 되지 않도록 정책 튜닝과 관리자 UX 개선이 요구된다.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장점은 보안을 사용자 단위가 아니라 요청 단위로 세분화한다는 점이다. 반면 한계는 위험 점수의 가중치가 조직 정책과 데이터 품질에 영향을 받는다는 점이다. 실제 적용을 위해서는 현장 수사관의 업무 패턴을 반영한 기준선 학습, 과도한 관리자 승인 방지, 개인정보보호 규정과 감사 절차에 맞춘 로그 보존 정책이 함께 필요하다.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향후 연구에서는 실제 로그 기반의 임계값 조정, 이상행위 탐지 모델, 정책 변경 전후의 오탐/미탐 비교가 필요하다. 또한 법적 증거성과 개인정보 보호 요구를 만족하기 위한 로그 무결성 보장 방식도 함께 검증해야 한다.</a:t>
            </a:r>
          </a:p>
        </p:txBody>
      </p:sp>
      <p:sp>
        <p:nvSpPr>
          <p:cNvPr id="466" name="">
            <a:extLst xmlns:a="http://schemas.openxmlformats.org/drawingml/2006/main">
              <a:ext uri="{FF2B5EF4-FFF2-40B4-BE49-F238E27FC236}">
                <a16:creationId xmlns:a16="http://schemas.microsoft.com/office/drawing/2014/main" id="{1647BE45-9D2F-4D42-AE5A-2DE1E67BD27A}"/>
              </a:ext>
            </a:extLst>
          </p:cNvPr>
          <p:cNvSpPr>
            <a:spLocks xmlns:a="http://schemas.openxmlformats.org/drawingml/2006/main" noGrp="1"/>
          </p:cNvSpPr>
          <p:nvPr/>
        </p:nvSpPr>
        <p:spPr>
          <a:xfrm xmlns:a="http://schemas.openxmlformats.org/drawingml/2006/main">
            <a:off x="15468600" y="31737300"/>
            <a:ext cx="14173200" cy="5810250"/>
          </a:xfrm>
          <a:prstGeom xmlns:a="http://schemas.openxmlformats.org/drawingml/2006/main" prst="rect">
            <a:avLst/>
          </a:prstGeom>
          <a:solidFill xmlns:a="http://schemas.openxmlformats.org/drawingml/2006/main">
            <a:srgbClr val="FFFFFF"/>
          </a:solidFill>
          <a:ln xmlns:a="http://schemas.openxmlformats.org/drawingml/2006/main" w="9525">
            <a:solidFill>
              <a:srgbClr val="D7DFEC"/>
            </a:solidFill>
            <a:prstDash val="solid"/>
          </a:ln>
        </p:spPr>
      </p:sp>
      <p:sp>
        <p:nvSpPr>
          <p:cNvPr id="467" name="">
            <a:extLst xmlns:a="http://schemas.openxmlformats.org/drawingml/2006/main">
              <a:ext uri="{FF2B5EF4-FFF2-40B4-BE49-F238E27FC236}">
                <a16:creationId xmlns:a16="http://schemas.microsoft.com/office/drawing/2014/main" id="{9C8361C7-44D0-451E-A0EC-9B9B1635466C}"/>
              </a:ext>
            </a:extLst>
          </p:cNvPr>
          <p:cNvSpPr>
            <a:spLocks xmlns:a="http://schemas.openxmlformats.org/drawingml/2006/main" noGrp="1"/>
          </p:cNvSpPr>
          <p:nvPr/>
        </p:nvSpPr>
        <p:spPr>
          <a:xfrm xmlns:a="http://schemas.openxmlformats.org/drawingml/2006/main">
            <a:off x="15468600" y="31737300"/>
            <a:ext cx="14173200" cy="4953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68" name="">
            <a:extLst xmlns:a="http://schemas.openxmlformats.org/drawingml/2006/main">
              <a:ext uri="{FF2B5EF4-FFF2-40B4-BE49-F238E27FC236}">
                <a16:creationId xmlns:a16="http://schemas.microsoft.com/office/drawing/2014/main" id="{89DEF2DA-5550-4D1C-A461-C022D9613504}"/>
              </a:ext>
            </a:extLst>
          </p:cNvPr>
          <p:cNvSpPr>
            <a:spLocks xmlns:a="http://schemas.openxmlformats.org/drawingml/2006/main" noGrp="1"/>
          </p:cNvSpPr>
          <p:nvPr/>
        </p:nvSpPr>
        <p:spPr>
          <a:xfrm xmlns:a="http://schemas.openxmlformats.org/drawingml/2006/main">
            <a:off x="15640050" y="31823025"/>
            <a:ext cx="13830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10. 기대효과 및 결론</a:t>
            </a:r>
          </a:p>
        </p:txBody>
      </p:sp>
      <p:sp>
        <p:nvSpPr>
          <p:cNvPr id="469" name="">
            <a:extLst xmlns:a="http://schemas.openxmlformats.org/drawingml/2006/main">
              <a:ext uri="{FF2B5EF4-FFF2-40B4-BE49-F238E27FC236}">
                <a16:creationId xmlns:a16="http://schemas.microsoft.com/office/drawing/2014/main" id="{DBE1EDCE-8714-4286-AC7A-3F223741BBCC}"/>
              </a:ext>
            </a:extLst>
          </p:cNvPr>
          <p:cNvSpPr>
            <a:spLocks xmlns:a="http://schemas.openxmlformats.org/drawingml/2006/main" noGrp="1"/>
          </p:cNvSpPr>
          <p:nvPr/>
        </p:nvSpPr>
        <p:spPr>
          <a:xfrm xmlns:a="http://schemas.openxmlformats.org/drawingml/2006/main">
            <a:off x="15659100" y="32423100"/>
            <a:ext cx="13792200" cy="4933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제안 시스템은 정당한 계정을 가진 사용자의 비담당 조회, 반복 열람, 고위험 다운로드를 사전에 제한함으로써 정보 유출 가능성을 낮춘다. 위험 상황에서는 원문 대신 마스킹 또는 열람 전용으로 전환해 자료 노출을 최소화할 수 있다. 동시에 재인증, 관리자 승인, 비상 접근을 제공하여 수사 업무가 불필요하게 중단되지 않도록 한다. 감사 로그는 사후 조사, 내부 감찰, 책임 추적에 필요한 근거를 제공한다. 결론적으로 본 연구는 제로트러스트를 단순 인증 기술이 아니라 경찰 수사정보의 업무 맥락과 위험 변화를 계속 반영하는 접근 정책 엔진으로 구현했다.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기대효과는 세 가지다. 첫째, 내부자의 권한 남용을 접근 이전에 줄인다. 둘째, 마스킹과 열람 전용으로 수사 업무를 완전히 막지 않으면서 노출 범위를 낮춘다. 셋째, 모든 판단 근거를 로그화해 사후 감찰과 책임 추적을 강화한다. 따라서 제안 시스템은 경찰 수사정보 보호를 위한 실무형 동적 제로트러스트 모델로 활용될 수 있다.</a:t>
            </a:r>
          </a:p>
          <a:p xmlns:a="http://schemas.openxmlformats.org/drawingml/2006/main">
            <a:r>
              <a:t/>
            </a:r>
          </a:p>
          <a:p xmlns:a="http://schemas.openxmlformats.org/drawingml/2006/main">
            <a:pPr algn="l">
              <a:defRPr sz="1875" b="0">
                <a:solidFill>
                  <a:srgbClr val="414563"/>
                </a:solidFill>
                <a:latin typeface="Malgun Gothic"/>
                <a:ea typeface="Malgun Gothic"/>
                <a:cs typeface="Malgun Gothic"/>
              </a:defRPr>
            </a:pPr>
            <a:r>
              <a:rPr sz="1875" b="0">
                <a:solidFill>
                  <a:srgbClr val="414563"/>
                </a:solidFill>
                <a:latin typeface="Malgun Gothic"/>
                <a:ea typeface="Malgun Gothic"/>
                <a:cs typeface="Malgun Gothic"/>
              </a:rPr>
              <a:t>결론적으로 이 포스터의 핵심 주장은 경찰 수사정보 보호에서 ‘누가 로그인했는가’보다 ‘어떤 맥락에서 무엇을 하려는가’가 더 중요한 판단 기준이라는 것이다. 제안 시스템은 이 판단을 자동화 가능한 정책 구조로 제시한다.</a:t>
            </a:r>
          </a:p>
        </p:txBody>
      </p:sp>
      <p:sp>
        <p:nvSpPr>
          <p:cNvPr id="470" name="">
            <a:extLst xmlns:a="http://schemas.openxmlformats.org/drawingml/2006/main">
              <a:ext uri="{FF2B5EF4-FFF2-40B4-BE49-F238E27FC236}">
                <a16:creationId xmlns:a16="http://schemas.microsoft.com/office/drawing/2014/main" id="{0DD7548D-55B4-4F86-8D06-619D06AD2E15}"/>
              </a:ext>
            </a:extLst>
          </p:cNvPr>
          <p:cNvSpPr>
            <a:spLocks xmlns:a="http://schemas.openxmlformats.org/drawingml/2006/main" noGrp="1"/>
          </p:cNvSpPr>
          <p:nvPr/>
        </p:nvSpPr>
        <p:spPr>
          <a:xfrm xmlns:a="http://schemas.openxmlformats.org/drawingml/2006/main">
            <a:off x="838200" y="39338250"/>
            <a:ext cx="28803600" cy="2095500"/>
          </a:xfrm>
          <a:prstGeom xmlns:a="http://schemas.openxmlformats.org/drawingml/2006/main" prst="rect">
            <a:avLst/>
          </a:prstGeom>
          <a:solidFill xmlns:a="http://schemas.openxmlformats.org/drawingml/2006/main">
            <a:srgbClr val="1F234B"/>
          </a:solidFill>
          <a:ln xmlns:a="http://schemas.openxmlformats.org/drawingml/2006/main" w="0">
            <a:solidFill>
              <a:srgbClr val="1F234B"/>
            </a:solidFill>
            <a:prstDash val="solid"/>
          </a:ln>
        </p:spPr>
      </p:sp>
      <p:sp>
        <p:nvSpPr>
          <p:cNvPr id="471" name="">
            <a:extLst xmlns:a="http://schemas.openxmlformats.org/drawingml/2006/main">
              <a:ext uri="{FF2B5EF4-FFF2-40B4-BE49-F238E27FC236}">
                <a16:creationId xmlns:a16="http://schemas.microsoft.com/office/drawing/2014/main" id="{EABB4BCD-D3B6-4E30-A4F2-90FFF0BCF0AC}"/>
              </a:ext>
            </a:extLst>
          </p:cNvPr>
          <p:cNvSpPr>
            <a:spLocks xmlns:a="http://schemas.openxmlformats.org/drawingml/2006/main" noGrp="1"/>
          </p:cNvSpPr>
          <p:nvPr/>
        </p:nvSpPr>
        <p:spPr>
          <a:xfrm xmlns:a="http://schemas.openxmlformats.org/drawingml/2006/main">
            <a:off x="1333500" y="39928800"/>
            <a:ext cx="2781300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Malgun Gothic"/>
                <a:ea typeface="Malgun Gothic"/>
                <a:cs typeface="Malgun Gothic"/>
              </a:defRPr>
            </a:pPr>
            <a:r>
              <a:rPr sz="2250" b="1">
                <a:solidFill>
                  <a:srgbClr val="FFFFFF"/>
                </a:solidFill>
                <a:latin typeface="Malgun Gothic"/>
                <a:ea typeface="Malgun Gothic"/>
                <a:cs typeface="Malgun Gothic"/>
              </a:rPr>
              <a:t>요약 결론: 경찰 수사정보의 업무 맥락을 정책 엔진에 포함하여, 권한을 한 번 부여하는 방식에서 위험 변화에 따라 접근 수준을 계속 조정하는 방식으로 전환한다.</a:t>
            </a:r>
          </a:p>
        </p:txBody>
      </p:sp>
    </p:spTree>
    <p:extLst>
      <p:ext uri="{BB962C8B-B14F-4D97-AF65-F5344CB8AC3E}">
        <p14:creationId xmlns:p14="http://schemas.microsoft.com/office/powerpoint/2010/main" val="256106343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2026-06-12T13:37:56.3920000Z</dcterms:created>
  <dcterms:modified xsi:type="dcterms:W3CDTF">2026-06-12T13:37:56.3920000Z</dcterms:modified>
</coreProperties>
</file>