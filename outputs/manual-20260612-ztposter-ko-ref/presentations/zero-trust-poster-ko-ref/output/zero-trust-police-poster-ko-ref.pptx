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f7e2bd360a4c19" /><Relationship Type="http://schemas.openxmlformats.org/officeDocument/2006/relationships/extended-properties" Target="/docProps/app.xml" Id="R23dce53df6234460" /><Relationship Type="http://schemas.openxmlformats.org/officeDocument/2006/relationships/officeDocument" Target="/ppt/presentation.xml" Id="R14544c8e17ec4e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f256b367894e4c"/>
  </p:sldMasterIdLst>
  <p:notesMasterIdLst>
    <p:notesMasterId xmlns:r="http://schemas.openxmlformats.org/officeDocument/2006/relationships" r:id="R1de27072c06a45f3"/>
  </p:notesMasterIdLst>
  <p:sldIdLst>
    <p:sldId xmlns:r="http://schemas.openxmlformats.org/officeDocument/2006/relationships" id="256" r:id="Ra3409a5a2c7540bf"/>
  </p:sldIdLst>
  <p:sldSz cx="30275213" cy="42803763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3226db6a6c40d9" /><Relationship Type="http://schemas.openxmlformats.org/officeDocument/2006/relationships/slideMaster" Target="/ppt/slideMasters/slideMaster1.xml" Id="Rc2f256b367894e4c" /><Relationship Type="http://schemas.openxmlformats.org/officeDocument/2006/relationships/notesMaster" Target="/ppt/notesMasters/notesMaster1.xml" Id="R1de27072c06a45f3" /><Relationship Type="http://schemas.openxmlformats.org/officeDocument/2006/relationships/presProps" Target="/ppt/presProps.xml" Id="R61ccea0b2b4a4fbf" /><Relationship Type="http://schemas.openxmlformats.org/officeDocument/2006/relationships/viewProps" Target="/ppt/viewProps.xml" Id="R878144b0fda4462f" /><Relationship Type="http://schemas.openxmlformats.org/officeDocument/2006/relationships/tableStyles" Target="/ppt/tableStyles.xml" Id="R13a55b4a17aa4677" /><Relationship Type="http://schemas.openxmlformats.org/officeDocument/2006/relationships/slide" Target="/ppt/slides/slide1.xml" Id="Ra3409a5a2c7540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db3864c0d64a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a01fd42b7043a2" /><Relationship Type="http://schemas.openxmlformats.org/officeDocument/2006/relationships/notesMaster" Target="/ppt/notesMasters/notesMaster1.xml" Id="R875d27dd2b7b4a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c0f4401e74d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ea2f8069740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6ecfde00b44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f56f6e4c548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ee8d13bfb43a5" /></Relationships>
</file>

<file path=ppt/slideLayouts/slideLayout1.xml><?xml version="1.0" encoding="utf-8"?>
<p:sldLayout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2BE2E78-5EE5-4EBE-8E42-90BD2B9CA8E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2546" y="13269164"/>
            <a:ext cx="25755554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9625D93C-D487-4420-83BF-B3E54E571D9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545098" y="23970113"/>
            <a:ext cx="21210458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FF3D5D55-EE4E-491A-AD2F-3D8DE35C8E6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AD6466F7-6ECA-4ED1-9F9E-8ED8B55DA27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64DBFADC-31EA-4E96-A4B6-89DD141CCA71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4794A862-76D8-44F5-81BC-B2D041908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05DA6BB-5DAD-47D6-9956-2B8BDE8B20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90B3E69-BC2C-4732-A34F-A4E4754FF09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CE1815C1-2116-4B09-B86B-8D5EF69510D2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3005B063-4225-493C-879B-9BD01920D383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375D737A-E972-4014-817D-6F24566D9F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A93BD1D-1E64-430B-9191-127E3ABE49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15037" y="9844870"/>
            <a:ext cx="13180782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8E192FA5-1607-406D-A2E6-787FC399A6F5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6153871" y="11536227"/>
            <a:ext cx="11270520" cy="6156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000" b="1" i="0">
                <a:solidFill>
                  <a:schemeClr val="tx1"/>
                </a:solidFill>
                <a:latin typeface="Book Antiqua"/>
                <a:ea typeface="Book Antiqua"/>
                <a:cs typeface="Book Antiqua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23F4882-0D01-4A77-82C2-BC2D592A57BA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58BA99A5-DBDF-4570-ACA9-9F392E2B12F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B08E87B8-898C-4D19-B7A2-DFC092A1C7C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EF36C51-AFFF-4F25-964C-B1FCE3DFF7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2647200"/>
          </a:xfr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17202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D06B33E-7CB0-48A0-BD43-497EF5E6AFE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C524AF8-4E72-4216-A5D1-3A5518666F4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7DC2D0D1-5819-4E01-B36A-AAAB23B2A4C2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FCCEA099-3361-478D-9FDB-D34627E4A186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3D4F5A11-CBF8-401B-AB2E-F0117BE356E6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6D41FCB3-0967-4DBD-B56D-A4647416FFA5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dd1545f902a423e" /><Relationship Type="http://schemas.openxmlformats.org/officeDocument/2006/relationships/theme" Target="/ppt/slideMasters/theme/theme2.xml" Id="R5800faf4525b4420" /><Relationship Type="http://schemas.openxmlformats.org/officeDocument/2006/relationships/slideLayout" Target="/ppt/slideLayouts/slideLayout1.xml" Id="Rcf78872927844081" /><Relationship Type="http://schemas.openxmlformats.org/officeDocument/2006/relationships/slideLayout" Target="/ppt/slideLayouts/slideLayout2.xml" Id="Rba7fa21385bf49d3" /><Relationship Type="http://schemas.openxmlformats.org/officeDocument/2006/relationships/slideLayout" Target="/ppt/slideLayouts/slideLayout3.xml" Id="R6c84adfce514441c" /><Relationship Type="http://schemas.openxmlformats.org/officeDocument/2006/relationships/slideLayout" Target="/ppt/slideLayouts/slideLayout4.xml" Id="R5950b20d972f41d4" /><Relationship Type="http://schemas.openxmlformats.org/officeDocument/2006/relationships/slideLayout" Target="/ppt/slideLayouts/slideLayout5.xml" Id="R978da38d5e024c6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bg object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1545f902a42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81056"/>
            <a:ext cx="30300654" cy="41910001"/>
          </a:xfrm>
          <a:prstGeom xmlns:a="http://schemas.openxmlformats.org/drawingml/2006/main" prst="rect">
            <a:avLst/>
          </a:prstGeom>
        </p:spPr>
      </p:pic>
      <p:sp>
        <p:nvSpPr>
          <p:cNvPr id="17" name="bg object 17">
            <a:extLst xmlns:a="http://schemas.openxmlformats.org/drawingml/2006/main">
              <a:ext uri="{FF2B5EF4-FFF2-40B4-BE49-F238E27FC236}">
                <a16:creationId xmlns:a16="http://schemas.microsoft.com/office/drawing/2014/main" id="{96EC0D05-044A-4545-91CB-29257AD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300654" cy="42791112"/>
          </a:xfrm>
          <a:custGeom xmlns:a="http://schemas.openxmlformats.org/drawingml/2006/main">
            <a:rect l="l" t="t" r="r" b="b"/>
            <a:pathLst>
              <a:path w="7562850" h="10696575">
                <a:moveTo>
                  <a:pt x="507479" y="0"/>
                </a:moveTo>
                <a:lnTo>
                  <a:pt x="408584" y="0"/>
                </a:lnTo>
                <a:lnTo>
                  <a:pt x="0" y="408584"/>
                </a:lnTo>
                <a:lnTo>
                  <a:pt x="0" y="507479"/>
                </a:lnTo>
                <a:lnTo>
                  <a:pt x="507479" y="0"/>
                </a:lnTo>
                <a:close/>
              </a:path>
              <a:path w="7562850" h="10696575">
                <a:moveTo>
                  <a:pt x="537692" y="10696575"/>
                </a:moveTo>
                <a:lnTo>
                  <a:pt x="0" y="10158908"/>
                </a:lnTo>
                <a:lnTo>
                  <a:pt x="0" y="10257803"/>
                </a:lnTo>
                <a:lnTo>
                  <a:pt x="438759" y="10696575"/>
                </a:lnTo>
                <a:lnTo>
                  <a:pt x="537692" y="10696575"/>
                </a:lnTo>
                <a:close/>
              </a:path>
              <a:path w="7562850" h="10696575">
                <a:moveTo>
                  <a:pt x="1534642" y="757351"/>
                </a:moveTo>
                <a:lnTo>
                  <a:pt x="1435658" y="658418"/>
                </a:lnTo>
                <a:lnTo>
                  <a:pt x="1435658" y="757351"/>
                </a:lnTo>
                <a:lnTo>
                  <a:pt x="1294447" y="898575"/>
                </a:lnTo>
                <a:lnTo>
                  <a:pt x="1153236" y="757351"/>
                </a:lnTo>
                <a:lnTo>
                  <a:pt x="1294447" y="616140"/>
                </a:lnTo>
                <a:lnTo>
                  <a:pt x="1435658" y="757351"/>
                </a:lnTo>
                <a:lnTo>
                  <a:pt x="1435658" y="658418"/>
                </a:lnTo>
                <a:lnTo>
                  <a:pt x="1393367" y="616140"/>
                </a:lnTo>
                <a:lnTo>
                  <a:pt x="1294447" y="517258"/>
                </a:lnTo>
                <a:lnTo>
                  <a:pt x="1054341" y="757351"/>
                </a:lnTo>
                <a:lnTo>
                  <a:pt x="1294447" y="997458"/>
                </a:lnTo>
                <a:lnTo>
                  <a:pt x="1319187" y="972718"/>
                </a:lnTo>
                <a:lnTo>
                  <a:pt x="1534642" y="757351"/>
                </a:lnTo>
                <a:close/>
              </a:path>
              <a:path w="7562850" h="10696575">
                <a:moveTo>
                  <a:pt x="1570672" y="9945065"/>
                </a:moveTo>
                <a:lnTo>
                  <a:pt x="1471688" y="9846132"/>
                </a:lnTo>
                <a:lnTo>
                  <a:pt x="1471688" y="9945065"/>
                </a:lnTo>
                <a:lnTo>
                  <a:pt x="1330477" y="10086276"/>
                </a:lnTo>
                <a:lnTo>
                  <a:pt x="1189266" y="9945065"/>
                </a:lnTo>
                <a:lnTo>
                  <a:pt x="1330477" y="9803854"/>
                </a:lnTo>
                <a:lnTo>
                  <a:pt x="1471688" y="9945065"/>
                </a:lnTo>
                <a:lnTo>
                  <a:pt x="1471688" y="9846132"/>
                </a:lnTo>
                <a:lnTo>
                  <a:pt x="1429397" y="9803854"/>
                </a:lnTo>
                <a:lnTo>
                  <a:pt x="1330477" y="9704959"/>
                </a:lnTo>
                <a:lnTo>
                  <a:pt x="1090371" y="9945065"/>
                </a:lnTo>
                <a:lnTo>
                  <a:pt x="1330477" y="10185171"/>
                </a:lnTo>
                <a:lnTo>
                  <a:pt x="1355217" y="10160419"/>
                </a:lnTo>
                <a:lnTo>
                  <a:pt x="1570672" y="9945065"/>
                </a:lnTo>
                <a:close/>
              </a:path>
              <a:path w="7562850" h="10696575">
                <a:moveTo>
                  <a:pt x="1781644" y="757351"/>
                </a:moveTo>
                <a:lnTo>
                  <a:pt x="1682762" y="658495"/>
                </a:lnTo>
                <a:lnTo>
                  <a:pt x="1682762" y="757351"/>
                </a:lnTo>
                <a:lnTo>
                  <a:pt x="1294447" y="1145590"/>
                </a:lnTo>
                <a:lnTo>
                  <a:pt x="906221" y="757351"/>
                </a:lnTo>
                <a:lnTo>
                  <a:pt x="1294447" y="369138"/>
                </a:lnTo>
                <a:lnTo>
                  <a:pt x="1682762" y="757351"/>
                </a:lnTo>
                <a:lnTo>
                  <a:pt x="1682762" y="658495"/>
                </a:lnTo>
                <a:lnTo>
                  <a:pt x="1393355" y="369138"/>
                </a:lnTo>
                <a:lnTo>
                  <a:pt x="1294447" y="270243"/>
                </a:lnTo>
                <a:lnTo>
                  <a:pt x="807326" y="757351"/>
                </a:lnTo>
                <a:lnTo>
                  <a:pt x="1294447" y="1244561"/>
                </a:lnTo>
                <a:lnTo>
                  <a:pt x="1319187" y="1219822"/>
                </a:lnTo>
                <a:lnTo>
                  <a:pt x="1269695" y="1170330"/>
                </a:lnTo>
                <a:lnTo>
                  <a:pt x="1294536" y="1195070"/>
                </a:lnTo>
                <a:lnTo>
                  <a:pt x="1319187" y="1219822"/>
                </a:lnTo>
                <a:lnTo>
                  <a:pt x="1781644" y="757351"/>
                </a:lnTo>
                <a:close/>
              </a:path>
              <a:path w="7562850" h="10696575">
                <a:moveTo>
                  <a:pt x="1817674" y="9945065"/>
                </a:moveTo>
                <a:lnTo>
                  <a:pt x="1718792" y="9846208"/>
                </a:lnTo>
                <a:lnTo>
                  <a:pt x="1718792" y="9945065"/>
                </a:lnTo>
                <a:lnTo>
                  <a:pt x="1330477" y="10333291"/>
                </a:lnTo>
                <a:lnTo>
                  <a:pt x="942251" y="9945065"/>
                </a:lnTo>
                <a:lnTo>
                  <a:pt x="1330477" y="9556839"/>
                </a:lnTo>
                <a:lnTo>
                  <a:pt x="1718792" y="9945065"/>
                </a:lnTo>
                <a:lnTo>
                  <a:pt x="1718792" y="9846208"/>
                </a:lnTo>
                <a:lnTo>
                  <a:pt x="1429385" y="9556839"/>
                </a:lnTo>
                <a:lnTo>
                  <a:pt x="1330477" y="9457944"/>
                </a:lnTo>
                <a:lnTo>
                  <a:pt x="843356" y="9945065"/>
                </a:lnTo>
                <a:lnTo>
                  <a:pt x="1330477" y="10432275"/>
                </a:lnTo>
                <a:lnTo>
                  <a:pt x="1355217" y="10407523"/>
                </a:lnTo>
                <a:lnTo>
                  <a:pt x="1305725" y="10358031"/>
                </a:lnTo>
                <a:lnTo>
                  <a:pt x="1330566" y="10382783"/>
                </a:lnTo>
                <a:lnTo>
                  <a:pt x="1355217" y="10407523"/>
                </a:lnTo>
                <a:lnTo>
                  <a:pt x="1817674" y="9945065"/>
                </a:lnTo>
                <a:close/>
              </a:path>
              <a:path w="7562850" h="10696575">
                <a:moveTo>
                  <a:pt x="2037232" y="757351"/>
                </a:moveTo>
                <a:lnTo>
                  <a:pt x="1938248" y="658393"/>
                </a:lnTo>
                <a:lnTo>
                  <a:pt x="1938248" y="757351"/>
                </a:lnTo>
                <a:lnTo>
                  <a:pt x="1294447" y="1401165"/>
                </a:lnTo>
                <a:lnTo>
                  <a:pt x="650722" y="757351"/>
                </a:lnTo>
                <a:lnTo>
                  <a:pt x="1294447" y="113550"/>
                </a:lnTo>
                <a:lnTo>
                  <a:pt x="1938248" y="757351"/>
                </a:lnTo>
                <a:lnTo>
                  <a:pt x="1938248" y="658393"/>
                </a:lnTo>
                <a:lnTo>
                  <a:pt x="1393342" y="113550"/>
                </a:lnTo>
                <a:lnTo>
                  <a:pt x="1294447" y="14655"/>
                </a:lnTo>
                <a:lnTo>
                  <a:pt x="551738" y="757351"/>
                </a:lnTo>
                <a:lnTo>
                  <a:pt x="1294447" y="1500060"/>
                </a:lnTo>
                <a:lnTo>
                  <a:pt x="1319187" y="1475308"/>
                </a:lnTo>
                <a:lnTo>
                  <a:pt x="2037232" y="757351"/>
                </a:lnTo>
                <a:close/>
              </a:path>
              <a:path w="7562850" h="10696575">
                <a:moveTo>
                  <a:pt x="2073262" y="9945065"/>
                </a:moveTo>
                <a:lnTo>
                  <a:pt x="1974278" y="9846094"/>
                </a:lnTo>
                <a:lnTo>
                  <a:pt x="1974278" y="9945065"/>
                </a:lnTo>
                <a:lnTo>
                  <a:pt x="1330477" y="10588866"/>
                </a:lnTo>
                <a:lnTo>
                  <a:pt x="686752" y="9945065"/>
                </a:lnTo>
                <a:lnTo>
                  <a:pt x="1330477" y="9301264"/>
                </a:lnTo>
                <a:lnTo>
                  <a:pt x="1974278" y="9945065"/>
                </a:lnTo>
                <a:lnTo>
                  <a:pt x="1974278" y="9846094"/>
                </a:lnTo>
                <a:lnTo>
                  <a:pt x="1429385" y="9301264"/>
                </a:lnTo>
                <a:lnTo>
                  <a:pt x="1330477" y="9202369"/>
                </a:lnTo>
                <a:lnTo>
                  <a:pt x="587781" y="9945065"/>
                </a:lnTo>
                <a:lnTo>
                  <a:pt x="1330477" y="10687761"/>
                </a:lnTo>
                <a:lnTo>
                  <a:pt x="1355217" y="10663022"/>
                </a:lnTo>
                <a:lnTo>
                  <a:pt x="2073262" y="9945065"/>
                </a:lnTo>
                <a:close/>
              </a:path>
              <a:path w="7562850" h="10696575">
                <a:moveTo>
                  <a:pt x="4024084" y="757351"/>
                </a:moveTo>
                <a:lnTo>
                  <a:pt x="3925112" y="658418"/>
                </a:lnTo>
                <a:lnTo>
                  <a:pt x="3925112" y="757351"/>
                </a:lnTo>
                <a:lnTo>
                  <a:pt x="3783901" y="898575"/>
                </a:lnTo>
                <a:lnTo>
                  <a:pt x="3642677" y="757351"/>
                </a:lnTo>
                <a:lnTo>
                  <a:pt x="3783901" y="616140"/>
                </a:lnTo>
                <a:lnTo>
                  <a:pt x="3925112" y="757351"/>
                </a:lnTo>
                <a:lnTo>
                  <a:pt x="3925112" y="658418"/>
                </a:lnTo>
                <a:lnTo>
                  <a:pt x="3882821" y="616140"/>
                </a:lnTo>
                <a:lnTo>
                  <a:pt x="3783901" y="517258"/>
                </a:lnTo>
                <a:lnTo>
                  <a:pt x="3543795" y="757351"/>
                </a:lnTo>
                <a:lnTo>
                  <a:pt x="3783901" y="997458"/>
                </a:lnTo>
                <a:lnTo>
                  <a:pt x="3808641" y="972718"/>
                </a:lnTo>
                <a:lnTo>
                  <a:pt x="4024084" y="757351"/>
                </a:lnTo>
                <a:close/>
              </a:path>
              <a:path w="7562850" h="10696575">
                <a:moveTo>
                  <a:pt x="4052392" y="9945065"/>
                </a:moveTo>
                <a:lnTo>
                  <a:pt x="3953408" y="9846119"/>
                </a:lnTo>
                <a:lnTo>
                  <a:pt x="3953408" y="9945065"/>
                </a:lnTo>
                <a:lnTo>
                  <a:pt x="3812197" y="10086276"/>
                </a:lnTo>
                <a:lnTo>
                  <a:pt x="3670985" y="9945065"/>
                </a:lnTo>
                <a:lnTo>
                  <a:pt x="3812197" y="9803854"/>
                </a:lnTo>
                <a:lnTo>
                  <a:pt x="3953408" y="9945065"/>
                </a:lnTo>
                <a:lnTo>
                  <a:pt x="3953408" y="9846119"/>
                </a:lnTo>
                <a:lnTo>
                  <a:pt x="3911130" y="9803854"/>
                </a:lnTo>
                <a:lnTo>
                  <a:pt x="3812197" y="9704959"/>
                </a:lnTo>
                <a:lnTo>
                  <a:pt x="3572091" y="9945065"/>
                </a:lnTo>
                <a:lnTo>
                  <a:pt x="3812197" y="10185171"/>
                </a:lnTo>
                <a:lnTo>
                  <a:pt x="3836936" y="10160419"/>
                </a:lnTo>
                <a:lnTo>
                  <a:pt x="4052392" y="9945065"/>
                </a:lnTo>
                <a:close/>
              </a:path>
              <a:path w="7562850" h="10696575">
                <a:moveTo>
                  <a:pt x="4271099" y="757351"/>
                </a:moveTo>
                <a:lnTo>
                  <a:pt x="4172204" y="658482"/>
                </a:lnTo>
                <a:lnTo>
                  <a:pt x="4172204" y="757351"/>
                </a:lnTo>
                <a:lnTo>
                  <a:pt x="3783901" y="1145590"/>
                </a:lnTo>
                <a:lnTo>
                  <a:pt x="3395675" y="757351"/>
                </a:lnTo>
                <a:lnTo>
                  <a:pt x="3783901" y="369138"/>
                </a:lnTo>
                <a:lnTo>
                  <a:pt x="4172204" y="757351"/>
                </a:lnTo>
                <a:lnTo>
                  <a:pt x="4172204" y="658482"/>
                </a:lnTo>
                <a:lnTo>
                  <a:pt x="3882809" y="369138"/>
                </a:lnTo>
                <a:lnTo>
                  <a:pt x="3783901" y="270243"/>
                </a:lnTo>
                <a:lnTo>
                  <a:pt x="3296780" y="757351"/>
                </a:lnTo>
                <a:lnTo>
                  <a:pt x="3783901" y="1244561"/>
                </a:lnTo>
                <a:lnTo>
                  <a:pt x="3808641" y="1219822"/>
                </a:lnTo>
                <a:lnTo>
                  <a:pt x="3759149" y="1170330"/>
                </a:lnTo>
                <a:lnTo>
                  <a:pt x="3783977" y="1195070"/>
                </a:lnTo>
                <a:lnTo>
                  <a:pt x="3808641" y="1219822"/>
                </a:lnTo>
                <a:lnTo>
                  <a:pt x="4271099" y="757351"/>
                </a:lnTo>
                <a:close/>
              </a:path>
              <a:path w="7562850" h="10696575">
                <a:moveTo>
                  <a:pt x="4299407" y="9945065"/>
                </a:moveTo>
                <a:lnTo>
                  <a:pt x="4200512" y="9846196"/>
                </a:lnTo>
                <a:lnTo>
                  <a:pt x="4200512" y="9945065"/>
                </a:lnTo>
                <a:lnTo>
                  <a:pt x="3812197" y="10333291"/>
                </a:lnTo>
                <a:lnTo>
                  <a:pt x="3423970" y="9945065"/>
                </a:lnTo>
                <a:lnTo>
                  <a:pt x="3812197" y="9556839"/>
                </a:lnTo>
                <a:lnTo>
                  <a:pt x="4200512" y="9945065"/>
                </a:lnTo>
                <a:lnTo>
                  <a:pt x="4200512" y="9846196"/>
                </a:lnTo>
                <a:lnTo>
                  <a:pt x="3911104" y="9556839"/>
                </a:lnTo>
                <a:lnTo>
                  <a:pt x="3812197" y="9457944"/>
                </a:lnTo>
                <a:lnTo>
                  <a:pt x="3325076" y="9945065"/>
                </a:lnTo>
                <a:lnTo>
                  <a:pt x="3812197" y="10432275"/>
                </a:lnTo>
                <a:lnTo>
                  <a:pt x="3836936" y="10407523"/>
                </a:lnTo>
                <a:lnTo>
                  <a:pt x="3787457" y="10358031"/>
                </a:lnTo>
                <a:lnTo>
                  <a:pt x="3812286" y="10382783"/>
                </a:lnTo>
                <a:lnTo>
                  <a:pt x="3836936" y="10407523"/>
                </a:lnTo>
                <a:lnTo>
                  <a:pt x="4299407" y="9945065"/>
                </a:lnTo>
                <a:close/>
              </a:path>
              <a:path w="7562850" h="10696575">
                <a:moveTo>
                  <a:pt x="4526686" y="757351"/>
                </a:moveTo>
                <a:lnTo>
                  <a:pt x="4427702" y="658393"/>
                </a:lnTo>
                <a:lnTo>
                  <a:pt x="4427702" y="757351"/>
                </a:lnTo>
                <a:lnTo>
                  <a:pt x="3783901" y="1401165"/>
                </a:lnTo>
                <a:lnTo>
                  <a:pt x="3140176" y="757351"/>
                </a:lnTo>
                <a:lnTo>
                  <a:pt x="3783901" y="113550"/>
                </a:lnTo>
                <a:lnTo>
                  <a:pt x="4427702" y="757351"/>
                </a:lnTo>
                <a:lnTo>
                  <a:pt x="4427702" y="658393"/>
                </a:lnTo>
                <a:lnTo>
                  <a:pt x="3882796" y="113550"/>
                </a:lnTo>
                <a:lnTo>
                  <a:pt x="3783901" y="14655"/>
                </a:lnTo>
                <a:lnTo>
                  <a:pt x="3041192" y="757351"/>
                </a:lnTo>
                <a:lnTo>
                  <a:pt x="3783901" y="1500060"/>
                </a:lnTo>
                <a:lnTo>
                  <a:pt x="3808641" y="1475308"/>
                </a:lnTo>
                <a:lnTo>
                  <a:pt x="4526686" y="757351"/>
                </a:lnTo>
                <a:close/>
              </a:path>
              <a:path w="7562850" h="10696575">
                <a:moveTo>
                  <a:pt x="4554982" y="9945065"/>
                </a:moveTo>
                <a:lnTo>
                  <a:pt x="4455998" y="9846094"/>
                </a:lnTo>
                <a:lnTo>
                  <a:pt x="4455998" y="9945065"/>
                </a:lnTo>
                <a:lnTo>
                  <a:pt x="3812197" y="10588866"/>
                </a:lnTo>
                <a:lnTo>
                  <a:pt x="3168472" y="9945065"/>
                </a:lnTo>
                <a:lnTo>
                  <a:pt x="3812197" y="9301264"/>
                </a:lnTo>
                <a:lnTo>
                  <a:pt x="4455998" y="9945065"/>
                </a:lnTo>
                <a:lnTo>
                  <a:pt x="4455998" y="9846094"/>
                </a:lnTo>
                <a:lnTo>
                  <a:pt x="3911104" y="9301264"/>
                </a:lnTo>
                <a:lnTo>
                  <a:pt x="3812197" y="9202369"/>
                </a:lnTo>
                <a:lnTo>
                  <a:pt x="3069501" y="9945065"/>
                </a:lnTo>
                <a:lnTo>
                  <a:pt x="3812197" y="10687761"/>
                </a:lnTo>
                <a:lnTo>
                  <a:pt x="3836936" y="10663022"/>
                </a:lnTo>
                <a:lnTo>
                  <a:pt x="4554982" y="9945065"/>
                </a:lnTo>
                <a:close/>
              </a:path>
              <a:path w="7562850" h="10696575">
                <a:moveTo>
                  <a:pt x="6497523" y="757351"/>
                </a:moveTo>
                <a:lnTo>
                  <a:pt x="6398539" y="658418"/>
                </a:lnTo>
                <a:lnTo>
                  <a:pt x="6398539" y="757351"/>
                </a:lnTo>
                <a:lnTo>
                  <a:pt x="6257328" y="898575"/>
                </a:lnTo>
                <a:lnTo>
                  <a:pt x="6116117" y="757351"/>
                </a:lnTo>
                <a:lnTo>
                  <a:pt x="6257328" y="616140"/>
                </a:lnTo>
                <a:lnTo>
                  <a:pt x="6398539" y="757351"/>
                </a:lnTo>
                <a:lnTo>
                  <a:pt x="6398539" y="658418"/>
                </a:lnTo>
                <a:lnTo>
                  <a:pt x="6356248" y="616140"/>
                </a:lnTo>
                <a:lnTo>
                  <a:pt x="6257328" y="517258"/>
                </a:lnTo>
                <a:lnTo>
                  <a:pt x="6017222" y="757351"/>
                </a:lnTo>
                <a:lnTo>
                  <a:pt x="6257328" y="997458"/>
                </a:lnTo>
                <a:lnTo>
                  <a:pt x="6282067" y="972718"/>
                </a:lnTo>
                <a:lnTo>
                  <a:pt x="6497523" y="757351"/>
                </a:lnTo>
                <a:close/>
              </a:path>
              <a:path w="7562850" h="10696575">
                <a:moveTo>
                  <a:pt x="6744525" y="757351"/>
                </a:moveTo>
                <a:lnTo>
                  <a:pt x="6645643" y="658495"/>
                </a:lnTo>
                <a:lnTo>
                  <a:pt x="6645643" y="757351"/>
                </a:lnTo>
                <a:lnTo>
                  <a:pt x="6257328" y="1145590"/>
                </a:lnTo>
                <a:lnTo>
                  <a:pt x="5869102" y="757351"/>
                </a:lnTo>
                <a:lnTo>
                  <a:pt x="6257328" y="369138"/>
                </a:lnTo>
                <a:lnTo>
                  <a:pt x="6645643" y="757351"/>
                </a:lnTo>
                <a:lnTo>
                  <a:pt x="6645643" y="658495"/>
                </a:lnTo>
                <a:lnTo>
                  <a:pt x="6356236" y="369138"/>
                </a:lnTo>
                <a:lnTo>
                  <a:pt x="6257328" y="270243"/>
                </a:lnTo>
                <a:lnTo>
                  <a:pt x="5770207" y="757351"/>
                </a:lnTo>
                <a:lnTo>
                  <a:pt x="6257328" y="1244561"/>
                </a:lnTo>
                <a:lnTo>
                  <a:pt x="6282067" y="1219822"/>
                </a:lnTo>
                <a:lnTo>
                  <a:pt x="6232576" y="1170330"/>
                </a:lnTo>
                <a:lnTo>
                  <a:pt x="6257417" y="1195070"/>
                </a:lnTo>
                <a:lnTo>
                  <a:pt x="6282067" y="1219822"/>
                </a:lnTo>
                <a:lnTo>
                  <a:pt x="6744525" y="757351"/>
                </a:lnTo>
                <a:close/>
              </a:path>
              <a:path w="7562850" h="10696575">
                <a:moveTo>
                  <a:pt x="7000113" y="757351"/>
                </a:moveTo>
                <a:lnTo>
                  <a:pt x="6901129" y="658393"/>
                </a:lnTo>
                <a:lnTo>
                  <a:pt x="6901129" y="757351"/>
                </a:lnTo>
                <a:lnTo>
                  <a:pt x="6257328" y="1401165"/>
                </a:lnTo>
                <a:lnTo>
                  <a:pt x="5613603" y="757351"/>
                </a:lnTo>
                <a:lnTo>
                  <a:pt x="6257328" y="113550"/>
                </a:lnTo>
                <a:lnTo>
                  <a:pt x="6901129" y="757351"/>
                </a:lnTo>
                <a:lnTo>
                  <a:pt x="6901129" y="658393"/>
                </a:lnTo>
                <a:lnTo>
                  <a:pt x="6356223" y="113550"/>
                </a:lnTo>
                <a:lnTo>
                  <a:pt x="6257328" y="14655"/>
                </a:lnTo>
                <a:lnTo>
                  <a:pt x="5514619" y="757351"/>
                </a:lnTo>
                <a:lnTo>
                  <a:pt x="6257328" y="1500060"/>
                </a:lnTo>
                <a:lnTo>
                  <a:pt x="6282067" y="1475308"/>
                </a:lnTo>
                <a:lnTo>
                  <a:pt x="7000113" y="757351"/>
                </a:lnTo>
                <a:close/>
              </a:path>
              <a:path w="7562850" h="10696575">
                <a:moveTo>
                  <a:pt x="7036143" y="9945065"/>
                </a:moveTo>
                <a:lnTo>
                  <a:pt x="6937159" y="9846094"/>
                </a:lnTo>
                <a:lnTo>
                  <a:pt x="6937159" y="9945065"/>
                </a:lnTo>
                <a:lnTo>
                  <a:pt x="6293358" y="10588866"/>
                </a:lnTo>
                <a:lnTo>
                  <a:pt x="5649633" y="9945065"/>
                </a:lnTo>
                <a:lnTo>
                  <a:pt x="6293358" y="9301264"/>
                </a:lnTo>
                <a:lnTo>
                  <a:pt x="6937159" y="9945065"/>
                </a:lnTo>
                <a:lnTo>
                  <a:pt x="6937159" y="9846094"/>
                </a:lnTo>
                <a:lnTo>
                  <a:pt x="6392265" y="9301264"/>
                </a:lnTo>
                <a:lnTo>
                  <a:pt x="6293358" y="9202369"/>
                </a:lnTo>
                <a:lnTo>
                  <a:pt x="5550662" y="9945065"/>
                </a:lnTo>
                <a:lnTo>
                  <a:pt x="6293358" y="10687761"/>
                </a:lnTo>
                <a:lnTo>
                  <a:pt x="6318097" y="10663022"/>
                </a:lnTo>
                <a:lnTo>
                  <a:pt x="7036143" y="9945065"/>
                </a:lnTo>
                <a:close/>
              </a:path>
              <a:path w="7562850" h="10696575">
                <a:moveTo>
                  <a:pt x="7562850" y="10219817"/>
                </a:moveTo>
                <a:lnTo>
                  <a:pt x="7086092" y="10696575"/>
                </a:lnTo>
                <a:lnTo>
                  <a:pt x="7185076" y="10696575"/>
                </a:lnTo>
                <a:lnTo>
                  <a:pt x="7562850" y="10318801"/>
                </a:lnTo>
                <a:lnTo>
                  <a:pt x="7562850" y="10219817"/>
                </a:lnTo>
                <a:close/>
              </a:path>
              <a:path w="7562850" h="10696575">
                <a:moveTo>
                  <a:pt x="7562850" y="9571330"/>
                </a:moveTo>
                <a:lnTo>
                  <a:pt x="6392253" y="8400732"/>
                </a:lnTo>
                <a:lnTo>
                  <a:pt x="6293358" y="8301837"/>
                </a:lnTo>
                <a:lnTo>
                  <a:pt x="5052771" y="9542424"/>
                </a:lnTo>
                <a:lnTo>
                  <a:pt x="5003292" y="9492945"/>
                </a:lnTo>
                <a:lnTo>
                  <a:pt x="5003292" y="9591904"/>
                </a:lnTo>
                <a:lnTo>
                  <a:pt x="4890173" y="9705022"/>
                </a:lnTo>
                <a:lnTo>
                  <a:pt x="4840694" y="9655556"/>
                </a:lnTo>
                <a:lnTo>
                  <a:pt x="4840694" y="9754502"/>
                </a:lnTo>
                <a:lnTo>
                  <a:pt x="4741405" y="9853790"/>
                </a:lnTo>
                <a:lnTo>
                  <a:pt x="3911092" y="9023464"/>
                </a:lnTo>
                <a:lnTo>
                  <a:pt x="3812197" y="8924569"/>
                </a:lnTo>
                <a:lnTo>
                  <a:pt x="2882696" y="9854070"/>
                </a:lnTo>
                <a:lnTo>
                  <a:pt x="2833205" y="9804578"/>
                </a:lnTo>
                <a:lnTo>
                  <a:pt x="2833205" y="9903562"/>
                </a:lnTo>
                <a:lnTo>
                  <a:pt x="2791701" y="9945065"/>
                </a:lnTo>
                <a:lnTo>
                  <a:pt x="2833205" y="9986581"/>
                </a:lnTo>
                <a:lnTo>
                  <a:pt x="2733916" y="10085870"/>
                </a:lnTo>
                <a:lnTo>
                  <a:pt x="2684437" y="10036391"/>
                </a:lnTo>
                <a:lnTo>
                  <a:pt x="2684437" y="10135349"/>
                </a:lnTo>
                <a:lnTo>
                  <a:pt x="2571292" y="10248494"/>
                </a:lnTo>
                <a:lnTo>
                  <a:pt x="2458174" y="10135387"/>
                </a:lnTo>
                <a:lnTo>
                  <a:pt x="2571331" y="10022256"/>
                </a:lnTo>
                <a:lnTo>
                  <a:pt x="2684437" y="10135349"/>
                </a:lnTo>
                <a:lnTo>
                  <a:pt x="2684437" y="10036391"/>
                </a:lnTo>
                <a:lnTo>
                  <a:pt x="2620822" y="9972764"/>
                </a:lnTo>
                <a:lnTo>
                  <a:pt x="2648521" y="9945065"/>
                </a:lnTo>
                <a:lnTo>
                  <a:pt x="2620822" y="9917379"/>
                </a:lnTo>
                <a:lnTo>
                  <a:pt x="2733929" y="9804273"/>
                </a:lnTo>
                <a:lnTo>
                  <a:pt x="2833205" y="9903562"/>
                </a:lnTo>
                <a:lnTo>
                  <a:pt x="2833205" y="9804578"/>
                </a:lnTo>
                <a:lnTo>
                  <a:pt x="2783421" y="9754781"/>
                </a:lnTo>
                <a:lnTo>
                  <a:pt x="3812197" y="8726005"/>
                </a:lnTo>
                <a:lnTo>
                  <a:pt x="4840694" y="9754502"/>
                </a:lnTo>
                <a:lnTo>
                  <a:pt x="4840694" y="9655556"/>
                </a:lnTo>
                <a:lnTo>
                  <a:pt x="3911092" y="8726005"/>
                </a:lnTo>
                <a:lnTo>
                  <a:pt x="3812197" y="8627110"/>
                </a:lnTo>
                <a:lnTo>
                  <a:pt x="2733929" y="9705302"/>
                </a:lnTo>
                <a:lnTo>
                  <a:pt x="2684437" y="9655810"/>
                </a:lnTo>
                <a:lnTo>
                  <a:pt x="2684437" y="9754794"/>
                </a:lnTo>
                <a:lnTo>
                  <a:pt x="2571331" y="9867887"/>
                </a:lnTo>
                <a:lnTo>
                  <a:pt x="2521839" y="9818408"/>
                </a:lnTo>
                <a:lnTo>
                  <a:pt x="2521839" y="9917379"/>
                </a:lnTo>
                <a:lnTo>
                  <a:pt x="2494153" y="9945065"/>
                </a:lnTo>
                <a:lnTo>
                  <a:pt x="2521839" y="9972764"/>
                </a:lnTo>
                <a:lnTo>
                  <a:pt x="2408694" y="10085908"/>
                </a:lnTo>
                <a:lnTo>
                  <a:pt x="2309406" y="9986620"/>
                </a:lnTo>
                <a:lnTo>
                  <a:pt x="2350960" y="9945065"/>
                </a:lnTo>
                <a:lnTo>
                  <a:pt x="2309406" y="9903523"/>
                </a:lnTo>
                <a:lnTo>
                  <a:pt x="2408694" y="9804235"/>
                </a:lnTo>
                <a:lnTo>
                  <a:pt x="2521839" y="9917379"/>
                </a:lnTo>
                <a:lnTo>
                  <a:pt x="2521839" y="9818408"/>
                </a:lnTo>
                <a:lnTo>
                  <a:pt x="2458174" y="9754756"/>
                </a:lnTo>
                <a:lnTo>
                  <a:pt x="2571292" y="9641637"/>
                </a:lnTo>
                <a:lnTo>
                  <a:pt x="2684437" y="9754794"/>
                </a:lnTo>
                <a:lnTo>
                  <a:pt x="2684437" y="9655810"/>
                </a:lnTo>
                <a:lnTo>
                  <a:pt x="2620784" y="9592145"/>
                </a:lnTo>
                <a:lnTo>
                  <a:pt x="3812197" y="8400732"/>
                </a:lnTo>
                <a:lnTo>
                  <a:pt x="5003292" y="9591904"/>
                </a:lnTo>
                <a:lnTo>
                  <a:pt x="5003292" y="9492945"/>
                </a:lnTo>
                <a:lnTo>
                  <a:pt x="3911092" y="8400732"/>
                </a:lnTo>
                <a:lnTo>
                  <a:pt x="3812197" y="8301837"/>
                </a:lnTo>
                <a:lnTo>
                  <a:pt x="2571331" y="9542704"/>
                </a:lnTo>
                <a:lnTo>
                  <a:pt x="1429372" y="8400732"/>
                </a:lnTo>
                <a:lnTo>
                  <a:pt x="1330477" y="8301837"/>
                </a:lnTo>
                <a:lnTo>
                  <a:pt x="0" y="9632315"/>
                </a:lnTo>
                <a:lnTo>
                  <a:pt x="0" y="9731210"/>
                </a:lnTo>
                <a:lnTo>
                  <a:pt x="1330477" y="8400732"/>
                </a:lnTo>
                <a:lnTo>
                  <a:pt x="2521851" y="9592183"/>
                </a:lnTo>
                <a:lnTo>
                  <a:pt x="2408732" y="9705302"/>
                </a:lnTo>
                <a:lnTo>
                  <a:pt x="1429372" y="8726005"/>
                </a:lnTo>
                <a:lnTo>
                  <a:pt x="1330477" y="8627110"/>
                </a:lnTo>
                <a:lnTo>
                  <a:pt x="12433" y="9945065"/>
                </a:lnTo>
                <a:lnTo>
                  <a:pt x="763981" y="10696575"/>
                </a:lnTo>
                <a:lnTo>
                  <a:pt x="862914" y="10696575"/>
                </a:lnTo>
                <a:lnTo>
                  <a:pt x="111417" y="9945065"/>
                </a:lnTo>
                <a:lnTo>
                  <a:pt x="1330477" y="8726005"/>
                </a:lnTo>
                <a:lnTo>
                  <a:pt x="2359253" y="9754781"/>
                </a:lnTo>
                <a:lnTo>
                  <a:pt x="2259965" y="9854070"/>
                </a:lnTo>
                <a:lnTo>
                  <a:pt x="1429372" y="9023464"/>
                </a:lnTo>
                <a:lnTo>
                  <a:pt x="1330477" y="8924569"/>
                </a:lnTo>
                <a:lnTo>
                  <a:pt x="309981" y="9945065"/>
                </a:lnTo>
                <a:lnTo>
                  <a:pt x="1061491" y="10696575"/>
                </a:lnTo>
                <a:lnTo>
                  <a:pt x="1160449" y="10696575"/>
                </a:lnTo>
                <a:lnTo>
                  <a:pt x="408876" y="9945065"/>
                </a:lnTo>
                <a:lnTo>
                  <a:pt x="1330477" y="9023464"/>
                </a:lnTo>
                <a:lnTo>
                  <a:pt x="2210524" y="9903511"/>
                </a:lnTo>
                <a:lnTo>
                  <a:pt x="2168969" y="9945065"/>
                </a:lnTo>
                <a:lnTo>
                  <a:pt x="2210511" y="9986632"/>
                </a:lnTo>
                <a:lnTo>
                  <a:pt x="1500492" y="10696575"/>
                </a:lnTo>
                <a:lnTo>
                  <a:pt x="1599463" y="10696575"/>
                </a:lnTo>
                <a:lnTo>
                  <a:pt x="2259952" y="10036073"/>
                </a:lnTo>
                <a:lnTo>
                  <a:pt x="2359241" y="10135362"/>
                </a:lnTo>
                <a:lnTo>
                  <a:pt x="1798027" y="10696575"/>
                </a:lnTo>
                <a:lnTo>
                  <a:pt x="1896960" y="10696575"/>
                </a:lnTo>
                <a:lnTo>
                  <a:pt x="2408732" y="10184841"/>
                </a:lnTo>
                <a:lnTo>
                  <a:pt x="2521839" y="10297947"/>
                </a:lnTo>
                <a:lnTo>
                  <a:pt x="2123211" y="10696575"/>
                </a:lnTo>
                <a:lnTo>
                  <a:pt x="2222195" y="10696575"/>
                </a:lnTo>
                <a:lnTo>
                  <a:pt x="2571331" y="10347439"/>
                </a:lnTo>
                <a:lnTo>
                  <a:pt x="2920479" y="10696575"/>
                </a:lnTo>
                <a:lnTo>
                  <a:pt x="3019412" y="10696575"/>
                </a:lnTo>
                <a:lnTo>
                  <a:pt x="2620784" y="10297985"/>
                </a:lnTo>
                <a:lnTo>
                  <a:pt x="2733929" y="10184841"/>
                </a:lnTo>
                <a:lnTo>
                  <a:pt x="3245713" y="10696575"/>
                </a:lnTo>
                <a:lnTo>
                  <a:pt x="3344634" y="10696575"/>
                </a:lnTo>
                <a:lnTo>
                  <a:pt x="2783408" y="10135362"/>
                </a:lnTo>
                <a:lnTo>
                  <a:pt x="2882696" y="10036073"/>
                </a:lnTo>
                <a:lnTo>
                  <a:pt x="3543211" y="10696575"/>
                </a:lnTo>
                <a:lnTo>
                  <a:pt x="3642169" y="10696575"/>
                </a:lnTo>
                <a:lnTo>
                  <a:pt x="2932150" y="9986620"/>
                </a:lnTo>
                <a:lnTo>
                  <a:pt x="2973705" y="9945065"/>
                </a:lnTo>
                <a:lnTo>
                  <a:pt x="2932150" y="9903511"/>
                </a:lnTo>
                <a:lnTo>
                  <a:pt x="3812197" y="9023464"/>
                </a:lnTo>
                <a:lnTo>
                  <a:pt x="4691964" y="9903231"/>
                </a:lnTo>
                <a:lnTo>
                  <a:pt x="4650130" y="9945065"/>
                </a:lnTo>
                <a:lnTo>
                  <a:pt x="4691951" y="9986899"/>
                </a:lnTo>
                <a:lnTo>
                  <a:pt x="3982224" y="10696575"/>
                </a:lnTo>
                <a:lnTo>
                  <a:pt x="4081183" y="10696575"/>
                </a:lnTo>
                <a:lnTo>
                  <a:pt x="4741405" y="10036353"/>
                </a:lnTo>
                <a:lnTo>
                  <a:pt x="4840694" y="10135641"/>
                </a:lnTo>
                <a:lnTo>
                  <a:pt x="4279760" y="10696575"/>
                </a:lnTo>
                <a:lnTo>
                  <a:pt x="4378680" y="10696575"/>
                </a:lnTo>
                <a:lnTo>
                  <a:pt x="4890173" y="10185121"/>
                </a:lnTo>
                <a:lnTo>
                  <a:pt x="5003279" y="10298227"/>
                </a:lnTo>
                <a:lnTo>
                  <a:pt x="4604944" y="10696575"/>
                </a:lnTo>
                <a:lnTo>
                  <a:pt x="4703915" y="10696575"/>
                </a:lnTo>
                <a:lnTo>
                  <a:pt x="5052771" y="10347719"/>
                </a:lnTo>
                <a:lnTo>
                  <a:pt x="5401640" y="10696575"/>
                </a:lnTo>
                <a:lnTo>
                  <a:pt x="5500573" y="10696575"/>
                </a:lnTo>
                <a:lnTo>
                  <a:pt x="5102225" y="10298265"/>
                </a:lnTo>
                <a:lnTo>
                  <a:pt x="5215369" y="10185121"/>
                </a:lnTo>
                <a:lnTo>
                  <a:pt x="5726862" y="10696575"/>
                </a:lnTo>
                <a:lnTo>
                  <a:pt x="5825795" y="10696575"/>
                </a:lnTo>
                <a:lnTo>
                  <a:pt x="5264848" y="10135641"/>
                </a:lnTo>
                <a:lnTo>
                  <a:pt x="5364137" y="10036353"/>
                </a:lnTo>
                <a:lnTo>
                  <a:pt x="6024372" y="10696575"/>
                </a:lnTo>
                <a:lnTo>
                  <a:pt x="6123330" y="10696575"/>
                </a:lnTo>
                <a:lnTo>
                  <a:pt x="5413591" y="9986899"/>
                </a:lnTo>
                <a:lnTo>
                  <a:pt x="5455424" y="9945065"/>
                </a:lnTo>
                <a:lnTo>
                  <a:pt x="5413591" y="9903231"/>
                </a:lnTo>
                <a:lnTo>
                  <a:pt x="6293358" y="9023464"/>
                </a:lnTo>
                <a:lnTo>
                  <a:pt x="7214959" y="9945065"/>
                </a:lnTo>
                <a:lnTo>
                  <a:pt x="6463385" y="10696575"/>
                </a:lnTo>
                <a:lnTo>
                  <a:pt x="6562344" y="10696575"/>
                </a:lnTo>
                <a:lnTo>
                  <a:pt x="7313841" y="9945065"/>
                </a:lnTo>
                <a:lnTo>
                  <a:pt x="6392253" y="9023464"/>
                </a:lnTo>
                <a:lnTo>
                  <a:pt x="6293358" y="8924569"/>
                </a:lnTo>
                <a:lnTo>
                  <a:pt x="5364137" y="9853790"/>
                </a:lnTo>
                <a:lnTo>
                  <a:pt x="5314645" y="9804298"/>
                </a:lnTo>
                <a:lnTo>
                  <a:pt x="5314645" y="9903282"/>
                </a:lnTo>
                <a:lnTo>
                  <a:pt x="5272862" y="9945065"/>
                </a:lnTo>
                <a:lnTo>
                  <a:pt x="5314645" y="9986861"/>
                </a:lnTo>
                <a:lnTo>
                  <a:pt x="5215356" y="10086149"/>
                </a:lnTo>
                <a:lnTo>
                  <a:pt x="5165877" y="10036670"/>
                </a:lnTo>
                <a:lnTo>
                  <a:pt x="5165877" y="10135629"/>
                </a:lnTo>
                <a:lnTo>
                  <a:pt x="5052733" y="10248773"/>
                </a:lnTo>
                <a:lnTo>
                  <a:pt x="4939627" y="10135667"/>
                </a:lnTo>
                <a:lnTo>
                  <a:pt x="5052771" y="10022535"/>
                </a:lnTo>
                <a:lnTo>
                  <a:pt x="5165877" y="10135629"/>
                </a:lnTo>
                <a:lnTo>
                  <a:pt x="5165877" y="10036670"/>
                </a:lnTo>
                <a:lnTo>
                  <a:pt x="5102263" y="9973043"/>
                </a:lnTo>
                <a:lnTo>
                  <a:pt x="5130241" y="9945065"/>
                </a:lnTo>
                <a:lnTo>
                  <a:pt x="5102263" y="9917100"/>
                </a:lnTo>
                <a:lnTo>
                  <a:pt x="5215369" y="9803994"/>
                </a:lnTo>
                <a:lnTo>
                  <a:pt x="5314645" y="9903282"/>
                </a:lnTo>
                <a:lnTo>
                  <a:pt x="5314645" y="9804298"/>
                </a:lnTo>
                <a:lnTo>
                  <a:pt x="5264861" y="9754502"/>
                </a:lnTo>
                <a:lnTo>
                  <a:pt x="6293358" y="8726005"/>
                </a:lnTo>
                <a:lnTo>
                  <a:pt x="7512418" y="9945065"/>
                </a:lnTo>
                <a:lnTo>
                  <a:pt x="6760908" y="10696575"/>
                </a:lnTo>
                <a:lnTo>
                  <a:pt x="6859841" y="10696575"/>
                </a:lnTo>
                <a:lnTo>
                  <a:pt x="7562850" y="9993617"/>
                </a:lnTo>
                <a:lnTo>
                  <a:pt x="7562850" y="9896513"/>
                </a:lnTo>
                <a:lnTo>
                  <a:pt x="6392253" y="8726005"/>
                </a:lnTo>
                <a:lnTo>
                  <a:pt x="6293358" y="8627110"/>
                </a:lnTo>
                <a:lnTo>
                  <a:pt x="5215369" y="9705022"/>
                </a:lnTo>
                <a:lnTo>
                  <a:pt x="5165877" y="9655531"/>
                </a:lnTo>
                <a:lnTo>
                  <a:pt x="5165877" y="9754514"/>
                </a:lnTo>
                <a:lnTo>
                  <a:pt x="5052771" y="9867621"/>
                </a:lnTo>
                <a:lnTo>
                  <a:pt x="5003279" y="9818141"/>
                </a:lnTo>
                <a:lnTo>
                  <a:pt x="5003279" y="9917100"/>
                </a:lnTo>
                <a:lnTo>
                  <a:pt x="4975314" y="9945065"/>
                </a:lnTo>
                <a:lnTo>
                  <a:pt x="5003279" y="9973043"/>
                </a:lnTo>
                <a:lnTo>
                  <a:pt x="4890135" y="10086188"/>
                </a:lnTo>
                <a:lnTo>
                  <a:pt x="4790859" y="9986899"/>
                </a:lnTo>
                <a:lnTo>
                  <a:pt x="4832693" y="9945065"/>
                </a:lnTo>
                <a:lnTo>
                  <a:pt x="4790859" y="9903231"/>
                </a:lnTo>
                <a:lnTo>
                  <a:pt x="4890135" y="9803955"/>
                </a:lnTo>
                <a:lnTo>
                  <a:pt x="5003279" y="9917100"/>
                </a:lnTo>
                <a:lnTo>
                  <a:pt x="5003279" y="9818141"/>
                </a:lnTo>
                <a:lnTo>
                  <a:pt x="4939614" y="9754476"/>
                </a:lnTo>
                <a:lnTo>
                  <a:pt x="5052733" y="9641357"/>
                </a:lnTo>
                <a:lnTo>
                  <a:pt x="5165877" y="9754514"/>
                </a:lnTo>
                <a:lnTo>
                  <a:pt x="5165877" y="9655531"/>
                </a:lnTo>
                <a:lnTo>
                  <a:pt x="5102225" y="9591865"/>
                </a:lnTo>
                <a:lnTo>
                  <a:pt x="6293358" y="8400732"/>
                </a:lnTo>
                <a:lnTo>
                  <a:pt x="7562850" y="9670288"/>
                </a:lnTo>
                <a:lnTo>
                  <a:pt x="7562850" y="9571330"/>
                </a:lnTo>
                <a:close/>
              </a:path>
              <a:path w="7562850" h="10696575">
                <a:moveTo>
                  <a:pt x="7562850" y="744829"/>
                </a:moveTo>
                <a:lnTo>
                  <a:pt x="6817957" y="0"/>
                </a:lnTo>
                <a:lnTo>
                  <a:pt x="6719024" y="0"/>
                </a:lnTo>
                <a:lnTo>
                  <a:pt x="7476388" y="757351"/>
                </a:lnTo>
                <a:lnTo>
                  <a:pt x="6257328" y="1976424"/>
                </a:lnTo>
                <a:lnTo>
                  <a:pt x="5232679" y="951788"/>
                </a:lnTo>
                <a:lnTo>
                  <a:pt x="5331968" y="852500"/>
                </a:lnTo>
                <a:lnTo>
                  <a:pt x="6257328" y="1777847"/>
                </a:lnTo>
                <a:lnTo>
                  <a:pt x="6282067" y="1753108"/>
                </a:lnTo>
                <a:lnTo>
                  <a:pt x="6232576" y="1703616"/>
                </a:lnTo>
                <a:lnTo>
                  <a:pt x="6257417" y="1728355"/>
                </a:lnTo>
                <a:lnTo>
                  <a:pt x="6282067" y="1753108"/>
                </a:lnTo>
                <a:lnTo>
                  <a:pt x="7277811" y="757351"/>
                </a:lnTo>
                <a:lnTo>
                  <a:pt x="6520447" y="0"/>
                </a:lnTo>
                <a:lnTo>
                  <a:pt x="6421564" y="0"/>
                </a:lnTo>
                <a:lnTo>
                  <a:pt x="7178916" y="757351"/>
                </a:lnTo>
                <a:lnTo>
                  <a:pt x="6257328" y="1678863"/>
                </a:lnTo>
                <a:lnTo>
                  <a:pt x="5381422" y="803046"/>
                </a:lnTo>
                <a:lnTo>
                  <a:pt x="5427116" y="757351"/>
                </a:lnTo>
                <a:lnTo>
                  <a:pt x="5381422" y="711669"/>
                </a:lnTo>
                <a:lnTo>
                  <a:pt x="6093091" y="0"/>
                </a:lnTo>
                <a:lnTo>
                  <a:pt x="5994197" y="0"/>
                </a:lnTo>
                <a:lnTo>
                  <a:pt x="5331968" y="662216"/>
                </a:lnTo>
                <a:lnTo>
                  <a:pt x="5282489" y="612736"/>
                </a:lnTo>
                <a:lnTo>
                  <a:pt x="5282489" y="711695"/>
                </a:lnTo>
                <a:lnTo>
                  <a:pt x="5236832" y="757351"/>
                </a:lnTo>
                <a:lnTo>
                  <a:pt x="5282489" y="803021"/>
                </a:lnTo>
                <a:lnTo>
                  <a:pt x="5183200" y="902296"/>
                </a:lnTo>
                <a:lnTo>
                  <a:pt x="5133721" y="852817"/>
                </a:lnTo>
                <a:lnTo>
                  <a:pt x="5133721" y="951788"/>
                </a:lnTo>
                <a:lnTo>
                  <a:pt x="5020576" y="1064933"/>
                </a:lnTo>
                <a:lnTo>
                  <a:pt x="4971123" y="1015492"/>
                </a:lnTo>
                <a:lnTo>
                  <a:pt x="4971123" y="1114386"/>
                </a:lnTo>
                <a:lnTo>
                  <a:pt x="3783901" y="2301608"/>
                </a:lnTo>
                <a:lnTo>
                  <a:pt x="2588628" y="1106398"/>
                </a:lnTo>
                <a:lnTo>
                  <a:pt x="2701772" y="993254"/>
                </a:lnTo>
                <a:lnTo>
                  <a:pt x="3783901" y="2075307"/>
                </a:lnTo>
                <a:lnTo>
                  <a:pt x="3808641" y="2050567"/>
                </a:lnTo>
                <a:lnTo>
                  <a:pt x="4858004" y="1001268"/>
                </a:lnTo>
                <a:lnTo>
                  <a:pt x="4971123" y="1114386"/>
                </a:lnTo>
                <a:lnTo>
                  <a:pt x="4971123" y="1015492"/>
                </a:lnTo>
                <a:lnTo>
                  <a:pt x="4907458" y="951826"/>
                </a:lnTo>
                <a:lnTo>
                  <a:pt x="5020602" y="838682"/>
                </a:lnTo>
                <a:lnTo>
                  <a:pt x="5133721" y="951788"/>
                </a:lnTo>
                <a:lnTo>
                  <a:pt x="5133721" y="852817"/>
                </a:lnTo>
                <a:lnTo>
                  <a:pt x="5070094" y="789190"/>
                </a:lnTo>
                <a:lnTo>
                  <a:pt x="5101933" y="757351"/>
                </a:lnTo>
                <a:lnTo>
                  <a:pt x="5070094" y="725525"/>
                </a:lnTo>
                <a:lnTo>
                  <a:pt x="5183200" y="612419"/>
                </a:lnTo>
                <a:lnTo>
                  <a:pt x="5282489" y="711695"/>
                </a:lnTo>
                <a:lnTo>
                  <a:pt x="5282489" y="612736"/>
                </a:lnTo>
                <a:lnTo>
                  <a:pt x="5232692" y="562927"/>
                </a:lnTo>
                <a:lnTo>
                  <a:pt x="5795619" y="0"/>
                </a:lnTo>
                <a:lnTo>
                  <a:pt x="5696699" y="0"/>
                </a:lnTo>
                <a:lnTo>
                  <a:pt x="5183200" y="513448"/>
                </a:lnTo>
                <a:lnTo>
                  <a:pt x="5133721" y="463969"/>
                </a:lnTo>
                <a:lnTo>
                  <a:pt x="5133721" y="562927"/>
                </a:lnTo>
                <a:lnTo>
                  <a:pt x="5020602" y="676033"/>
                </a:lnTo>
                <a:lnTo>
                  <a:pt x="4971123" y="626567"/>
                </a:lnTo>
                <a:lnTo>
                  <a:pt x="4971123" y="725525"/>
                </a:lnTo>
                <a:lnTo>
                  <a:pt x="4939284" y="757351"/>
                </a:lnTo>
                <a:lnTo>
                  <a:pt x="4971123" y="789203"/>
                </a:lnTo>
                <a:lnTo>
                  <a:pt x="4857978" y="902347"/>
                </a:lnTo>
                <a:lnTo>
                  <a:pt x="4808525" y="852906"/>
                </a:lnTo>
                <a:lnTo>
                  <a:pt x="4808525" y="951788"/>
                </a:lnTo>
                <a:lnTo>
                  <a:pt x="3783901" y="1976424"/>
                </a:lnTo>
                <a:lnTo>
                  <a:pt x="2751251" y="943775"/>
                </a:lnTo>
                <a:lnTo>
                  <a:pt x="2850540" y="844486"/>
                </a:lnTo>
                <a:lnTo>
                  <a:pt x="3783901" y="1777847"/>
                </a:lnTo>
                <a:lnTo>
                  <a:pt x="3808641" y="1753108"/>
                </a:lnTo>
                <a:lnTo>
                  <a:pt x="3759149" y="1703616"/>
                </a:lnTo>
                <a:lnTo>
                  <a:pt x="3783977" y="1728355"/>
                </a:lnTo>
                <a:lnTo>
                  <a:pt x="3808641" y="1753108"/>
                </a:lnTo>
                <a:lnTo>
                  <a:pt x="4709236" y="852500"/>
                </a:lnTo>
                <a:lnTo>
                  <a:pt x="4808525" y="951788"/>
                </a:lnTo>
                <a:lnTo>
                  <a:pt x="4808525" y="852906"/>
                </a:lnTo>
                <a:lnTo>
                  <a:pt x="4758677" y="803059"/>
                </a:lnTo>
                <a:lnTo>
                  <a:pt x="4804384" y="757351"/>
                </a:lnTo>
                <a:lnTo>
                  <a:pt x="4758690" y="711669"/>
                </a:lnTo>
                <a:lnTo>
                  <a:pt x="4857978" y="612381"/>
                </a:lnTo>
                <a:lnTo>
                  <a:pt x="4971123" y="725525"/>
                </a:lnTo>
                <a:lnTo>
                  <a:pt x="4971123" y="626567"/>
                </a:lnTo>
                <a:lnTo>
                  <a:pt x="4907458" y="562902"/>
                </a:lnTo>
                <a:lnTo>
                  <a:pt x="5020576" y="449783"/>
                </a:lnTo>
                <a:lnTo>
                  <a:pt x="5133721" y="562927"/>
                </a:lnTo>
                <a:lnTo>
                  <a:pt x="5133721" y="463969"/>
                </a:lnTo>
                <a:lnTo>
                  <a:pt x="5070056" y="400304"/>
                </a:lnTo>
                <a:lnTo>
                  <a:pt x="5470360" y="0"/>
                </a:lnTo>
                <a:lnTo>
                  <a:pt x="5371465" y="0"/>
                </a:lnTo>
                <a:lnTo>
                  <a:pt x="5020602" y="350850"/>
                </a:lnTo>
                <a:lnTo>
                  <a:pt x="4669764" y="0"/>
                </a:lnTo>
                <a:lnTo>
                  <a:pt x="4570819" y="0"/>
                </a:lnTo>
                <a:lnTo>
                  <a:pt x="4971123" y="400329"/>
                </a:lnTo>
                <a:lnTo>
                  <a:pt x="4858004" y="513448"/>
                </a:lnTo>
                <a:lnTo>
                  <a:pt x="4344530" y="0"/>
                </a:lnTo>
                <a:lnTo>
                  <a:pt x="4245597" y="0"/>
                </a:lnTo>
                <a:lnTo>
                  <a:pt x="4808525" y="562927"/>
                </a:lnTo>
                <a:lnTo>
                  <a:pt x="4709236" y="662216"/>
                </a:lnTo>
                <a:lnTo>
                  <a:pt x="4047020" y="0"/>
                </a:lnTo>
                <a:lnTo>
                  <a:pt x="3948125" y="0"/>
                </a:lnTo>
                <a:lnTo>
                  <a:pt x="4659782" y="711669"/>
                </a:lnTo>
                <a:lnTo>
                  <a:pt x="4614100" y="757351"/>
                </a:lnTo>
                <a:lnTo>
                  <a:pt x="4659782" y="803046"/>
                </a:lnTo>
                <a:lnTo>
                  <a:pt x="3783901" y="1678863"/>
                </a:lnTo>
                <a:lnTo>
                  <a:pt x="2899981" y="795045"/>
                </a:lnTo>
                <a:lnTo>
                  <a:pt x="2937675" y="757351"/>
                </a:lnTo>
                <a:lnTo>
                  <a:pt x="2899981" y="719670"/>
                </a:lnTo>
                <a:lnTo>
                  <a:pt x="3619665" y="0"/>
                </a:lnTo>
                <a:lnTo>
                  <a:pt x="3520770" y="0"/>
                </a:lnTo>
                <a:lnTo>
                  <a:pt x="2850540" y="670229"/>
                </a:lnTo>
                <a:lnTo>
                  <a:pt x="2801048" y="620737"/>
                </a:lnTo>
                <a:lnTo>
                  <a:pt x="2801048" y="719709"/>
                </a:lnTo>
                <a:lnTo>
                  <a:pt x="2763405" y="757351"/>
                </a:lnTo>
                <a:lnTo>
                  <a:pt x="2801048" y="795007"/>
                </a:lnTo>
                <a:lnTo>
                  <a:pt x="2701760" y="894295"/>
                </a:lnTo>
                <a:lnTo>
                  <a:pt x="2652280" y="844816"/>
                </a:lnTo>
                <a:lnTo>
                  <a:pt x="2652280" y="943775"/>
                </a:lnTo>
                <a:lnTo>
                  <a:pt x="2539136" y="1056919"/>
                </a:lnTo>
                <a:lnTo>
                  <a:pt x="2426017" y="943813"/>
                </a:lnTo>
                <a:lnTo>
                  <a:pt x="2539161" y="830668"/>
                </a:lnTo>
                <a:lnTo>
                  <a:pt x="2652280" y="943775"/>
                </a:lnTo>
                <a:lnTo>
                  <a:pt x="2652280" y="844816"/>
                </a:lnTo>
                <a:lnTo>
                  <a:pt x="2588653" y="781189"/>
                </a:lnTo>
                <a:lnTo>
                  <a:pt x="2612491" y="757351"/>
                </a:lnTo>
                <a:lnTo>
                  <a:pt x="2588653" y="733526"/>
                </a:lnTo>
                <a:lnTo>
                  <a:pt x="2701760" y="620420"/>
                </a:lnTo>
                <a:lnTo>
                  <a:pt x="2801048" y="719709"/>
                </a:lnTo>
                <a:lnTo>
                  <a:pt x="2801048" y="620737"/>
                </a:lnTo>
                <a:lnTo>
                  <a:pt x="2751251" y="570941"/>
                </a:lnTo>
                <a:lnTo>
                  <a:pt x="3322193" y="0"/>
                </a:lnTo>
                <a:lnTo>
                  <a:pt x="3223272" y="0"/>
                </a:lnTo>
                <a:lnTo>
                  <a:pt x="2701772" y="521462"/>
                </a:lnTo>
                <a:lnTo>
                  <a:pt x="2652280" y="471970"/>
                </a:lnTo>
                <a:lnTo>
                  <a:pt x="2652280" y="570941"/>
                </a:lnTo>
                <a:lnTo>
                  <a:pt x="2539161" y="684047"/>
                </a:lnTo>
                <a:lnTo>
                  <a:pt x="2489682" y="634568"/>
                </a:lnTo>
                <a:lnTo>
                  <a:pt x="2489682" y="733539"/>
                </a:lnTo>
                <a:lnTo>
                  <a:pt x="2465857" y="757351"/>
                </a:lnTo>
                <a:lnTo>
                  <a:pt x="2489682" y="781189"/>
                </a:lnTo>
                <a:lnTo>
                  <a:pt x="2376538" y="894334"/>
                </a:lnTo>
                <a:lnTo>
                  <a:pt x="2277237" y="795045"/>
                </a:lnTo>
                <a:lnTo>
                  <a:pt x="2314930" y="757351"/>
                </a:lnTo>
                <a:lnTo>
                  <a:pt x="2277237" y="719683"/>
                </a:lnTo>
                <a:lnTo>
                  <a:pt x="2376525" y="620395"/>
                </a:lnTo>
                <a:lnTo>
                  <a:pt x="2489682" y="733539"/>
                </a:lnTo>
                <a:lnTo>
                  <a:pt x="2489682" y="634568"/>
                </a:lnTo>
                <a:lnTo>
                  <a:pt x="2426017" y="570903"/>
                </a:lnTo>
                <a:lnTo>
                  <a:pt x="2539123" y="457796"/>
                </a:lnTo>
                <a:lnTo>
                  <a:pt x="2652280" y="570941"/>
                </a:lnTo>
                <a:lnTo>
                  <a:pt x="2652280" y="471970"/>
                </a:lnTo>
                <a:lnTo>
                  <a:pt x="2588615" y="408305"/>
                </a:lnTo>
                <a:lnTo>
                  <a:pt x="2996920" y="0"/>
                </a:lnTo>
                <a:lnTo>
                  <a:pt x="2898038" y="0"/>
                </a:lnTo>
                <a:lnTo>
                  <a:pt x="2539174" y="358863"/>
                </a:lnTo>
                <a:lnTo>
                  <a:pt x="2180310" y="0"/>
                </a:lnTo>
                <a:lnTo>
                  <a:pt x="2081364" y="0"/>
                </a:lnTo>
                <a:lnTo>
                  <a:pt x="2489682" y="408343"/>
                </a:lnTo>
                <a:lnTo>
                  <a:pt x="2376563" y="521462"/>
                </a:lnTo>
                <a:lnTo>
                  <a:pt x="1855076" y="0"/>
                </a:lnTo>
                <a:lnTo>
                  <a:pt x="1756143" y="0"/>
                </a:lnTo>
                <a:lnTo>
                  <a:pt x="2327084" y="570941"/>
                </a:lnTo>
                <a:lnTo>
                  <a:pt x="2227796" y="670229"/>
                </a:lnTo>
                <a:lnTo>
                  <a:pt x="1557566" y="0"/>
                </a:lnTo>
                <a:lnTo>
                  <a:pt x="1458683" y="0"/>
                </a:lnTo>
                <a:lnTo>
                  <a:pt x="2178354" y="719670"/>
                </a:lnTo>
                <a:lnTo>
                  <a:pt x="2140674" y="757351"/>
                </a:lnTo>
                <a:lnTo>
                  <a:pt x="2178354" y="795045"/>
                </a:lnTo>
                <a:lnTo>
                  <a:pt x="1294447" y="1678863"/>
                </a:lnTo>
                <a:lnTo>
                  <a:pt x="372846" y="757351"/>
                </a:lnTo>
                <a:lnTo>
                  <a:pt x="1130211" y="0"/>
                </a:lnTo>
                <a:lnTo>
                  <a:pt x="1031316" y="0"/>
                </a:lnTo>
                <a:lnTo>
                  <a:pt x="273951" y="757351"/>
                </a:lnTo>
                <a:lnTo>
                  <a:pt x="1294447" y="1777847"/>
                </a:lnTo>
                <a:lnTo>
                  <a:pt x="1319187" y="1753108"/>
                </a:lnTo>
                <a:lnTo>
                  <a:pt x="1269695" y="1703616"/>
                </a:lnTo>
                <a:lnTo>
                  <a:pt x="1294536" y="1728355"/>
                </a:lnTo>
                <a:lnTo>
                  <a:pt x="1319187" y="1753108"/>
                </a:lnTo>
                <a:lnTo>
                  <a:pt x="2227796" y="844486"/>
                </a:lnTo>
                <a:lnTo>
                  <a:pt x="2327084" y="943775"/>
                </a:lnTo>
                <a:lnTo>
                  <a:pt x="1294447" y="1976424"/>
                </a:lnTo>
                <a:lnTo>
                  <a:pt x="75387" y="757351"/>
                </a:lnTo>
                <a:lnTo>
                  <a:pt x="832739" y="0"/>
                </a:lnTo>
                <a:lnTo>
                  <a:pt x="733818" y="0"/>
                </a:lnTo>
                <a:lnTo>
                  <a:pt x="0" y="733767"/>
                </a:lnTo>
                <a:lnTo>
                  <a:pt x="0" y="780948"/>
                </a:lnTo>
                <a:lnTo>
                  <a:pt x="1294447" y="2075307"/>
                </a:lnTo>
                <a:lnTo>
                  <a:pt x="1319187" y="2050567"/>
                </a:lnTo>
                <a:lnTo>
                  <a:pt x="2376563" y="993267"/>
                </a:lnTo>
                <a:lnTo>
                  <a:pt x="2489682" y="1106373"/>
                </a:lnTo>
                <a:lnTo>
                  <a:pt x="1294447" y="2301608"/>
                </a:lnTo>
                <a:lnTo>
                  <a:pt x="0" y="1007224"/>
                </a:lnTo>
                <a:lnTo>
                  <a:pt x="0" y="1106131"/>
                </a:lnTo>
                <a:lnTo>
                  <a:pt x="1294447" y="2400579"/>
                </a:lnTo>
                <a:lnTo>
                  <a:pt x="1319187" y="2375839"/>
                </a:lnTo>
                <a:lnTo>
                  <a:pt x="2539174" y="1155852"/>
                </a:lnTo>
                <a:lnTo>
                  <a:pt x="3783901" y="2400579"/>
                </a:lnTo>
                <a:lnTo>
                  <a:pt x="3808641" y="2375839"/>
                </a:lnTo>
                <a:lnTo>
                  <a:pt x="5020602" y="1163866"/>
                </a:lnTo>
                <a:lnTo>
                  <a:pt x="6257328" y="2400579"/>
                </a:lnTo>
                <a:lnTo>
                  <a:pt x="6282067" y="2375839"/>
                </a:lnTo>
                <a:lnTo>
                  <a:pt x="7562850" y="1095057"/>
                </a:lnTo>
                <a:lnTo>
                  <a:pt x="7562850" y="996086"/>
                </a:lnTo>
                <a:lnTo>
                  <a:pt x="6257328" y="2301608"/>
                </a:lnTo>
                <a:lnTo>
                  <a:pt x="5070056" y="1114412"/>
                </a:lnTo>
                <a:lnTo>
                  <a:pt x="5183200" y="1001268"/>
                </a:lnTo>
                <a:lnTo>
                  <a:pt x="6257328" y="2075307"/>
                </a:lnTo>
                <a:lnTo>
                  <a:pt x="6282067" y="2050567"/>
                </a:lnTo>
                <a:lnTo>
                  <a:pt x="7562850" y="769874"/>
                </a:lnTo>
                <a:lnTo>
                  <a:pt x="7562850" y="744829"/>
                </a:lnTo>
                <a:close/>
              </a:path>
              <a:path w="7562850" h="10696575">
                <a:moveTo>
                  <a:pt x="7562850" y="419646"/>
                </a:moveTo>
                <a:lnTo>
                  <a:pt x="7143191" y="0"/>
                </a:lnTo>
                <a:lnTo>
                  <a:pt x="7044245" y="0"/>
                </a:lnTo>
                <a:lnTo>
                  <a:pt x="7562850" y="518617"/>
                </a:lnTo>
                <a:lnTo>
                  <a:pt x="7562850" y="419646"/>
                </a:lnTo>
                <a:close/>
              </a:path>
            </a:pathLst>
          </a:custGeom>
          <a:solidFill xmlns:a="http://schemas.openxmlformats.org/drawingml/2006/main">
            <a:srgbClr val="373362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18" name="bg object 18">
            <a:extLst xmlns:a="http://schemas.openxmlformats.org/drawingml/2006/main">
              <a:ext uri="{FF2B5EF4-FFF2-40B4-BE49-F238E27FC236}">
                <a16:creationId xmlns:a16="http://schemas.microsoft.com/office/drawing/2014/main" id="{7D781E56-AB8D-4920-BEFA-B654A5BB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4481"/>
            <a:ext cx="30300654" cy="42214800"/>
          </a:xfrm>
          <a:custGeom xmlns:a="http://schemas.openxmlformats.org/drawingml/2006/main">
            <a:rect l="l" t="t" r="r" b="b"/>
            <a:pathLst>
              <a:path w="7562850" h="10191115">
                <a:moveTo>
                  <a:pt x="7562850" y="10190774"/>
                </a:moveTo>
                <a:lnTo>
                  <a:pt x="0" y="10190774"/>
                </a:lnTo>
                <a:lnTo>
                  <a:pt x="0" y="0"/>
                </a:lnTo>
                <a:lnTo>
                  <a:pt x="7562850" y="0"/>
                </a:lnTo>
                <a:lnTo>
                  <a:pt x="7562850" y="101907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66481A61-817C-4D23-8F54-4F0CA6818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2416" y="1330512"/>
            <a:ext cx="27635831" cy="6617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4300" b="0" i="0">
                <a:solidFill>
                  <a:srgbClr val="373362"/>
                </a:solidFill>
                <a:latin typeface="Tahoma"/>
                <a:ea typeface="Tahoma"/>
                <a:cs typeface="Tahoma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A8DA4E9E-E7DD-4812-9C67-BB8D7ACF27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15037" y="9844870"/>
            <a:ext cx="27270589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5D86D43A-8AE8-4AAB-8FF1-D06C06A4B9D7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10302223" y="39807506"/>
            <a:ext cx="9696209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3BB78B4B-A837-40FD-88FC-15D834E60D2B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>
          <a:xfrm xmlns:a="http://schemas.openxmlformats.org/drawingml/2006/main">
            <a:off x="1515037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11/22/2024</a:t>
            </a:fld>
          </a:p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1ADA1F0A-5847-41D6-BCEF-4A1C33FFB89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21816473" y="39807506"/>
            <a:ext cx="6969148" cy="11087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78872927844081"/>
    <p:sldLayoutId xmlns:r="http://schemas.openxmlformats.org/officeDocument/2006/relationships" id="2147483650" r:id="Rba7fa21385bf49d3"/>
    <p:sldLayoutId xmlns:r="http://schemas.openxmlformats.org/officeDocument/2006/relationships" id="2147483651" r:id="R6c84adfce514441c"/>
    <p:sldLayoutId xmlns:r="http://schemas.openxmlformats.org/officeDocument/2006/relationships" id="2147483652" r:id="R5950b20d972f41d4"/>
    <p:sldLayoutId xmlns:r="http://schemas.openxmlformats.org/officeDocument/2006/relationships" id="2147483653" r:id="R978da38d5e024c60"/>
  </p:sldLayoutIdLst>
  <p:txStyles>
    <p:titleStyle>
      <a:lvl1pPr xmlns:a="http://schemas.openxmlformats.org/drawingml/2006/main">
        <a:buNone/>
        <a:defRPr>
          <a:latin typeface="+mj-lt"/>
          <a:ea typeface="+mj-lt"/>
          <a:cs typeface="+mj-lt"/>
        </a:defRPr>
      </a:lvl1pPr>
    </p:titleStyle>
    <p:body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bodyStyle>
    <p:otherStyle>
      <a:lvl1pPr xmlns:a="http://schemas.openxmlformats.org/drawingml/2006/main" marL="0">
        <a:buNone/>
        <a:defRPr>
          <a:latin typeface="+mn-lt"/>
          <a:ea typeface="+mn-lt"/>
          <a:cs typeface="+mn-lt"/>
        </a:defRPr>
      </a:lvl1pPr>
      <a:lvl2pPr xmlns:a="http://schemas.openxmlformats.org/drawingml/2006/main" marL="1828983">
        <a:buNone/>
        <a:defRPr>
          <a:latin typeface="+mn-lt"/>
          <a:ea typeface="+mn-lt"/>
          <a:cs typeface="+mn-lt"/>
        </a:defRPr>
      </a:lvl2pPr>
      <a:lvl3pPr xmlns:a="http://schemas.openxmlformats.org/drawingml/2006/main" marL="3657966">
        <a:buNone/>
        <a:defRPr>
          <a:latin typeface="+mn-lt"/>
          <a:ea typeface="+mn-lt"/>
          <a:cs typeface="+mn-lt"/>
        </a:defRPr>
      </a:lvl3pPr>
      <a:lvl4pPr xmlns:a="http://schemas.openxmlformats.org/drawingml/2006/main" marL="5486949">
        <a:buNone/>
        <a:defRPr>
          <a:latin typeface="+mn-lt"/>
          <a:ea typeface="+mn-lt"/>
          <a:cs typeface="+mn-lt"/>
        </a:defRPr>
      </a:lvl4pPr>
      <a:lvl5pPr xmlns:a="http://schemas.openxmlformats.org/drawingml/2006/main" marL="7315932">
        <a:buNone/>
        <a:defRPr>
          <a:latin typeface="+mn-lt"/>
          <a:ea typeface="+mn-lt"/>
          <a:cs typeface="+mn-lt"/>
        </a:defRPr>
      </a:lvl5pPr>
      <a:lvl6pPr xmlns:a="http://schemas.openxmlformats.org/drawingml/2006/main" marL="9144914">
        <a:buNone/>
        <a:defRPr>
          <a:latin typeface="+mn-lt"/>
          <a:ea typeface="+mn-lt"/>
          <a:cs typeface="+mn-lt"/>
        </a:defRPr>
      </a:lvl6pPr>
      <a:lvl7pPr xmlns:a="http://schemas.openxmlformats.org/drawingml/2006/main" marL="10973897">
        <a:buNone/>
        <a:defRPr>
          <a:latin typeface="+mn-lt"/>
          <a:ea typeface="+mn-lt"/>
          <a:cs typeface="+mn-lt"/>
        </a:defRPr>
      </a:lvl7pPr>
      <a:lvl8pPr xmlns:a="http://schemas.openxmlformats.org/drawingml/2006/main" marL="12802880">
        <a:buNone/>
        <a:defRPr>
          <a:latin typeface="+mn-lt"/>
          <a:ea typeface="+mn-lt"/>
          <a:cs typeface="+mn-lt"/>
        </a:defRPr>
      </a:lvl8pPr>
      <a:lvl9pPr xmlns:a="http://schemas.openxmlformats.org/drawingml/2006/main" marL="14631863">
        <a:buNone/>
        <a:defRPr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b48594f57a423c" /><Relationship Type="http://schemas.openxmlformats.org/officeDocument/2006/relationships/image" Target="/ppt/media/image2.png" Id="R372eb27192d842ef" /><Relationship Type="http://schemas.openxmlformats.org/officeDocument/2006/relationships/image" Target="/ppt/media/image.svg" Id="R91efe0a24b4a4494" /><Relationship Type="http://schemas.openxmlformats.org/officeDocument/2006/relationships/image" Target="/ppt/media/image.png" Id="Ref8e7d557a71483b" /><Relationship Type="http://schemas.openxmlformats.org/officeDocument/2006/relationships/notesSlide" Target="/ppt/notesSlides/notesSlide1.xml" Id="Rcb8028b3d14c4fd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eb27192d842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510206" y="2141178"/>
            <a:ext cx="5181573" cy="3470677"/>
          </a:xfrm>
          <a:prstGeom xmlns:a="http://schemas.openxmlformats.org/drawingml/2006/main" prst="rect">
            <a:avLst/>
          </a:prstGeom>
        </p:spPr>
      </p:pic>
      <p:sp>
        <p:nvSpPr>
          <p:cNvPr id="2" name="object 2">
            <a:extLst xmlns:a="http://schemas.openxmlformats.org/drawingml/2006/main">
              <a:ext uri="{FF2B5EF4-FFF2-40B4-BE49-F238E27FC236}">
                <a16:creationId xmlns:a16="http://schemas.microsoft.com/office/drawing/2014/main" id="{C7203565-1505-47A6-A9A4-2D0DC5CCF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94896" y="-110897"/>
            <a:ext cx="28039656" cy="4129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797649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맑은 고딕"/>
                <a:ea typeface="맑은 고딕"/>
                <a:cs typeface="맑은 고딕"/>
              </a:rPr>
              <a:t>경찰 전용 동적 제로트러스트</a:t>
            </a:r>
          </a:p>
          <a:p xmlns:a="http://schemas.openxmlformats.org/drawingml/2006/main">
            <a:pPr algn="l">
              <a:spcBef>
                <a:spcPts val="1200"/>
              </a:spcBef>
              <a:buNone/>
            </a:pPr>
            <a:r>
              <a:rPr sz="8800">
                <a:latin typeface="맑은 고딕"/>
                <a:ea typeface="맑은 고딕"/>
                <a:cs typeface="맑은 고딕"/>
              </a:rPr>
              <a:t>접근제어 시스템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10" y="5663119"/>
            <a:ext cx="28865591" cy="1228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3362"/>
          </a:solidFill>
          <a:ln xmlns:a="http://schemas.openxmlformats.org/drawingml/2006/main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BE67EAB6-6A4A-44D2-BDB9-D4DA9A55D4A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35974" y="36413281"/>
            <a:ext cx="28798577" cy="56540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335317" rIns="0" bIns="0">
            <a:spAutoFit/>
          </a:bodyPr>
          <a:lstStyle xmlns:a="http://schemas.openxmlformats.org/drawingml/2006/main"/>
          <a:p xmlns:a="http://schemas.openxmlformats.org/drawingml/2006/main">
            <a:pPr marL="360000">
              <a:buNone/>
            </a:pPr>
            <a:r>
              <a:rPr sz="5400" b="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4. 논의 및 결론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본 시스템은 로그인 성공을 신뢰의 끝으로 보던 구조를, 매 요청을 검증하고 위험 시 즉시 차단하는 동적 제로트러스트 구조로 전환한다.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 b="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경찰 수사정보 환경에서 최소 권한, 지속 검증, 침해 가정, 명시적 검증, 완전 감사 원칙을 실제 기능으로 연결했다.</a:t>
            </a:r>
          </a:p>
          <a:p xmlns:a="http://schemas.openxmlformats.org/drawingml/2006/main">
            <a:pPr marL="1291500" indent="-571500">
              <a:lnSpc>
                <a:spcPct val="125000"/>
              </a:lnSpc>
              <a:spcBef>
                <a:spcPts val="2800"/>
              </a:spcBef>
              <a:buChar char="§"/>
            </a:pPr>
            <a:r>
              <a:rPr sz="3600" b="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기대 효과는 내부자 오남용 사전 차단, 정보 노출 최소화, 세션 전반 재평가, 3계층 append-only 로그 기반 감사 무결성 확보이다.</a:t>
            </a:r>
          </a:p>
        </p:txBody>
      </p:sp>
      <p:sp>
        <p:nvSpPr>
          <p:cNvPr id="3" name="object 6">
            <a:extLst xmlns:a="http://schemas.openxmlformats.org/drawingml/2006/main"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3476" y="6191564"/>
            <a:ext cx="14174289" cy="228139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58423" rIns="0" bIns="0">
            <a:spAutoFit/>
          </a:bodyPr>
          <a:lstStyle xmlns:a="http://schemas.openxmlformats.org/drawingml/2006/main"/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4축 위험 점수: 객체민감도 + 환경위험도 + 행위위험도 - 업무적합도로 risk_score를 산정한다.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5단계 접근/마스킹: L1 완전 허용, L2 열람 전용, L3 재인증, L4 관리자 승인, L5 차단으로 권한을 분리한다.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즉시 차단 4규칙: 동시 접속 인증 실패, 고위험 다운로드, 불가능 이동, 비허용 위치는 점수 산정 이전에 차단한다.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Confidence-Aware: confidence &lt; 0.85이면 무리한 허용/차단 대신 관리자 승인 또는 열람 전용으로 수렴한다.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Break-Glass &amp; 감사: 비상 접근은 MFA·범위·TTL·사후 심사를 요구하고 3계층 append-only 로그로 무결성을 보장한다.</a:t>
            </a:r>
          </a:p>
          <a:p xmlns:a="http://schemas.openxmlformats.org/drawingml/2006/main">
            <a:pPr marL="360000">
              <a:buNone/>
            </a:pPr>
            <a:r>
              <a:t/>
            </a:r>
          </a:p>
          <a:p xmlns:a="http://schemas.openxmlformats.org/drawingml/2006/main">
            <a:pPr marL="360000">
              <a:buNone/>
            </a:pPr>
            <a:r>
              <a:rPr sz="54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3. 시연 기반 검증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설정 및 방법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참조 발표의 시연은 실제 내부자 사건을 비담당 유출, 비허용 위치, 반복 접근 3개 흐름으로 매핑한다.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시스템은 경찰 계정·등록 기기·허용 위치·담당 사건·행동 누적을 매 요청마다 재평가한다.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비담당 Grade 4/5 접근은 묵시적 허용 대신 관리자 승인·마스킹·다운로드 차단으로 상승한다.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비허용 위치와 미등록 기기 기반 접근은 로그인 또는 다운로드 단계에서 즉시 차단된다.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반복 무단 열람은 행동위험도를 누적해 접근 레벨을 상향하고 권한을 실시간 강등한다.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모든 허용·재인증·차단·Break-Glass 흐름은 감사 로그에 남아 사후 추적과 리뷰가 가능하다.</a:t>
            </a:r>
          </a:p>
          <a:p xmlns:a="http://schemas.openxmlformats.org/drawingml/2006/main">
            <a:pPr marL="1252538" indent="-541338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사례 요약 (Fig. 2)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매트릭스는 4축 점수, 5단계 접근 결과, 핵심 보안 메커니즘의 연결 구조를 요약한다.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74" y="6276912"/>
            <a:ext cx="14096503" cy="159838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4400" indent="-914400">
              <a:buAutoNum type="arabicPeriod"/>
            </a:pPr>
            <a:r>
              <a:rPr sz="5400" spc="3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Motivation &amp; Research Goals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Ransomware poses an escalating threat to critical infrastructure, supply chains, and individuals, leading to significant disruptions.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Current anti-ransomware solutions face challenges such as operating system dependencies, reliance on kernel modifications, and susceptibility to advanced evasion techniques.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This poster introduces an OS-independent, user-space filesystem designed to detect ransomware and recover corrupted files.</a:t>
            </a:r>
          </a:p>
          <a:p xmlns:a="http://schemas.openxmlformats.org/drawingml/2006/main">
            <a:pPr marL="1274400" indent="-914400">
              <a:buNone/>
            </a:pPr>
            <a:r>
              <a:t/>
            </a:r>
          </a:p>
          <a:p xmlns:a="http://schemas.openxmlformats.org/drawingml/2006/main">
            <a:pPr marL="1274400" indent="-914400">
              <a:buAutoNum type="arabicPeriod" startAt="2"/>
            </a:pPr>
            <a:r>
              <a:rPr sz="5400" spc="300">
                <a:solidFill>
                  <a:srgbClr val="373362"/>
                </a:solidFill>
                <a:latin typeface="Norwester"/>
                <a:ea typeface="Norwester"/>
                <a:cs typeface="Norwester"/>
              </a:rPr>
              <a:t>Proposed Method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We propose </a:t>
            </a: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R-Hunt, </a:t>
            </a: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a FUSE-based filesystem for detecting ransomware and restoring attacked files</a:t>
            </a: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,</a:t>
            </a: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 which operates entirely in the user space, avoiding kernel modifications and ensuring cross-platform compatibility.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Fig. 1 shows the overall structure of R-Hunt.</a:t>
            </a:r>
          </a:p>
          <a:p xmlns:a="http://schemas.openxmlformats.org/drawingml/2006/main">
            <a:pPr marL="1291500" indent="-571500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Main features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Char char="§"/>
            </a:pPr>
            <a:r>
              <a:rPr sz="3600" b="1">
                <a:solidFill>
                  <a:srgbClr val="373362"/>
                </a:solidFill>
                <a:latin typeface="Lora"/>
                <a:ea typeface="Lora"/>
                <a:cs typeface="Lora"/>
              </a:rPr>
              <a:t>Process Whitelist: </a:t>
            </a:r>
            <a:r>
              <a:rPr sz="3600">
                <a:solidFill>
                  <a:srgbClr val="373362"/>
                </a:solidFill>
                <a:latin typeface="Lora"/>
                <a:ea typeface="Lora"/>
                <a:cs typeface="Lora"/>
              </a:rPr>
              <a:t>Allows legitimate encryption without performance degradation.</a:t>
            </a:r>
          </a:p>
          <a:p xmlns:a="http://schemas.openxmlformats.org/drawingml/2006/main">
            <a:pPr marL="1795463" indent="-542925">
              <a:spcBef>
                <a:spcPts val="2800"/>
              </a:spcBef>
              <a:buNone/>
            </a:pPr>
            <a:r>
              <a:t/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8035F0D2-FCAB-562F-E5DD-37681C6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89" y="34228687"/>
            <a:ext cx="27892869" cy="191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Fig. 2. 참조 발표 기준의 4축 위험 점수, 5단계 접근 결과, 핵심 보안 메커니즘 요약. 점수·권한·감사 로그가 매 요청 단위로 연결된다.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855" y="3502285"/>
            <a:ext cx="22167596" cy="18213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무신뢰 보안단  |  정재홍 · 허준 · 홍준원  (지도교수: 윤택영 교수)</a:t>
            </a:r>
          </a:p>
          <a:p xmlns:a="http://schemas.openxmlformats.org/drawingml/2006/main">
            <a:pPr algn="ctr">
              <a:lnSpc>
                <a:spcPts val="7000"/>
              </a:lnSpc>
              <a:buNone/>
            </a:pPr>
            <a:r>
              <a:rPr sz="4800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단국대학교 사이버보안학과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" y="294481"/>
            <a:ext cx="30022800" cy="422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7336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그림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e7d557a71483b">
            <a:extLst>
              <a:ext uri="{96DAC541-7B7A-43D3-8B79-37D633B846F1}">
                <asvg:svgBlip xmlns:asvg="http://schemas.microsoft.com/office/drawing/2016/SVG/main" r:embed="R91efe0a24b4a449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94895" y="29326681"/>
            <a:ext cx="27892869" cy="4993218"/>
          </a:xfrm>
          <a:prstGeom xmlns:a="http://schemas.openxmlformats.org/drawingml/2006/main" prst="rect">
            <a:avLst/>
          </a:prstGeom>
        </p:spPr>
      </p:pic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69" y="27867326"/>
            <a:ext cx="14701628" cy="1133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rgbClr val="373362"/>
                </a:solidFill>
                <a:latin typeface="맑은 고딕"/>
                <a:ea typeface="맑은 고딕"/>
                <a:cs typeface="맑은 고딕"/>
              </a:rPr>
              <a:t>Fig. 1. 경찰 전용 동적 ZTA 요청-결정 파이프라인.</a:t>
            </a:r>
          </a:p>
        </p:txBody>
      </p:sp>
      <p:sp>
        <p:nvSpPr>
          <p:cNvPr id="8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AC33F30-6F74-4E68-B787-8797D72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58623" y="23344618"/>
            <a:ext cx="301532" cy="1961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cxnSp>
        <p:nvCxnSpPr>
          <p:cNvPr id="28" name="직선 연결선 8"/>
          <p:cNvCxnSpPr/>
          <p:nvPr/>
        </p:nvCxnSpPr>
        <p:spPr>
          <a:xfrm xmlns:a="http://schemas.openxmlformats.org/drawingml/2006/main" rot="0">
            <a:off x="1155167" y="25871818"/>
            <a:ext cx="1398244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prstDash val="sysDash"/>
            <a:miter/>
          </a:ln>
        </p:spPr>
      </p:cxnSp>
      <p:sp>
        <p:nvSpPr>
          <p:cNvPr id="36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607776B1-1921-47C0-B575-41F9237E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0298" y="24310739"/>
            <a:ext cx="9828191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요청 맥락</a:t>
            </a:r>
          </a:p>
          <a:p xmlns:a="http://schemas.openxmlformats.org/drawingml/2006/main">
            <a:pPr algn="ctr">
              <a:buNone/>
            </a:pPr>
            <a:r>
              <a:rPr sz="400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신원 / 기기 / 위치 / 행위</a:t>
            </a:r>
          </a:p>
        </p:txBody>
      </p:sp>
      <p:sp>
        <p:nvSpPr>
          <p:cNvPr id="37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62D808AE-BD80-40FE-98EF-C55B72DF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068269"/>
            <a:ext cx="13982444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 및 위험 엔진</a:t>
            </a:r>
          </a:p>
        </p:txBody>
      </p:sp>
      <p:sp>
        <p:nvSpPr>
          <p:cNvPr id="38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74362D0B-CDBC-45E2-9413-F24E0063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6915309"/>
            <a:ext cx="11542347" cy="75264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 DB + MFA 상태</a:t>
            </a:r>
          </a:p>
        </p:txBody>
      </p:sp>
      <p:sp>
        <p:nvSpPr>
          <p:cNvPr id="39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D71D34B9-417A-4F62-9CF5-FD80DAC1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6679" y="26916937"/>
            <a:ext cx="2110928" cy="75264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72C4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</a:t>
            </a:r>
          </a:p>
        </p:txBody>
      </p:sp>
      <p:sp>
        <p:nvSpPr>
          <p:cNvPr id="40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F217A805-5DF0-4D0C-8EEC-7FF12F82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162" y="24280718"/>
            <a:ext cx="3705536" cy="123790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00000"/>
          </a:solidFill>
          <a:ln xmlns:a="http://schemas.openxmlformats.org/drawingml/2006/main" w="12700">
            <a:solidFill>
              <a:srgbClr val="2F528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40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동적 ZTA</a:t>
            </a:r>
          </a:p>
        </p:txBody>
      </p:sp>
      <p:cxnSp>
        <p:nvCxnSpPr>
          <p:cNvPr id="41" name="직선 연결선 17"/>
          <p:cNvCxnSpPr/>
          <p:nvPr/>
        </p:nvCxnSpPr>
        <p:spPr>
          <a:xfrm xmlns:a="http://schemas.openxmlformats.org/drawingml/2006/main" rot="0">
            <a:off x="3952861" y="25594534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2" name="직선 연결선 17"/>
          <p:cNvCxnSpPr/>
          <p:nvPr/>
        </p:nvCxnSpPr>
        <p:spPr>
          <a:xfrm xmlns:a="http://schemas.openxmlformats.org/drawingml/2006/main" rot="0">
            <a:off x="12018403" y="25591956"/>
            <a:ext cx="0" cy="1697095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000000"/>
            </a:solidFill>
            <a:miter/>
            <a:headEnd type="triangle" w="med" len="med"/>
            <a:tailEnd type="triangle" w="med" len="med"/>
          </a:ln>
        </p:spPr>
      </p:cxnSp>
      <p:cxnSp>
        <p:nvCxnSpPr>
          <p:cNvPr id="43" name="연결선: 구부러짐 136"/>
          <p:cNvCxnSpPr/>
          <p:nvPr/>
        </p:nvCxnSpPr>
        <p:spPr>
          <a:xfrm xmlns:a="http://schemas.openxmlformats.org/drawingml/2006/main" rot="21600000" flipH="1">
            <a:off x="1073440" y="23006791"/>
            <a:ext cx="2499" cy="1922902"/>
          </a:xfrm>
          <a:prstGeom xmlns:a="http://schemas.openxmlformats.org/drawingml/2006/main" prst="curvedConnector3">
            <a:avLst>
              <a:gd name="adj1" fmla="val 28244044"/>
            </a:avLst>
          </a:prstGeom>
          <a:ln xmlns:a="http://schemas.openxmlformats.org/drawingml/2006/main" w="76200">
            <a:headEnd type="triangle"/>
            <a:tailEnd type="triangle"/>
          </a:ln>
        </p:spPr>
        <p:style>
          <a:lnRef xmlns:a="http://schemas.openxmlformats.org/drawingml/2006/main" idx="1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0634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2026-06-12T05:01:47.8170000Z</dcterms:created>
  <dcterms:modified xsi:type="dcterms:W3CDTF">2026-06-12T05:01:47.8170000Z</dcterms:modified>
</coreProperties>
</file>