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b0d49441374d6e" /><Relationship Type="http://schemas.openxmlformats.org/officeDocument/2006/relationships/extended-properties" Target="/docProps/app.xml" Id="R02cd2cd117c54116" /><Relationship Type="http://schemas.openxmlformats.org/officeDocument/2006/relationships/officeDocument" Target="/ppt/presentation.xml" Id="Rc98dd1c48e4740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89d4c62bc248ae"/>
  </p:sldMasterIdLst>
  <p:notesMasterIdLst>
    <p:notesMasterId xmlns:r="http://schemas.openxmlformats.org/officeDocument/2006/relationships" r:id="R9073401bd5f84e37"/>
  </p:notesMasterIdLst>
  <p:sldIdLst>
    <p:sldId xmlns:r="http://schemas.openxmlformats.org/officeDocument/2006/relationships" id="256" r:id="Re8ae6e193da44895"/>
  </p:sldIdLst>
  <p:sldSz cx="30275213" cy="42803763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bb6268d94e454e" /><Relationship Type="http://schemas.openxmlformats.org/officeDocument/2006/relationships/slideMaster" Target="/ppt/slideMasters/slideMaster1.xml" Id="Rac89d4c62bc248ae" /><Relationship Type="http://schemas.openxmlformats.org/officeDocument/2006/relationships/notesMaster" Target="/ppt/notesMasters/notesMaster1.xml" Id="R9073401bd5f84e37" /><Relationship Type="http://schemas.openxmlformats.org/officeDocument/2006/relationships/presProps" Target="/ppt/presProps.xml" Id="Rb56a9e2e9b6f4022" /><Relationship Type="http://schemas.openxmlformats.org/officeDocument/2006/relationships/viewProps" Target="/ppt/viewProps.xml" Id="R337c90e0c0f94631" /><Relationship Type="http://schemas.openxmlformats.org/officeDocument/2006/relationships/tableStyles" Target="/ppt/tableStyles.xml" Id="R6b4a90c6dd0941f5" /><Relationship Type="http://schemas.openxmlformats.org/officeDocument/2006/relationships/slide" Target="/ppt/slides/slide1.xml" Id="Re8ae6e193da448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3e9215b70043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825e350ac74da0" /><Relationship Type="http://schemas.openxmlformats.org/officeDocument/2006/relationships/notesMaster" Target="/ppt/notesMasters/notesMaster1.xml" Id="R585ae5bba95244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22abd7ef1240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4c208dba9d4e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e674a5c38546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ce5a9f02f4e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6a6dd28dc04710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2BE2E78-5EE5-4EBE-8E42-90BD2B9CA8E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72546" y="13269164"/>
            <a:ext cx="25755554" cy="66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9625D93C-D487-4420-83BF-B3E54E571D9E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545098" y="23970113"/>
            <a:ext cx="21210458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FF3D5D55-EE4E-491A-AD2F-3D8DE35C8E6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D6466F7-6ECA-4ED1-9F9E-8ED8B55DA27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4DBFADC-31EA-4E96-A4B6-89DD141CCA7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4794A862-76D8-44F5-81BC-B2D041908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B05DA6BB-5DAD-47D6-9956-2B8BDE8B20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90B3E69-BC2C-4732-A34F-A4E4754FF09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CE1815C1-2116-4B09-B86B-8D5EF69510D2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3005B063-4225-493C-879B-9BD01920D383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375D737A-E972-4014-817D-6F24566D9F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A93BD1D-1E64-430B-9191-127E3ABE49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15037" y="9844870"/>
            <a:ext cx="13180782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E192FA5-1607-406D-A2E6-787FC399A6F5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6153871" y="11536227"/>
            <a:ext cx="11270520" cy="6156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4000" b="1" i="0">
                <a:solidFill>
                  <a:schemeClr val="tx1"/>
                </a:solidFill>
                <a:latin typeface="Book Antiqua"/>
                <a:ea typeface="Book Antiqua"/>
                <a:cs typeface="Book Antiqua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723F4882-0D01-4A77-82C2-BC2D592A57B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58BA99A5-DBDF-4570-ACA9-9F392E2B12F8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B08E87B8-898C-4D19-B7A2-DFC092A1C7C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EF36C51-AFFF-4F25-964C-B1FCE3DFF7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D06B33E-7CB0-48A0-BD43-497EF5E6AFE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EC524AF8-4E72-4216-A5D1-3A5518666F4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7DC2D0D1-5819-4E01-B36A-AAAB23B2A4C2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CCEA099-3361-478D-9FDB-D34627E4A18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3D4F5A11-CBF8-401B-AB2E-F0117BE356E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6D41FCB3-0967-4DBD-B56D-A4647416FFA5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5cf194e7be4404b" /><Relationship Type="http://schemas.openxmlformats.org/officeDocument/2006/relationships/theme" Target="/ppt/slideMasters/theme/theme2.xml" Id="R2eacdd27f75b4f2e" /><Relationship Type="http://schemas.openxmlformats.org/officeDocument/2006/relationships/slideLayout" Target="/ppt/slideLayouts/slideLayout1.xml" Id="R640813e2b2af4cd8" /><Relationship Type="http://schemas.openxmlformats.org/officeDocument/2006/relationships/slideLayout" Target="/ppt/slideLayouts/slideLayout2.xml" Id="Raa4af2367b6447cc" /><Relationship Type="http://schemas.openxmlformats.org/officeDocument/2006/relationships/slideLayout" Target="/ppt/slideLayouts/slideLayout3.xml" Id="Rcc2bc4a6da384616" /><Relationship Type="http://schemas.openxmlformats.org/officeDocument/2006/relationships/slideLayout" Target="/ppt/slideLayouts/slideLayout4.xml" Id="Rc46fc64ad55346f0" /><Relationship Type="http://schemas.openxmlformats.org/officeDocument/2006/relationships/slideLayout" Target="/ppt/slideLayouts/slideLayout5.xml" Id="R67982e6294f44f1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g 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f194e7be440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81056"/>
            <a:ext cx="30300654" cy="41910001"/>
          </a:xfrm>
          <a:prstGeom xmlns:a="http://schemas.openxmlformats.org/drawingml/2006/main" prst="rect">
            <a:avLst/>
          </a:prstGeom>
        </p:spPr>
      </p:pic>
      <p:sp>
        <p:nvSpPr>
          <p:cNvPr id="17" name="bg object 17">
            <a:extLst xmlns:a="http://schemas.openxmlformats.org/drawingml/2006/main">
              <a:ext uri="{FF2B5EF4-FFF2-40B4-BE49-F238E27FC236}">
                <a16:creationId xmlns:a16="http://schemas.microsoft.com/office/drawing/2014/main" id="{96EC0D05-044A-4545-91CB-29257ADA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300654" cy="42791112"/>
          </a:xfrm>
          <a:custGeom xmlns:a="http://schemas.openxmlformats.org/drawingml/2006/main">
            <a:rect l="l" t="t" r="r" b="b"/>
            <a:pathLst>
              <a:path w="7562850" h="10696575">
                <a:moveTo>
                  <a:pt x="507479" y="0"/>
                </a:moveTo>
                <a:lnTo>
                  <a:pt x="408584" y="0"/>
                </a:lnTo>
                <a:lnTo>
                  <a:pt x="0" y="408584"/>
                </a:lnTo>
                <a:lnTo>
                  <a:pt x="0" y="507479"/>
                </a:lnTo>
                <a:lnTo>
                  <a:pt x="507479" y="0"/>
                </a:lnTo>
                <a:close/>
              </a:path>
              <a:path w="7562850" h="10696575">
                <a:moveTo>
                  <a:pt x="537692" y="10696575"/>
                </a:moveTo>
                <a:lnTo>
                  <a:pt x="0" y="10158908"/>
                </a:lnTo>
                <a:lnTo>
                  <a:pt x="0" y="10257803"/>
                </a:lnTo>
                <a:lnTo>
                  <a:pt x="438759" y="10696575"/>
                </a:lnTo>
                <a:lnTo>
                  <a:pt x="537692" y="10696575"/>
                </a:lnTo>
                <a:close/>
              </a:path>
              <a:path w="7562850" h="10696575">
                <a:moveTo>
                  <a:pt x="1534642" y="757351"/>
                </a:moveTo>
                <a:lnTo>
                  <a:pt x="1435658" y="658418"/>
                </a:lnTo>
                <a:lnTo>
                  <a:pt x="1435658" y="757351"/>
                </a:lnTo>
                <a:lnTo>
                  <a:pt x="1294447" y="898575"/>
                </a:lnTo>
                <a:lnTo>
                  <a:pt x="1153236" y="757351"/>
                </a:lnTo>
                <a:lnTo>
                  <a:pt x="1294447" y="616140"/>
                </a:lnTo>
                <a:lnTo>
                  <a:pt x="1435658" y="757351"/>
                </a:lnTo>
                <a:lnTo>
                  <a:pt x="1435658" y="658418"/>
                </a:lnTo>
                <a:lnTo>
                  <a:pt x="1393367" y="616140"/>
                </a:lnTo>
                <a:lnTo>
                  <a:pt x="1294447" y="517258"/>
                </a:lnTo>
                <a:lnTo>
                  <a:pt x="1054341" y="757351"/>
                </a:lnTo>
                <a:lnTo>
                  <a:pt x="1294447" y="997458"/>
                </a:lnTo>
                <a:lnTo>
                  <a:pt x="1319187" y="972718"/>
                </a:lnTo>
                <a:lnTo>
                  <a:pt x="1534642" y="757351"/>
                </a:lnTo>
                <a:close/>
              </a:path>
              <a:path w="7562850" h="10696575">
                <a:moveTo>
                  <a:pt x="1570672" y="9945065"/>
                </a:moveTo>
                <a:lnTo>
                  <a:pt x="1471688" y="9846132"/>
                </a:lnTo>
                <a:lnTo>
                  <a:pt x="1471688" y="9945065"/>
                </a:lnTo>
                <a:lnTo>
                  <a:pt x="1330477" y="10086276"/>
                </a:lnTo>
                <a:lnTo>
                  <a:pt x="1189266" y="9945065"/>
                </a:lnTo>
                <a:lnTo>
                  <a:pt x="1330477" y="9803854"/>
                </a:lnTo>
                <a:lnTo>
                  <a:pt x="1471688" y="9945065"/>
                </a:lnTo>
                <a:lnTo>
                  <a:pt x="1471688" y="9846132"/>
                </a:lnTo>
                <a:lnTo>
                  <a:pt x="1429397" y="9803854"/>
                </a:lnTo>
                <a:lnTo>
                  <a:pt x="1330477" y="9704959"/>
                </a:lnTo>
                <a:lnTo>
                  <a:pt x="1090371" y="9945065"/>
                </a:lnTo>
                <a:lnTo>
                  <a:pt x="1330477" y="10185171"/>
                </a:lnTo>
                <a:lnTo>
                  <a:pt x="1355217" y="10160419"/>
                </a:lnTo>
                <a:lnTo>
                  <a:pt x="1570672" y="9945065"/>
                </a:lnTo>
                <a:close/>
              </a:path>
              <a:path w="7562850" h="10696575">
                <a:moveTo>
                  <a:pt x="1781644" y="757351"/>
                </a:moveTo>
                <a:lnTo>
                  <a:pt x="1682762" y="658495"/>
                </a:lnTo>
                <a:lnTo>
                  <a:pt x="1682762" y="757351"/>
                </a:lnTo>
                <a:lnTo>
                  <a:pt x="1294447" y="1145590"/>
                </a:lnTo>
                <a:lnTo>
                  <a:pt x="906221" y="757351"/>
                </a:lnTo>
                <a:lnTo>
                  <a:pt x="1294447" y="369138"/>
                </a:lnTo>
                <a:lnTo>
                  <a:pt x="1682762" y="757351"/>
                </a:lnTo>
                <a:lnTo>
                  <a:pt x="1682762" y="658495"/>
                </a:lnTo>
                <a:lnTo>
                  <a:pt x="1393355" y="369138"/>
                </a:lnTo>
                <a:lnTo>
                  <a:pt x="1294447" y="270243"/>
                </a:lnTo>
                <a:lnTo>
                  <a:pt x="807326" y="757351"/>
                </a:lnTo>
                <a:lnTo>
                  <a:pt x="1294447" y="1244561"/>
                </a:lnTo>
                <a:lnTo>
                  <a:pt x="1319187" y="1219822"/>
                </a:lnTo>
                <a:lnTo>
                  <a:pt x="1269695" y="1170330"/>
                </a:lnTo>
                <a:lnTo>
                  <a:pt x="1294536" y="1195070"/>
                </a:lnTo>
                <a:lnTo>
                  <a:pt x="1319187" y="1219822"/>
                </a:lnTo>
                <a:lnTo>
                  <a:pt x="1781644" y="757351"/>
                </a:lnTo>
                <a:close/>
              </a:path>
              <a:path w="7562850" h="10696575">
                <a:moveTo>
                  <a:pt x="1817674" y="9945065"/>
                </a:moveTo>
                <a:lnTo>
                  <a:pt x="1718792" y="9846208"/>
                </a:lnTo>
                <a:lnTo>
                  <a:pt x="1718792" y="9945065"/>
                </a:lnTo>
                <a:lnTo>
                  <a:pt x="1330477" y="10333291"/>
                </a:lnTo>
                <a:lnTo>
                  <a:pt x="942251" y="9945065"/>
                </a:lnTo>
                <a:lnTo>
                  <a:pt x="1330477" y="9556839"/>
                </a:lnTo>
                <a:lnTo>
                  <a:pt x="1718792" y="9945065"/>
                </a:lnTo>
                <a:lnTo>
                  <a:pt x="1718792" y="9846208"/>
                </a:lnTo>
                <a:lnTo>
                  <a:pt x="1429385" y="9556839"/>
                </a:lnTo>
                <a:lnTo>
                  <a:pt x="1330477" y="9457944"/>
                </a:lnTo>
                <a:lnTo>
                  <a:pt x="843356" y="9945065"/>
                </a:lnTo>
                <a:lnTo>
                  <a:pt x="1330477" y="10432275"/>
                </a:lnTo>
                <a:lnTo>
                  <a:pt x="1355217" y="10407523"/>
                </a:lnTo>
                <a:lnTo>
                  <a:pt x="1305725" y="10358031"/>
                </a:lnTo>
                <a:lnTo>
                  <a:pt x="1330566" y="10382783"/>
                </a:lnTo>
                <a:lnTo>
                  <a:pt x="1355217" y="10407523"/>
                </a:lnTo>
                <a:lnTo>
                  <a:pt x="1817674" y="9945065"/>
                </a:lnTo>
                <a:close/>
              </a:path>
              <a:path w="7562850" h="10696575">
                <a:moveTo>
                  <a:pt x="2037232" y="757351"/>
                </a:moveTo>
                <a:lnTo>
                  <a:pt x="1938248" y="658393"/>
                </a:lnTo>
                <a:lnTo>
                  <a:pt x="1938248" y="757351"/>
                </a:lnTo>
                <a:lnTo>
                  <a:pt x="1294447" y="1401165"/>
                </a:lnTo>
                <a:lnTo>
                  <a:pt x="650722" y="757351"/>
                </a:lnTo>
                <a:lnTo>
                  <a:pt x="1294447" y="113550"/>
                </a:lnTo>
                <a:lnTo>
                  <a:pt x="1938248" y="757351"/>
                </a:lnTo>
                <a:lnTo>
                  <a:pt x="1938248" y="658393"/>
                </a:lnTo>
                <a:lnTo>
                  <a:pt x="1393342" y="113550"/>
                </a:lnTo>
                <a:lnTo>
                  <a:pt x="1294447" y="14655"/>
                </a:lnTo>
                <a:lnTo>
                  <a:pt x="551738" y="757351"/>
                </a:lnTo>
                <a:lnTo>
                  <a:pt x="1294447" y="1500060"/>
                </a:lnTo>
                <a:lnTo>
                  <a:pt x="1319187" y="1475308"/>
                </a:lnTo>
                <a:lnTo>
                  <a:pt x="2037232" y="757351"/>
                </a:lnTo>
                <a:close/>
              </a:path>
              <a:path w="7562850" h="10696575">
                <a:moveTo>
                  <a:pt x="2073262" y="9945065"/>
                </a:moveTo>
                <a:lnTo>
                  <a:pt x="1974278" y="9846094"/>
                </a:lnTo>
                <a:lnTo>
                  <a:pt x="1974278" y="9945065"/>
                </a:lnTo>
                <a:lnTo>
                  <a:pt x="1330477" y="10588866"/>
                </a:lnTo>
                <a:lnTo>
                  <a:pt x="686752" y="9945065"/>
                </a:lnTo>
                <a:lnTo>
                  <a:pt x="1330477" y="9301264"/>
                </a:lnTo>
                <a:lnTo>
                  <a:pt x="1974278" y="9945065"/>
                </a:lnTo>
                <a:lnTo>
                  <a:pt x="1974278" y="9846094"/>
                </a:lnTo>
                <a:lnTo>
                  <a:pt x="1429385" y="9301264"/>
                </a:lnTo>
                <a:lnTo>
                  <a:pt x="1330477" y="9202369"/>
                </a:lnTo>
                <a:lnTo>
                  <a:pt x="587781" y="9945065"/>
                </a:lnTo>
                <a:lnTo>
                  <a:pt x="1330477" y="10687761"/>
                </a:lnTo>
                <a:lnTo>
                  <a:pt x="1355217" y="10663022"/>
                </a:lnTo>
                <a:lnTo>
                  <a:pt x="2073262" y="9945065"/>
                </a:lnTo>
                <a:close/>
              </a:path>
              <a:path w="7562850" h="10696575">
                <a:moveTo>
                  <a:pt x="4024084" y="757351"/>
                </a:moveTo>
                <a:lnTo>
                  <a:pt x="3925112" y="658418"/>
                </a:lnTo>
                <a:lnTo>
                  <a:pt x="3925112" y="757351"/>
                </a:lnTo>
                <a:lnTo>
                  <a:pt x="3783901" y="898575"/>
                </a:lnTo>
                <a:lnTo>
                  <a:pt x="3642677" y="757351"/>
                </a:lnTo>
                <a:lnTo>
                  <a:pt x="3783901" y="616140"/>
                </a:lnTo>
                <a:lnTo>
                  <a:pt x="3925112" y="757351"/>
                </a:lnTo>
                <a:lnTo>
                  <a:pt x="3925112" y="658418"/>
                </a:lnTo>
                <a:lnTo>
                  <a:pt x="3882821" y="616140"/>
                </a:lnTo>
                <a:lnTo>
                  <a:pt x="3783901" y="517258"/>
                </a:lnTo>
                <a:lnTo>
                  <a:pt x="3543795" y="757351"/>
                </a:lnTo>
                <a:lnTo>
                  <a:pt x="3783901" y="997458"/>
                </a:lnTo>
                <a:lnTo>
                  <a:pt x="3808641" y="972718"/>
                </a:lnTo>
                <a:lnTo>
                  <a:pt x="4024084" y="757351"/>
                </a:lnTo>
                <a:close/>
              </a:path>
              <a:path w="7562850" h="10696575">
                <a:moveTo>
                  <a:pt x="4052392" y="9945065"/>
                </a:moveTo>
                <a:lnTo>
                  <a:pt x="3953408" y="9846119"/>
                </a:lnTo>
                <a:lnTo>
                  <a:pt x="3953408" y="9945065"/>
                </a:lnTo>
                <a:lnTo>
                  <a:pt x="3812197" y="10086276"/>
                </a:lnTo>
                <a:lnTo>
                  <a:pt x="3670985" y="9945065"/>
                </a:lnTo>
                <a:lnTo>
                  <a:pt x="3812197" y="9803854"/>
                </a:lnTo>
                <a:lnTo>
                  <a:pt x="3953408" y="9945065"/>
                </a:lnTo>
                <a:lnTo>
                  <a:pt x="3953408" y="9846119"/>
                </a:lnTo>
                <a:lnTo>
                  <a:pt x="3911130" y="9803854"/>
                </a:lnTo>
                <a:lnTo>
                  <a:pt x="3812197" y="9704959"/>
                </a:lnTo>
                <a:lnTo>
                  <a:pt x="3572091" y="9945065"/>
                </a:lnTo>
                <a:lnTo>
                  <a:pt x="3812197" y="10185171"/>
                </a:lnTo>
                <a:lnTo>
                  <a:pt x="3836936" y="10160419"/>
                </a:lnTo>
                <a:lnTo>
                  <a:pt x="4052392" y="9945065"/>
                </a:lnTo>
                <a:close/>
              </a:path>
              <a:path w="7562850" h="10696575">
                <a:moveTo>
                  <a:pt x="4271099" y="757351"/>
                </a:moveTo>
                <a:lnTo>
                  <a:pt x="4172204" y="658482"/>
                </a:lnTo>
                <a:lnTo>
                  <a:pt x="4172204" y="757351"/>
                </a:lnTo>
                <a:lnTo>
                  <a:pt x="3783901" y="1145590"/>
                </a:lnTo>
                <a:lnTo>
                  <a:pt x="3395675" y="757351"/>
                </a:lnTo>
                <a:lnTo>
                  <a:pt x="3783901" y="369138"/>
                </a:lnTo>
                <a:lnTo>
                  <a:pt x="4172204" y="757351"/>
                </a:lnTo>
                <a:lnTo>
                  <a:pt x="4172204" y="658482"/>
                </a:lnTo>
                <a:lnTo>
                  <a:pt x="3882809" y="369138"/>
                </a:lnTo>
                <a:lnTo>
                  <a:pt x="3783901" y="270243"/>
                </a:lnTo>
                <a:lnTo>
                  <a:pt x="3296780" y="757351"/>
                </a:lnTo>
                <a:lnTo>
                  <a:pt x="3783901" y="1244561"/>
                </a:lnTo>
                <a:lnTo>
                  <a:pt x="3808641" y="1219822"/>
                </a:lnTo>
                <a:lnTo>
                  <a:pt x="3759149" y="1170330"/>
                </a:lnTo>
                <a:lnTo>
                  <a:pt x="3783977" y="1195070"/>
                </a:lnTo>
                <a:lnTo>
                  <a:pt x="3808641" y="1219822"/>
                </a:lnTo>
                <a:lnTo>
                  <a:pt x="4271099" y="757351"/>
                </a:lnTo>
                <a:close/>
              </a:path>
              <a:path w="7562850" h="10696575">
                <a:moveTo>
                  <a:pt x="4299407" y="9945065"/>
                </a:moveTo>
                <a:lnTo>
                  <a:pt x="4200512" y="9846196"/>
                </a:lnTo>
                <a:lnTo>
                  <a:pt x="4200512" y="9945065"/>
                </a:lnTo>
                <a:lnTo>
                  <a:pt x="3812197" y="10333291"/>
                </a:lnTo>
                <a:lnTo>
                  <a:pt x="3423970" y="9945065"/>
                </a:lnTo>
                <a:lnTo>
                  <a:pt x="3812197" y="9556839"/>
                </a:lnTo>
                <a:lnTo>
                  <a:pt x="4200512" y="9945065"/>
                </a:lnTo>
                <a:lnTo>
                  <a:pt x="4200512" y="9846196"/>
                </a:lnTo>
                <a:lnTo>
                  <a:pt x="3911104" y="9556839"/>
                </a:lnTo>
                <a:lnTo>
                  <a:pt x="3812197" y="9457944"/>
                </a:lnTo>
                <a:lnTo>
                  <a:pt x="3325076" y="9945065"/>
                </a:lnTo>
                <a:lnTo>
                  <a:pt x="3812197" y="10432275"/>
                </a:lnTo>
                <a:lnTo>
                  <a:pt x="3836936" y="10407523"/>
                </a:lnTo>
                <a:lnTo>
                  <a:pt x="3787457" y="10358031"/>
                </a:lnTo>
                <a:lnTo>
                  <a:pt x="3812286" y="10382783"/>
                </a:lnTo>
                <a:lnTo>
                  <a:pt x="3836936" y="10407523"/>
                </a:lnTo>
                <a:lnTo>
                  <a:pt x="4299407" y="9945065"/>
                </a:lnTo>
                <a:close/>
              </a:path>
              <a:path w="7562850" h="10696575">
                <a:moveTo>
                  <a:pt x="4526686" y="757351"/>
                </a:moveTo>
                <a:lnTo>
                  <a:pt x="4427702" y="658393"/>
                </a:lnTo>
                <a:lnTo>
                  <a:pt x="4427702" y="757351"/>
                </a:lnTo>
                <a:lnTo>
                  <a:pt x="3783901" y="1401165"/>
                </a:lnTo>
                <a:lnTo>
                  <a:pt x="3140176" y="757351"/>
                </a:lnTo>
                <a:lnTo>
                  <a:pt x="3783901" y="113550"/>
                </a:lnTo>
                <a:lnTo>
                  <a:pt x="4427702" y="757351"/>
                </a:lnTo>
                <a:lnTo>
                  <a:pt x="4427702" y="658393"/>
                </a:lnTo>
                <a:lnTo>
                  <a:pt x="3882796" y="113550"/>
                </a:lnTo>
                <a:lnTo>
                  <a:pt x="3783901" y="14655"/>
                </a:lnTo>
                <a:lnTo>
                  <a:pt x="3041192" y="757351"/>
                </a:lnTo>
                <a:lnTo>
                  <a:pt x="3783901" y="1500060"/>
                </a:lnTo>
                <a:lnTo>
                  <a:pt x="3808641" y="1475308"/>
                </a:lnTo>
                <a:lnTo>
                  <a:pt x="4526686" y="757351"/>
                </a:lnTo>
                <a:close/>
              </a:path>
              <a:path w="7562850" h="10696575">
                <a:moveTo>
                  <a:pt x="4554982" y="9945065"/>
                </a:moveTo>
                <a:lnTo>
                  <a:pt x="4455998" y="9846094"/>
                </a:lnTo>
                <a:lnTo>
                  <a:pt x="4455998" y="9945065"/>
                </a:lnTo>
                <a:lnTo>
                  <a:pt x="3812197" y="10588866"/>
                </a:lnTo>
                <a:lnTo>
                  <a:pt x="3168472" y="9945065"/>
                </a:lnTo>
                <a:lnTo>
                  <a:pt x="3812197" y="9301264"/>
                </a:lnTo>
                <a:lnTo>
                  <a:pt x="4455998" y="9945065"/>
                </a:lnTo>
                <a:lnTo>
                  <a:pt x="4455998" y="9846094"/>
                </a:lnTo>
                <a:lnTo>
                  <a:pt x="3911104" y="9301264"/>
                </a:lnTo>
                <a:lnTo>
                  <a:pt x="3812197" y="9202369"/>
                </a:lnTo>
                <a:lnTo>
                  <a:pt x="3069501" y="9945065"/>
                </a:lnTo>
                <a:lnTo>
                  <a:pt x="3812197" y="10687761"/>
                </a:lnTo>
                <a:lnTo>
                  <a:pt x="3836936" y="10663022"/>
                </a:lnTo>
                <a:lnTo>
                  <a:pt x="4554982" y="9945065"/>
                </a:lnTo>
                <a:close/>
              </a:path>
              <a:path w="7562850" h="10696575">
                <a:moveTo>
                  <a:pt x="6497523" y="757351"/>
                </a:moveTo>
                <a:lnTo>
                  <a:pt x="6398539" y="658418"/>
                </a:lnTo>
                <a:lnTo>
                  <a:pt x="6398539" y="757351"/>
                </a:lnTo>
                <a:lnTo>
                  <a:pt x="6257328" y="898575"/>
                </a:lnTo>
                <a:lnTo>
                  <a:pt x="6116117" y="757351"/>
                </a:lnTo>
                <a:lnTo>
                  <a:pt x="6257328" y="616140"/>
                </a:lnTo>
                <a:lnTo>
                  <a:pt x="6398539" y="757351"/>
                </a:lnTo>
                <a:lnTo>
                  <a:pt x="6398539" y="658418"/>
                </a:lnTo>
                <a:lnTo>
                  <a:pt x="6356248" y="616140"/>
                </a:lnTo>
                <a:lnTo>
                  <a:pt x="6257328" y="517258"/>
                </a:lnTo>
                <a:lnTo>
                  <a:pt x="6017222" y="757351"/>
                </a:lnTo>
                <a:lnTo>
                  <a:pt x="6257328" y="997458"/>
                </a:lnTo>
                <a:lnTo>
                  <a:pt x="6282067" y="972718"/>
                </a:lnTo>
                <a:lnTo>
                  <a:pt x="6497523" y="757351"/>
                </a:lnTo>
                <a:close/>
              </a:path>
              <a:path w="7562850" h="10696575">
                <a:moveTo>
                  <a:pt x="6744525" y="757351"/>
                </a:moveTo>
                <a:lnTo>
                  <a:pt x="6645643" y="658495"/>
                </a:lnTo>
                <a:lnTo>
                  <a:pt x="6645643" y="757351"/>
                </a:lnTo>
                <a:lnTo>
                  <a:pt x="6257328" y="1145590"/>
                </a:lnTo>
                <a:lnTo>
                  <a:pt x="5869102" y="757351"/>
                </a:lnTo>
                <a:lnTo>
                  <a:pt x="6257328" y="369138"/>
                </a:lnTo>
                <a:lnTo>
                  <a:pt x="6645643" y="757351"/>
                </a:lnTo>
                <a:lnTo>
                  <a:pt x="6645643" y="658495"/>
                </a:lnTo>
                <a:lnTo>
                  <a:pt x="6356236" y="369138"/>
                </a:lnTo>
                <a:lnTo>
                  <a:pt x="6257328" y="270243"/>
                </a:lnTo>
                <a:lnTo>
                  <a:pt x="5770207" y="757351"/>
                </a:lnTo>
                <a:lnTo>
                  <a:pt x="6257328" y="1244561"/>
                </a:lnTo>
                <a:lnTo>
                  <a:pt x="6282067" y="1219822"/>
                </a:lnTo>
                <a:lnTo>
                  <a:pt x="6232576" y="1170330"/>
                </a:lnTo>
                <a:lnTo>
                  <a:pt x="6257417" y="1195070"/>
                </a:lnTo>
                <a:lnTo>
                  <a:pt x="6282067" y="1219822"/>
                </a:lnTo>
                <a:lnTo>
                  <a:pt x="6744525" y="757351"/>
                </a:lnTo>
                <a:close/>
              </a:path>
              <a:path w="7562850" h="10696575">
                <a:moveTo>
                  <a:pt x="7000113" y="757351"/>
                </a:moveTo>
                <a:lnTo>
                  <a:pt x="6901129" y="658393"/>
                </a:lnTo>
                <a:lnTo>
                  <a:pt x="6901129" y="757351"/>
                </a:lnTo>
                <a:lnTo>
                  <a:pt x="6257328" y="1401165"/>
                </a:lnTo>
                <a:lnTo>
                  <a:pt x="5613603" y="757351"/>
                </a:lnTo>
                <a:lnTo>
                  <a:pt x="6257328" y="113550"/>
                </a:lnTo>
                <a:lnTo>
                  <a:pt x="6901129" y="757351"/>
                </a:lnTo>
                <a:lnTo>
                  <a:pt x="6901129" y="658393"/>
                </a:lnTo>
                <a:lnTo>
                  <a:pt x="6356223" y="113550"/>
                </a:lnTo>
                <a:lnTo>
                  <a:pt x="6257328" y="14655"/>
                </a:lnTo>
                <a:lnTo>
                  <a:pt x="5514619" y="757351"/>
                </a:lnTo>
                <a:lnTo>
                  <a:pt x="6257328" y="1500060"/>
                </a:lnTo>
                <a:lnTo>
                  <a:pt x="6282067" y="1475308"/>
                </a:lnTo>
                <a:lnTo>
                  <a:pt x="7000113" y="757351"/>
                </a:lnTo>
                <a:close/>
              </a:path>
              <a:path w="7562850" h="10696575">
                <a:moveTo>
                  <a:pt x="7036143" y="9945065"/>
                </a:moveTo>
                <a:lnTo>
                  <a:pt x="6937159" y="9846094"/>
                </a:lnTo>
                <a:lnTo>
                  <a:pt x="6937159" y="9945065"/>
                </a:lnTo>
                <a:lnTo>
                  <a:pt x="6293358" y="10588866"/>
                </a:lnTo>
                <a:lnTo>
                  <a:pt x="5649633" y="9945065"/>
                </a:lnTo>
                <a:lnTo>
                  <a:pt x="6293358" y="9301264"/>
                </a:lnTo>
                <a:lnTo>
                  <a:pt x="6937159" y="9945065"/>
                </a:lnTo>
                <a:lnTo>
                  <a:pt x="6937159" y="9846094"/>
                </a:lnTo>
                <a:lnTo>
                  <a:pt x="6392265" y="9301264"/>
                </a:lnTo>
                <a:lnTo>
                  <a:pt x="6293358" y="9202369"/>
                </a:lnTo>
                <a:lnTo>
                  <a:pt x="5550662" y="9945065"/>
                </a:lnTo>
                <a:lnTo>
                  <a:pt x="6293358" y="10687761"/>
                </a:lnTo>
                <a:lnTo>
                  <a:pt x="6318097" y="10663022"/>
                </a:lnTo>
                <a:lnTo>
                  <a:pt x="7036143" y="9945065"/>
                </a:lnTo>
                <a:close/>
              </a:path>
              <a:path w="7562850" h="10696575">
                <a:moveTo>
                  <a:pt x="7562850" y="10219817"/>
                </a:moveTo>
                <a:lnTo>
                  <a:pt x="7086092" y="10696575"/>
                </a:lnTo>
                <a:lnTo>
                  <a:pt x="7185076" y="10696575"/>
                </a:lnTo>
                <a:lnTo>
                  <a:pt x="7562850" y="10318801"/>
                </a:lnTo>
                <a:lnTo>
                  <a:pt x="7562850" y="10219817"/>
                </a:lnTo>
                <a:close/>
              </a:path>
              <a:path w="7562850" h="10696575">
                <a:moveTo>
                  <a:pt x="7562850" y="9571330"/>
                </a:moveTo>
                <a:lnTo>
                  <a:pt x="6392253" y="8400732"/>
                </a:lnTo>
                <a:lnTo>
                  <a:pt x="6293358" y="8301837"/>
                </a:lnTo>
                <a:lnTo>
                  <a:pt x="5052771" y="9542424"/>
                </a:lnTo>
                <a:lnTo>
                  <a:pt x="5003292" y="9492945"/>
                </a:lnTo>
                <a:lnTo>
                  <a:pt x="5003292" y="9591904"/>
                </a:lnTo>
                <a:lnTo>
                  <a:pt x="4890173" y="9705022"/>
                </a:lnTo>
                <a:lnTo>
                  <a:pt x="4840694" y="9655556"/>
                </a:lnTo>
                <a:lnTo>
                  <a:pt x="4840694" y="9754502"/>
                </a:lnTo>
                <a:lnTo>
                  <a:pt x="4741405" y="9853790"/>
                </a:lnTo>
                <a:lnTo>
                  <a:pt x="3911092" y="9023464"/>
                </a:lnTo>
                <a:lnTo>
                  <a:pt x="3812197" y="8924569"/>
                </a:lnTo>
                <a:lnTo>
                  <a:pt x="2882696" y="9854070"/>
                </a:lnTo>
                <a:lnTo>
                  <a:pt x="2833205" y="9804578"/>
                </a:lnTo>
                <a:lnTo>
                  <a:pt x="2833205" y="9903562"/>
                </a:lnTo>
                <a:lnTo>
                  <a:pt x="2791701" y="9945065"/>
                </a:lnTo>
                <a:lnTo>
                  <a:pt x="2833205" y="9986581"/>
                </a:lnTo>
                <a:lnTo>
                  <a:pt x="2733916" y="10085870"/>
                </a:lnTo>
                <a:lnTo>
                  <a:pt x="2684437" y="10036391"/>
                </a:lnTo>
                <a:lnTo>
                  <a:pt x="2684437" y="10135349"/>
                </a:lnTo>
                <a:lnTo>
                  <a:pt x="2571292" y="10248494"/>
                </a:lnTo>
                <a:lnTo>
                  <a:pt x="2458174" y="10135387"/>
                </a:lnTo>
                <a:lnTo>
                  <a:pt x="2571331" y="10022256"/>
                </a:lnTo>
                <a:lnTo>
                  <a:pt x="2684437" y="10135349"/>
                </a:lnTo>
                <a:lnTo>
                  <a:pt x="2684437" y="10036391"/>
                </a:lnTo>
                <a:lnTo>
                  <a:pt x="2620822" y="9972764"/>
                </a:lnTo>
                <a:lnTo>
                  <a:pt x="2648521" y="9945065"/>
                </a:lnTo>
                <a:lnTo>
                  <a:pt x="2620822" y="9917379"/>
                </a:lnTo>
                <a:lnTo>
                  <a:pt x="2733929" y="9804273"/>
                </a:lnTo>
                <a:lnTo>
                  <a:pt x="2833205" y="9903562"/>
                </a:lnTo>
                <a:lnTo>
                  <a:pt x="2833205" y="9804578"/>
                </a:lnTo>
                <a:lnTo>
                  <a:pt x="2783421" y="9754781"/>
                </a:lnTo>
                <a:lnTo>
                  <a:pt x="3812197" y="8726005"/>
                </a:lnTo>
                <a:lnTo>
                  <a:pt x="4840694" y="9754502"/>
                </a:lnTo>
                <a:lnTo>
                  <a:pt x="4840694" y="9655556"/>
                </a:lnTo>
                <a:lnTo>
                  <a:pt x="3911092" y="8726005"/>
                </a:lnTo>
                <a:lnTo>
                  <a:pt x="3812197" y="8627110"/>
                </a:lnTo>
                <a:lnTo>
                  <a:pt x="2733929" y="9705302"/>
                </a:lnTo>
                <a:lnTo>
                  <a:pt x="2684437" y="9655810"/>
                </a:lnTo>
                <a:lnTo>
                  <a:pt x="2684437" y="9754794"/>
                </a:lnTo>
                <a:lnTo>
                  <a:pt x="2571331" y="9867887"/>
                </a:lnTo>
                <a:lnTo>
                  <a:pt x="2521839" y="9818408"/>
                </a:lnTo>
                <a:lnTo>
                  <a:pt x="2521839" y="9917379"/>
                </a:lnTo>
                <a:lnTo>
                  <a:pt x="2494153" y="9945065"/>
                </a:lnTo>
                <a:lnTo>
                  <a:pt x="2521839" y="9972764"/>
                </a:lnTo>
                <a:lnTo>
                  <a:pt x="2408694" y="10085908"/>
                </a:lnTo>
                <a:lnTo>
                  <a:pt x="2309406" y="9986620"/>
                </a:lnTo>
                <a:lnTo>
                  <a:pt x="2350960" y="9945065"/>
                </a:lnTo>
                <a:lnTo>
                  <a:pt x="2309406" y="9903523"/>
                </a:lnTo>
                <a:lnTo>
                  <a:pt x="2408694" y="9804235"/>
                </a:lnTo>
                <a:lnTo>
                  <a:pt x="2521839" y="9917379"/>
                </a:lnTo>
                <a:lnTo>
                  <a:pt x="2521839" y="9818408"/>
                </a:lnTo>
                <a:lnTo>
                  <a:pt x="2458174" y="9754756"/>
                </a:lnTo>
                <a:lnTo>
                  <a:pt x="2571292" y="9641637"/>
                </a:lnTo>
                <a:lnTo>
                  <a:pt x="2684437" y="9754794"/>
                </a:lnTo>
                <a:lnTo>
                  <a:pt x="2684437" y="9655810"/>
                </a:lnTo>
                <a:lnTo>
                  <a:pt x="2620784" y="9592145"/>
                </a:lnTo>
                <a:lnTo>
                  <a:pt x="3812197" y="8400732"/>
                </a:lnTo>
                <a:lnTo>
                  <a:pt x="5003292" y="9591904"/>
                </a:lnTo>
                <a:lnTo>
                  <a:pt x="5003292" y="9492945"/>
                </a:lnTo>
                <a:lnTo>
                  <a:pt x="3911092" y="8400732"/>
                </a:lnTo>
                <a:lnTo>
                  <a:pt x="3812197" y="8301837"/>
                </a:lnTo>
                <a:lnTo>
                  <a:pt x="2571331" y="9542704"/>
                </a:lnTo>
                <a:lnTo>
                  <a:pt x="1429372" y="8400732"/>
                </a:lnTo>
                <a:lnTo>
                  <a:pt x="1330477" y="8301837"/>
                </a:lnTo>
                <a:lnTo>
                  <a:pt x="0" y="9632315"/>
                </a:lnTo>
                <a:lnTo>
                  <a:pt x="0" y="9731210"/>
                </a:lnTo>
                <a:lnTo>
                  <a:pt x="1330477" y="8400732"/>
                </a:lnTo>
                <a:lnTo>
                  <a:pt x="2521851" y="9592183"/>
                </a:lnTo>
                <a:lnTo>
                  <a:pt x="2408732" y="9705302"/>
                </a:lnTo>
                <a:lnTo>
                  <a:pt x="1429372" y="8726005"/>
                </a:lnTo>
                <a:lnTo>
                  <a:pt x="1330477" y="8627110"/>
                </a:lnTo>
                <a:lnTo>
                  <a:pt x="12433" y="9945065"/>
                </a:lnTo>
                <a:lnTo>
                  <a:pt x="763981" y="10696575"/>
                </a:lnTo>
                <a:lnTo>
                  <a:pt x="862914" y="10696575"/>
                </a:lnTo>
                <a:lnTo>
                  <a:pt x="111417" y="9945065"/>
                </a:lnTo>
                <a:lnTo>
                  <a:pt x="1330477" y="8726005"/>
                </a:lnTo>
                <a:lnTo>
                  <a:pt x="2359253" y="9754781"/>
                </a:lnTo>
                <a:lnTo>
                  <a:pt x="2259965" y="9854070"/>
                </a:lnTo>
                <a:lnTo>
                  <a:pt x="1429372" y="9023464"/>
                </a:lnTo>
                <a:lnTo>
                  <a:pt x="1330477" y="8924569"/>
                </a:lnTo>
                <a:lnTo>
                  <a:pt x="309981" y="9945065"/>
                </a:lnTo>
                <a:lnTo>
                  <a:pt x="1061491" y="10696575"/>
                </a:lnTo>
                <a:lnTo>
                  <a:pt x="1160449" y="10696575"/>
                </a:lnTo>
                <a:lnTo>
                  <a:pt x="408876" y="9945065"/>
                </a:lnTo>
                <a:lnTo>
                  <a:pt x="1330477" y="9023464"/>
                </a:lnTo>
                <a:lnTo>
                  <a:pt x="2210524" y="9903511"/>
                </a:lnTo>
                <a:lnTo>
                  <a:pt x="2168969" y="9945065"/>
                </a:lnTo>
                <a:lnTo>
                  <a:pt x="2210511" y="9986632"/>
                </a:lnTo>
                <a:lnTo>
                  <a:pt x="1500492" y="10696575"/>
                </a:lnTo>
                <a:lnTo>
                  <a:pt x="1599463" y="10696575"/>
                </a:lnTo>
                <a:lnTo>
                  <a:pt x="2259952" y="10036073"/>
                </a:lnTo>
                <a:lnTo>
                  <a:pt x="2359241" y="10135362"/>
                </a:lnTo>
                <a:lnTo>
                  <a:pt x="1798027" y="10696575"/>
                </a:lnTo>
                <a:lnTo>
                  <a:pt x="1896960" y="10696575"/>
                </a:lnTo>
                <a:lnTo>
                  <a:pt x="2408732" y="10184841"/>
                </a:lnTo>
                <a:lnTo>
                  <a:pt x="2521839" y="10297947"/>
                </a:lnTo>
                <a:lnTo>
                  <a:pt x="2123211" y="10696575"/>
                </a:lnTo>
                <a:lnTo>
                  <a:pt x="2222195" y="10696575"/>
                </a:lnTo>
                <a:lnTo>
                  <a:pt x="2571331" y="10347439"/>
                </a:lnTo>
                <a:lnTo>
                  <a:pt x="2920479" y="10696575"/>
                </a:lnTo>
                <a:lnTo>
                  <a:pt x="3019412" y="10696575"/>
                </a:lnTo>
                <a:lnTo>
                  <a:pt x="2620784" y="10297985"/>
                </a:lnTo>
                <a:lnTo>
                  <a:pt x="2733929" y="10184841"/>
                </a:lnTo>
                <a:lnTo>
                  <a:pt x="3245713" y="10696575"/>
                </a:lnTo>
                <a:lnTo>
                  <a:pt x="3344634" y="10696575"/>
                </a:lnTo>
                <a:lnTo>
                  <a:pt x="2783408" y="10135362"/>
                </a:lnTo>
                <a:lnTo>
                  <a:pt x="2882696" y="10036073"/>
                </a:lnTo>
                <a:lnTo>
                  <a:pt x="3543211" y="10696575"/>
                </a:lnTo>
                <a:lnTo>
                  <a:pt x="3642169" y="10696575"/>
                </a:lnTo>
                <a:lnTo>
                  <a:pt x="2932150" y="9986620"/>
                </a:lnTo>
                <a:lnTo>
                  <a:pt x="2973705" y="9945065"/>
                </a:lnTo>
                <a:lnTo>
                  <a:pt x="2932150" y="9903511"/>
                </a:lnTo>
                <a:lnTo>
                  <a:pt x="3812197" y="9023464"/>
                </a:lnTo>
                <a:lnTo>
                  <a:pt x="4691964" y="9903231"/>
                </a:lnTo>
                <a:lnTo>
                  <a:pt x="4650130" y="9945065"/>
                </a:lnTo>
                <a:lnTo>
                  <a:pt x="4691951" y="9986899"/>
                </a:lnTo>
                <a:lnTo>
                  <a:pt x="3982224" y="10696575"/>
                </a:lnTo>
                <a:lnTo>
                  <a:pt x="4081183" y="10696575"/>
                </a:lnTo>
                <a:lnTo>
                  <a:pt x="4741405" y="10036353"/>
                </a:lnTo>
                <a:lnTo>
                  <a:pt x="4840694" y="10135641"/>
                </a:lnTo>
                <a:lnTo>
                  <a:pt x="4279760" y="10696575"/>
                </a:lnTo>
                <a:lnTo>
                  <a:pt x="4378680" y="10696575"/>
                </a:lnTo>
                <a:lnTo>
                  <a:pt x="4890173" y="10185121"/>
                </a:lnTo>
                <a:lnTo>
                  <a:pt x="5003279" y="10298227"/>
                </a:lnTo>
                <a:lnTo>
                  <a:pt x="4604944" y="10696575"/>
                </a:lnTo>
                <a:lnTo>
                  <a:pt x="4703915" y="10696575"/>
                </a:lnTo>
                <a:lnTo>
                  <a:pt x="5052771" y="10347719"/>
                </a:lnTo>
                <a:lnTo>
                  <a:pt x="5401640" y="10696575"/>
                </a:lnTo>
                <a:lnTo>
                  <a:pt x="5500573" y="10696575"/>
                </a:lnTo>
                <a:lnTo>
                  <a:pt x="5102225" y="10298265"/>
                </a:lnTo>
                <a:lnTo>
                  <a:pt x="5215369" y="10185121"/>
                </a:lnTo>
                <a:lnTo>
                  <a:pt x="5726862" y="10696575"/>
                </a:lnTo>
                <a:lnTo>
                  <a:pt x="5825795" y="10696575"/>
                </a:lnTo>
                <a:lnTo>
                  <a:pt x="5264848" y="10135641"/>
                </a:lnTo>
                <a:lnTo>
                  <a:pt x="5364137" y="10036353"/>
                </a:lnTo>
                <a:lnTo>
                  <a:pt x="6024372" y="10696575"/>
                </a:lnTo>
                <a:lnTo>
                  <a:pt x="6123330" y="10696575"/>
                </a:lnTo>
                <a:lnTo>
                  <a:pt x="5413591" y="9986899"/>
                </a:lnTo>
                <a:lnTo>
                  <a:pt x="5455424" y="9945065"/>
                </a:lnTo>
                <a:lnTo>
                  <a:pt x="5413591" y="9903231"/>
                </a:lnTo>
                <a:lnTo>
                  <a:pt x="6293358" y="9023464"/>
                </a:lnTo>
                <a:lnTo>
                  <a:pt x="7214959" y="9945065"/>
                </a:lnTo>
                <a:lnTo>
                  <a:pt x="6463385" y="10696575"/>
                </a:lnTo>
                <a:lnTo>
                  <a:pt x="6562344" y="10696575"/>
                </a:lnTo>
                <a:lnTo>
                  <a:pt x="7313841" y="9945065"/>
                </a:lnTo>
                <a:lnTo>
                  <a:pt x="6392253" y="9023464"/>
                </a:lnTo>
                <a:lnTo>
                  <a:pt x="6293358" y="8924569"/>
                </a:lnTo>
                <a:lnTo>
                  <a:pt x="5364137" y="9853790"/>
                </a:lnTo>
                <a:lnTo>
                  <a:pt x="5314645" y="9804298"/>
                </a:lnTo>
                <a:lnTo>
                  <a:pt x="5314645" y="9903282"/>
                </a:lnTo>
                <a:lnTo>
                  <a:pt x="5272862" y="9945065"/>
                </a:lnTo>
                <a:lnTo>
                  <a:pt x="5314645" y="9986861"/>
                </a:lnTo>
                <a:lnTo>
                  <a:pt x="5215356" y="10086149"/>
                </a:lnTo>
                <a:lnTo>
                  <a:pt x="5165877" y="10036670"/>
                </a:lnTo>
                <a:lnTo>
                  <a:pt x="5165877" y="10135629"/>
                </a:lnTo>
                <a:lnTo>
                  <a:pt x="5052733" y="10248773"/>
                </a:lnTo>
                <a:lnTo>
                  <a:pt x="4939627" y="10135667"/>
                </a:lnTo>
                <a:lnTo>
                  <a:pt x="5052771" y="10022535"/>
                </a:lnTo>
                <a:lnTo>
                  <a:pt x="5165877" y="10135629"/>
                </a:lnTo>
                <a:lnTo>
                  <a:pt x="5165877" y="10036670"/>
                </a:lnTo>
                <a:lnTo>
                  <a:pt x="5102263" y="9973043"/>
                </a:lnTo>
                <a:lnTo>
                  <a:pt x="5130241" y="9945065"/>
                </a:lnTo>
                <a:lnTo>
                  <a:pt x="5102263" y="9917100"/>
                </a:lnTo>
                <a:lnTo>
                  <a:pt x="5215369" y="9803994"/>
                </a:lnTo>
                <a:lnTo>
                  <a:pt x="5314645" y="9903282"/>
                </a:lnTo>
                <a:lnTo>
                  <a:pt x="5314645" y="9804298"/>
                </a:lnTo>
                <a:lnTo>
                  <a:pt x="5264861" y="9754502"/>
                </a:lnTo>
                <a:lnTo>
                  <a:pt x="6293358" y="8726005"/>
                </a:lnTo>
                <a:lnTo>
                  <a:pt x="7512418" y="9945065"/>
                </a:lnTo>
                <a:lnTo>
                  <a:pt x="6760908" y="10696575"/>
                </a:lnTo>
                <a:lnTo>
                  <a:pt x="6859841" y="10696575"/>
                </a:lnTo>
                <a:lnTo>
                  <a:pt x="7562850" y="9993617"/>
                </a:lnTo>
                <a:lnTo>
                  <a:pt x="7562850" y="9896513"/>
                </a:lnTo>
                <a:lnTo>
                  <a:pt x="6392253" y="8726005"/>
                </a:lnTo>
                <a:lnTo>
                  <a:pt x="6293358" y="8627110"/>
                </a:lnTo>
                <a:lnTo>
                  <a:pt x="5215369" y="9705022"/>
                </a:lnTo>
                <a:lnTo>
                  <a:pt x="5165877" y="9655531"/>
                </a:lnTo>
                <a:lnTo>
                  <a:pt x="5165877" y="9754514"/>
                </a:lnTo>
                <a:lnTo>
                  <a:pt x="5052771" y="9867621"/>
                </a:lnTo>
                <a:lnTo>
                  <a:pt x="5003279" y="9818141"/>
                </a:lnTo>
                <a:lnTo>
                  <a:pt x="5003279" y="9917100"/>
                </a:lnTo>
                <a:lnTo>
                  <a:pt x="4975314" y="9945065"/>
                </a:lnTo>
                <a:lnTo>
                  <a:pt x="5003279" y="9973043"/>
                </a:lnTo>
                <a:lnTo>
                  <a:pt x="4890135" y="10086188"/>
                </a:lnTo>
                <a:lnTo>
                  <a:pt x="4790859" y="9986899"/>
                </a:lnTo>
                <a:lnTo>
                  <a:pt x="4832693" y="9945065"/>
                </a:lnTo>
                <a:lnTo>
                  <a:pt x="4790859" y="9903231"/>
                </a:lnTo>
                <a:lnTo>
                  <a:pt x="4890135" y="9803955"/>
                </a:lnTo>
                <a:lnTo>
                  <a:pt x="5003279" y="9917100"/>
                </a:lnTo>
                <a:lnTo>
                  <a:pt x="5003279" y="9818141"/>
                </a:lnTo>
                <a:lnTo>
                  <a:pt x="4939614" y="9754476"/>
                </a:lnTo>
                <a:lnTo>
                  <a:pt x="5052733" y="9641357"/>
                </a:lnTo>
                <a:lnTo>
                  <a:pt x="5165877" y="9754514"/>
                </a:lnTo>
                <a:lnTo>
                  <a:pt x="5165877" y="9655531"/>
                </a:lnTo>
                <a:lnTo>
                  <a:pt x="5102225" y="9591865"/>
                </a:lnTo>
                <a:lnTo>
                  <a:pt x="6293358" y="8400732"/>
                </a:lnTo>
                <a:lnTo>
                  <a:pt x="7562850" y="9670288"/>
                </a:lnTo>
                <a:lnTo>
                  <a:pt x="7562850" y="9571330"/>
                </a:lnTo>
                <a:close/>
              </a:path>
              <a:path w="7562850" h="10696575">
                <a:moveTo>
                  <a:pt x="7562850" y="744829"/>
                </a:moveTo>
                <a:lnTo>
                  <a:pt x="6817957" y="0"/>
                </a:lnTo>
                <a:lnTo>
                  <a:pt x="6719024" y="0"/>
                </a:lnTo>
                <a:lnTo>
                  <a:pt x="7476388" y="757351"/>
                </a:lnTo>
                <a:lnTo>
                  <a:pt x="6257328" y="1976424"/>
                </a:lnTo>
                <a:lnTo>
                  <a:pt x="5232679" y="951788"/>
                </a:lnTo>
                <a:lnTo>
                  <a:pt x="5331968" y="852500"/>
                </a:lnTo>
                <a:lnTo>
                  <a:pt x="6257328" y="1777847"/>
                </a:lnTo>
                <a:lnTo>
                  <a:pt x="6282067" y="1753108"/>
                </a:lnTo>
                <a:lnTo>
                  <a:pt x="6232576" y="1703616"/>
                </a:lnTo>
                <a:lnTo>
                  <a:pt x="6257417" y="1728355"/>
                </a:lnTo>
                <a:lnTo>
                  <a:pt x="6282067" y="1753108"/>
                </a:lnTo>
                <a:lnTo>
                  <a:pt x="7277811" y="757351"/>
                </a:lnTo>
                <a:lnTo>
                  <a:pt x="6520447" y="0"/>
                </a:lnTo>
                <a:lnTo>
                  <a:pt x="6421564" y="0"/>
                </a:lnTo>
                <a:lnTo>
                  <a:pt x="7178916" y="757351"/>
                </a:lnTo>
                <a:lnTo>
                  <a:pt x="6257328" y="1678863"/>
                </a:lnTo>
                <a:lnTo>
                  <a:pt x="5381422" y="803046"/>
                </a:lnTo>
                <a:lnTo>
                  <a:pt x="5427116" y="757351"/>
                </a:lnTo>
                <a:lnTo>
                  <a:pt x="5381422" y="711669"/>
                </a:lnTo>
                <a:lnTo>
                  <a:pt x="6093091" y="0"/>
                </a:lnTo>
                <a:lnTo>
                  <a:pt x="5994197" y="0"/>
                </a:lnTo>
                <a:lnTo>
                  <a:pt x="5331968" y="662216"/>
                </a:lnTo>
                <a:lnTo>
                  <a:pt x="5282489" y="612736"/>
                </a:lnTo>
                <a:lnTo>
                  <a:pt x="5282489" y="711695"/>
                </a:lnTo>
                <a:lnTo>
                  <a:pt x="5236832" y="757351"/>
                </a:lnTo>
                <a:lnTo>
                  <a:pt x="5282489" y="803021"/>
                </a:lnTo>
                <a:lnTo>
                  <a:pt x="5183200" y="902296"/>
                </a:lnTo>
                <a:lnTo>
                  <a:pt x="5133721" y="852817"/>
                </a:lnTo>
                <a:lnTo>
                  <a:pt x="5133721" y="951788"/>
                </a:lnTo>
                <a:lnTo>
                  <a:pt x="5020576" y="1064933"/>
                </a:lnTo>
                <a:lnTo>
                  <a:pt x="4971123" y="1015492"/>
                </a:lnTo>
                <a:lnTo>
                  <a:pt x="4971123" y="1114386"/>
                </a:lnTo>
                <a:lnTo>
                  <a:pt x="3783901" y="2301608"/>
                </a:lnTo>
                <a:lnTo>
                  <a:pt x="2588628" y="1106398"/>
                </a:lnTo>
                <a:lnTo>
                  <a:pt x="2701772" y="993254"/>
                </a:lnTo>
                <a:lnTo>
                  <a:pt x="3783901" y="2075307"/>
                </a:lnTo>
                <a:lnTo>
                  <a:pt x="3808641" y="2050567"/>
                </a:lnTo>
                <a:lnTo>
                  <a:pt x="4858004" y="1001268"/>
                </a:lnTo>
                <a:lnTo>
                  <a:pt x="4971123" y="1114386"/>
                </a:lnTo>
                <a:lnTo>
                  <a:pt x="4971123" y="1015492"/>
                </a:lnTo>
                <a:lnTo>
                  <a:pt x="4907458" y="951826"/>
                </a:lnTo>
                <a:lnTo>
                  <a:pt x="5020602" y="838682"/>
                </a:lnTo>
                <a:lnTo>
                  <a:pt x="5133721" y="951788"/>
                </a:lnTo>
                <a:lnTo>
                  <a:pt x="5133721" y="852817"/>
                </a:lnTo>
                <a:lnTo>
                  <a:pt x="5070094" y="789190"/>
                </a:lnTo>
                <a:lnTo>
                  <a:pt x="5101933" y="757351"/>
                </a:lnTo>
                <a:lnTo>
                  <a:pt x="5070094" y="725525"/>
                </a:lnTo>
                <a:lnTo>
                  <a:pt x="5183200" y="612419"/>
                </a:lnTo>
                <a:lnTo>
                  <a:pt x="5282489" y="711695"/>
                </a:lnTo>
                <a:lnTo>
                  <a:pt x="5282489" y="612736"/>
                </a:lnTo>
                <a:lnTo>
                  <a:pt x="5232692" y="562927"/>
                </a:lnTo>
                <a:lnTo>
                  <a:pt x="5795619" y="0"/>
                </a:lnTo>
                <a:lnTo>
                  <a:pt x="5696699" y="0"/>
                </a:lnTo>
                <a:lnTo>
                  <a:pt x="5183200" y="513448"/>
                </a:lnTo>
                <a:lnTo>
                  <a:pt x="5133721" y="463969"/>
                </a:lnTo>
                <a:lnTo>
                  <a:pt x="5133721" y="562927"/>
                </a:lnTo>
                <a:lnTo>
                  <a:pt x="5020602" y="676033"/>
                </a:lnTo>
                <a:lnTo>
                  <a:pt x="4971123" y="626567"/>
                </a:lnTo>
                <a:lnTo>
                  <a:pt x="4971123" y="725525"/>
                </a:lnTo>
                <a:lnTo>
                  <a:pt x="4939284" y="757351"/>
                </a:lnTo>
                <a:lnTo>
                  <a:pt x="4971123" y="789203"/>
                </a:lnTo>
                <a:lnTo>
                  <a:pt x="4857978" y="902347"/>
                </a:lnTo>
                <a:lnTo>
                  <a:pt x="4808525" y="852906"/>
                </a:lnTo>
                <a:lnTo>
                  <a:pt x="4808525" y="951788"/>
                </a:lnTo>
                <a:lnTo>
                  <a:pt x="3783901" y="1976424"/>
                </a:lnTo>
                <a:lnTo>
                  <a:pt x="2751251" y="943775"/>
                </a:lnTo>
                <a:lnTo>
                  <a:pt x="2850540" y="844486"/>
                </a:lnTo>
                <a:lnTo>
                  <a:pt x="3783901" y="1777847"/>
                </a:lnTo>
                <a:lnTo>
                  <a:pt x="3808641" y="1753108"/>
                </a:lnTo>
                <a:lnTo>
                  <a:pt x="3759149" y="1703616"/>
                </a:lnTo>
                <a:lnTo>
                  <a:pt x="3783977" y="1728355"/>
                </a:lnTo>
                <a:lnTo>
                  <a:pt x="3808641" y="1753108"/>
                </a:lnTo>
                <a:lnTo>
                  <a:pt x="4709236" y="852500"/>
                </a:lnTo>
                <a:lnTo>
                  <a:pt x="4808525" y="951788"/>
                </a:lnTo>
                <a:lnTo>
                  <a:pt x="4808525" y="852906"/>
                </a:lnTo>
                <a:lnTo>
                  <a:pt x="4758677" y="803059"/>
                </a:lnTo>
                <a:lnTo>
                  <a:pt x="4804384" y="757351"/>
                </a:lnTo>
                <a:lnTo>
                  <a:pt x="4758690" y="711669"/>
                </a:lnTo>
                <a:lnTo>
                  <a:pt x="4857978" y="612381"/>
                </a:lnTo>
                <a:lnTo>
                  <a:pt x="4971123" y="725525"/>
                </a:lnTo>
                <a:lnTo>
                  <a:pt x="4971123" y="626567"/>
                </a:lnTo>
                <a:lnTo>
                  <a:pt x="4907458" y="562902"/>
                </a:lnTo>
                <a:lnTo>
                  <a:pt x="5020576" y="449783"/>
                </a:lnTo>
                <a:lnTo>
                  <a:pt x="5133721" y="562927"/>
                </a:lnTo>
                <a:lnTo>
                  <a:pt x="5133721" y="463969"/>
                </a:lnTo>
                <a:lnTo>
                  <a:pt x="5070056" y="400304"/>
                </a:lnTo>
                <a:lnTo>
                  <a:pt x="5470360" y="0"/>
                </a:lnTo>
                <a:lnTo>
                  <a:pt x="5371465" y="0"/>
                </a:lnTo>
                <a:lnTo>
                  <a:pt x="5020602" y="350850"/>
                </a:lnTo>
                <a:lnTo>
                  <a:pt x="4669764" y="0"/>
                </a:lnTo>
                <a:lnTo>
                  <a:pt x="4570819" y="0"/>
                </a:lnTo>
                <a:lnTo>
                  <a:pt x="4971123" y="400329"/>
                </a:lnTo>
                <a:lnTo>
                  <a:pt x="4858004" y="513448"/>
                </a:lnTo>
                <a:lnTo>
                  <a:pt x="4344530" y="0"/>
                </a:lnTo>
                <a:lnTo>
                  <a:pt x="4245597" y="0"/>
                </a:lnTo>
                <a:lnTo>
                  <a:pt x="4808525" y="562927"/>
                </a:lnTo>
                <a:lnTo>
                  <a:pt x="4709236" y="662216"/>
                </a:lnTo>
                <a:lnTo>
                  <a:pt x="4047020" y="0"/>
                </a:lnTo>
                <a:lnTo>
                  <a:pt x="3948125" y="0"/>
                </a:lnTo>
                <a:lnTo>
                  <a:pt x="4659782" y="711669"/>
                </a:lnTo>
                <a:lnTo>
                  <a:pt x="4614100" y="757351"/>
                </a:lnTo>
                <a:lnTo>
                  <a:pt x="4659782" y="803046"/>
                </a:lnTo>
                <a:lnTo>
                  <a:pt x="3783901" y="1678863"/>
                </a:lnTo>
                <a:lnTo>
                  <a:pt x="2899981" y="795045"/>
                </a:lnTo>
                <a:lnTo>
                  <a:pt x="2937675" y="757351"/>
                </a:lnTo>
                <a:lnTo>
                  <a:pt x="2899981" y="719670"/>
                </a:lnTo>
                <a:lnTo>
                  <a:pt x="3619665" y="0"/>
                </a:lnTo>
                <a:lnTo>
                  <a:pt x="3520770" y="0"/>
                </a:lnTo>
                <a:lnTo>
                  <a:pt x="2850540" y="670229"/>
                </a:lnTo>
                <a:lnTo>
                  <a:pt x="2801048" y="620737"/>
                </a:lnTo>
                <a:lnTo>
                  <a:pt x="2801048" y="719709"/>
                </a:lnTo>
                <a:lnTo>
                  <a:pt x="2763405" y="757351"/>
                </a:lnTo>
                <a:lnTo>
                  <a:pt x="2801048" y="795007"/>
                </a:lnTo>
                <a:lnTo>
                  <a:pt x="2701760" y="894295"/>
                </a:lnTo>
                <a:lnTo>
                  <a:pt x="2652280" y="844816"/>
                </a:lnTo>
                <a:lnTo>
                  <a:pt x="2652280" y="943775"/>
                </a:lnTo>
                <a:lnTo>
                  <a:pt x="2539136" y="1056919"/>
                </a:lnTo>
                <a:lnTo>
                  <a:pt x="2426017" y="943813"/>
                </a:lnTo>
                <a:lnTo>
                  <a:pt x="2539161" y="830668"/>
                </a:lnTo>
                <a:lnTo>
                  <a:pt x="2652280" y="943775"/>
                </a:lnTo>
                <a:lnTo>
                  <a:pt x="2652280" y="844816"/>
                </a:lnTo>
                <a:lnTo>
                  <a:pt x="2588653" y="781189"/>
                </a:lnTo>
                <a:lnTo>
                  <a:pt x="2612491" y="757351"/>
                </a:lnTo>
                <a:lnTo>
                  <a:pt x="2588653" y="733526"/>
                </a:lnTo>
                <a:lnTo>
                  <a:pt x="2701760" y="620420"/>
                </a:lnTo>
                <a:lnTo>
                  <a:pt x="2801048" y="719709"/>
                </a:lnTo>
                <a:lnTo>
                  <a:pt x="2801048" y="620737"/>
                </a:lnTo>
                <a:lnTo>
                  <a:pt x="2751251" y="570941"/>
                </a:lnTo>
                <a:lnTo>
                  <a:pt x="3322193" y="0"/>
                </a:lnTo>
                <a:lnTo>
                  <a:pt x="3223272" y="0"/>
                </a:lnTo>
                <a:lnTo>
                  <a:pt x="2701772" y="521462"/>
                </a:lnTo>
                <a:lnTo>
                  <a:pt x="2652280" y="471970"/>
                </a:lnTo>
                <a:lnTo>
                  <a:pt x="2652280" y="570941"/>
                </a:lnTo>
                <a:lnTo>
                  <a:pt x="2539161" y="684047"/>
                </a:lnTo>
                <a:lnTo>
                  <a:pt x="2489682" y="634568"/>
                </a:lnTo>
                <a:lnTo>
                  <a:pt x="2489682" y="733539"/>
                </a:lnTo>
                <a:lnTo>
                  <a:pt x="2465857" y="757351"/>
                </a:lnTo>
                <a:lnTo>
                  <a:pt x="2489682" y="781189"/>
                </a:lnTo>
                <a:lnTo>
                  <a:pt x="2376538" y="894334"/>
                </a:lnTo>
                <a:lnTo>
                  <a:pt x="2277237" y="795045"/>
                </a:lnTo>
                <a:lnTo>
                  <a:pt x="2314930" y="757351"/>
                </a:lnTo>
                <a:lnTo>
                  <a:pt x="2277237" y="719683"/>
                </a:lnTo>
                <a:lnTo>
                  <a:pt x="2376525" y="620395"/>
                </a:lnTo>
                <a:lnTo>
                  <a:pt x="2489682" y="733539"/>
                </a:lnTo>
                <a:lnTo>
                  <a:pt x="2489682" y="634568"/>
                </a:lnTo>
                <a:lnTo>
                  <a:pt x="2426017" y="570903"/>
                </a:lnTo>
                <a:lnTo>
                  <a:pt x="2539123" y="457796"/>
                </a:lnTo>
                <a:lnTo>
                  <a:pt x="2652280" y="570941"/>
                </a:lnTo>
                <a:lnTo>
                  <a:pt x="2652280" y="471970"/>
                </a:lnTo>
                <a:lnTo>
                  <a:pt x="2588615" y="408305"/>
                </a:lnTo>
                <a:lnTo>
                  <a:pt x="2996920" y="0"/>
                </a:lnTo>
                <a:lnTo>
                  <a:pt x="2898038" y="0"/>
                </a:lnTo>
                <a:lnTo>
                  <a:pt x="2539174" y="358863"/>
                </a:lnTo>
                <a:lnTo>
                  <a:pt x="2180310" y="0"/>
                </a:lnTo>
                <a:lnTo>
                  <a:pt x="2081364" y="0"/>
                </a:lnTo>
                <a:lnTo>
                  <a:pt x="2489682" y="408343"/>
                </a:lnTo>
                <a:lnTo>
                  <a:pt x="2376563" y="521462"/>
                </a:lnTo>
                <a:lnTo>
                  <a:pt x="1855076" y="0"/>
                </a:lnTo>
                <a:lnTo>
                  <a:pt x="1756143" y="0"/>
                </a:lnTo>
                <a:lnTo>
                  <a:pt x="2327084" y="570941"/>
                </a:lnTo>
                <a:lnTo>
                  <a:pt x="2227796" y="670229"/>
                </a:lnTo>
                <a:lnTo>
                  <a:pt x="1557566" y="0"/>
                </a:lnTo>
                <a:lnTo>
                  <a:pt x="1458683" y="0"/>
                </a:lnTo>
                <a:lnTo>
                  <a:pt x="2178354" y="719670"/>
                </a:lnTo>
                <a:lnTo>
                  <a:pt x="2140674" y="757351"/>
                </a:lnTo>
                <a:lnTo>
                  <a:pt x="2178354" y="795045"/>
                </a:lnTo>
                <a:lnTo>
                  <a:pt x="1294447" y="1678863"/>
                </a:lnTo>
                <a:lnTo>
                  <a:pt x="372846" y="757351"/>
                </a:lnTo>
                <a:lnTo>
                  <a:pt x="1130211" y="0"/>
                </a:lnTo>
                <a:lnTo>
                  <a:pt x="1031316" y="0"/>
                </a:lnTo>
                <a:lnTo>
                  <a:pt x="273951" y="757351"/>
                </a:lnTo>
                <a:lnTo>
                  <a:pt x="1294447" y="1777847"/>
                </a:lnTo>
                <a:lnTo>
                  <a:pt x="1319187" y="1753108"/>
                </a:lnTo>
                <a:lnTo>
                  <a:pt x="1269695" y="1703616"/>
                </a:lnTo>
                <a:lnTo>
                  <a:pt x="1294536" y="1728355"/>
                </a:lnTo>
                <a:lnTo>
                  <a:pt x="1319187" y="1753108"/>
                </a:lnTo>
                <a:lnTo>
                  <a:pt x="2227796" y="844486"/>
                </a:lnTo>
                <a:lnTo>
                  <a:pt x="2327084" y="943775"/>
                </a:lnTo>
                <a:lnTo>
                  <a:pt x="1294447" y="1976424"/>
                </a:lnTo>
                <a:lnTo>
                  <a:pt x="75387" y="757351"/>
                </a:lnTo>
                <a:lnTo>
                  <a:pt x="832739" y="0"/>
                </a:lnTo>
                <a:lnTo>
                  <a:pt x="733818" y="0"/>
                </a:lnTo>
                <a:lnTo>
                  <a:pt x="0" y="733767"/>
                </a:lnTo>
                <a:lnTo>
                  <a:pt x="0" y="780948"/>
                </a:lnTo>
                <a:lnTo>
                  <a:pt x="1294447" y="2075307"/>
                </a:lnTo>
                <a:lnTo>
                  <a:pt x="1319187" y="2050567"/>
                </a:lnTo>
                <a:lnTo>
                  <a:pt x="2376563" y="993267"/>
                </a:lnTo>
                <a:lnTo>
                  <a:pt x="2489682" y="1106373"/>
                </a:lnTo>
                <a:lnTo>
                  <a:pt x="1294447" y="2301608"/>
                </a:lnTo>
                <a:lnTo>
                  <a:pt x="0" y="1007224"/>
                </a:lnTo>
                <a:lnTo>
                  <a:pt x="0" y="1106131"/>
                </a:lnTo>
                <a:lnTo>
                  <a:pt x="1294447" y="2400579"/>
                </a:lnTo>
                <a:lnTo>
                  <a:pt x="1319187" y="2375839"/>
                </a:lnTo>
                <a:lnTo>
                  <a:pt x="2539174" y="1155852"/>
                </a:lnTo>
                <a:lnTo>
                  <a:pt x="3783901" y="2400579"/>
                </a:lnTo>
                <a:lnTo>
                  <a:pt x="3808641" y="2375839"/>
                </a:lnTo>
                <a:lnTo>
                  <a:pt x="5020602" y="1163866"/>
                </a:lnTo>
                <a:lnTo>
                  <a:pt x="6257328" y="2400579"/>
                </a:lnTo>
                <a:lnTo>
                  <a:pt x="6282067" y="2375839"/>
                </a:lnTo>
                <a:lnTo>
                  <a:pt x="7562850" y="1095057"/>
                </a:lnTo>
                <a:lnTo>
                  <a:pt x="7562850" y="996086"/>
                </a:lnTo>
                <a:lnTo>
                  <a:pt x="6257328" y="2301608"/>
                </a:lnTo>
                <a:lnTo>
                  <a:pt x="5070056" y="1114412"/>
                </a:lnTo>
                <a:lnTo>
                  <a:pt x="5183200" y="1001268"/>
                </a:lnTo>
                <a:lnTo>
                  <a:pt x="6257328" y="2075307"/>
                </a:lnTo>
                <a:lnTo>
                  <a:pt x="6282067" y="2050567"/>
                </a:lnTo>
                <a:lnTo>
                  <a:pt x="7562850" y="769874"/>
                </a:lnTo>
                <a:lnTo>
                  <a:pt x="7562850" y="744829"/>
                </a:lnTo>
                <a:close/>
              </a:path>
              <a:path w="7562850" h="10696575">
                <a:moveTo>
                  <a:pt x="7562850" y="419646"/>
                </a:moveTo>
                <a:lnTo>
                  <a:pt x="7143191" y="0"/>
                </a:lnTo>
                <a:lnTo>
                  <a:pt x="7044245" y="0"/>
                </a:lnTo>
                <a:lnTo>
                  <a:pt x="7562850" y="518617"/>
                </a:lnTo>
                <a:lnTo>
                  <a:pt x="7562850" y="419646"/>
                </a:lnTo>
                <a:close/>
              </a:path>
            </a:pathLst>
          </a:custGeom>
          <a:solidFill xmlns:a="http://schemas.openxmlformats.org/drawingml/2006/main">
            <a:srgbClr val="37336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8" name="bg object 18">
            <a:extLst xmlns:a="http://schemas.openxmlformats.org/drawingml/2006/main">
              <a:ext uri="{FF2B5EF4-FFF2-40B4-BE49-F238E27FC236}">
                <a16:creationId xmlns:a16="http://schemas.microsoft.com/office/drawing/2014/main" id="{7D781E56-AB8D-4920-BEFA-B654A5BB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4481"/>
            <a:ext cx="30300654" cy="42214800"/>
          </a:xfrm>
          <a:custGeom xmlns:a="http://schemas.openxmlformats.org/drawingml/2006/main">
            <a:rect l="l" t="t" r="r" b="b"/>
            <a:pathLst>
              <a:path w="7562850" h="10191115">
                <a:moveTo>
                  <a:pt x="7562850" y="10190774"/>
                </a:moveTo>
                <a:lnTo>
                  <a:pt x="0" y="10190774"/>
                </a:lnTo>
                <a:lnTo>
                  <a:pt x="0" y="0"/>
                </a:lnTo>
                <a:lnTo>
                  <a:pt x="7562850" y="0"/>
                </a:lnTo>
                <a:lnTo>
                  <a:pt x="7562850" y="101907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66481A61-817C-4D23-8F54-4F0CA6818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66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4300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A8DA4E9E-E7DD-4812-9C67-BB8D7ACF27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5037" y="9844870"/>
            <a:ext cx="27270589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5D86D43A-8AE8-4AAB-8FF1-D06C06A4B9D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10302223" y="39807506"/>
            <a:ext cx="9696209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3BB78B4B-A837-40FD-88FC-15D834E60D2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1515037" y="39807506"/>
            <a:ext cx="6969148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1ADA1F0A-5847-41D6-BCEF-4A1C33FFB89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21816473" y="39807506"/>
            <a:ext cx="6969148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0813e2b2af4cd8"/>
    <p:sldLayoutId xmlns:r="http://schemas.openxmlformats.org/officeDocument/2006/relationships" id="2147483650" r:id="Raa4af2367b6447cc"/>
    <p:sldLayoutId xmlns:r="http://schemas.openxmlformats.org/officeDocument/2006/relationships" id="2147483651" r:id="Rcc2bc4a6da384616"/>
    <p:sldLayoutId xmlns:r="http://schemas.openxmlformats.org/officeDocument/2006/relationships" id="2147483652" r:id="Rc46fc64ad55346f0"/>
    <p:sldLayoutId xmlns:r="http://schemas.openxmlformats.org/officeDocument/2006/relationships" id="2147483653" r:id="R67982e6294f44f12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1828983">
        <a:buNone/>
        <a:defRPr>
          <a:latin typeface="+mn-lt"/>
          <a:ea typeface="+mn-lt"/>
          <a:cs typeface="+mn-lt"/>
        </a:defRPr>
      </a:lvl2pPr>
      <a:lvl3pPr xmlns:a="http://schemas.openxmlformats.org/drawingml/2006/main" marL="3657966">
        <a:buNone/>
        <a:defRPr>
          <a:latin typeface="+mn-lt"/>
          <a:ea typeface="+mn-lt"/>
          <a:cs typeface="+mn-lt"/>
        </a:defRPr>
      </a:lvl3pPr>
      <a:lvl4pPr xmlns:a="http://schemas.openxmlformats.org/drawingml/2006/main" marL="5486949">
        <a:buNone/>
        <a:defRPr>
          <a:latin typeface="+mn-lt"/>
          <a:ea typeface="+mn-lt"/>
          <a:cs typeface="+mn-lt"/>
        </a:defRPr>
      </a:lvl4pPr>
      <a:lvl5pPr xmlns:a="http://schemas.openxmlformats.org/drawingml/2006/main" marL="7315932">
        <a:buNone/>
        <a:defRPr>
          <a:latin typeface="+mn-lt"/>
          <a:ea typeface="+mn-lt"/>
          <a:cs typeface="+mn-lt"/>
        </a:defRPr>
      </a:lvl5pPr>
      <a:lvl6pPr xmlns:a="http://schemas.openxmlformats.org/drawingml/2006/main" marL="9144914">
        <a:buNone/>
        <a:defRPr>
          <a:latin typeface="+mn-lt"/>
          <a:ea typeface="+mn-lt"/>
          <a:cs typeface="+mn-lt"/>
        </a:defRPr>
      </a:lvl6pPr>
      <a:lvl7pPr xmlns:a="http://schemas.openxmlformats.org/drawingml/2006/main" marL="10973897">
        <a:buNone/>
        <a:defRPr>
          <a:latin typeface="+mn-lt"/>
          <a:ea typeface="+mn-lt"/>
          <a:cs typeface="+mn-lt"/>
        </a:defRPr>
      </a:lvl7pPr>
      <a:lvl8pPr xmlns:a="http://schemas.openxmlformats.org/drawingml/2006/main" marL="1280288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14631863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1828983">
        <a:buNone/>
        <a:defRPr>
          <a:latin typeface="+mn-lt"/>
          <a:ea typeface="+mn-lt"/>
          <a:cs typeface="+mn-lt"/>
        </a:defRPr>
      </a:lvl2pPr>
      <a:lvl3pPr xmlns:a="http://schemas.openxmlformats.org/drawingml/2006/main" marL="3657966">
        <a:buNone/>
        <a:defRPr>
          <a:latin typeface="+mn-lt"/>
          <a:ea typeface="+mn-lt"/>
          <a:cs typeface="+mn-lt"/>
        </a:defRPr>
      </a:lvl3pPr>
      <a:lvl4pPr xmlns:a="http://schemas.openxmlformats.org/drawingml/2006/main" marL="5486949">
        <a:buNone/>
        <a:defRPr>
          <a:latin typeface="+mn-lt"/>
          <a:ea typeface="+mn-lt"/>
          <a:cs typeface="+mn-lt"/>
        </a:defRPr>
      </a:lvl4pPr>
      <a:lvl5pPr xmlns:a="http://schemas.openxmlformats.org/drawingml/2006/main" marL="7315932">
        <a:buNone/>
        <a:defRPr>
          <a:latin typeface="+mn-lt"/>
          <a:ea typeface="+mn-lt"/>
          <a:cs typeface="+mn-lt"/>
        </a:defRPr>
      </a:lvl5pPr>
      <a:lvl6pPr xmlns:a="http://schemas.openxmlformats.org/drawingml/2006/main" marL="9144914">
        <a:buNone/>
        <a:defRPr>
          <a:latin typeface="+mn-lt"/>
          <a:ea typeface="+mn-lt"/>
          <a:cs typeface="+mn-lt"/>
        </a:defRPr>
      </a:lvl6pPr>
      <a:lvl7pPr xmlns:a="http://schemas.openxmlformats.org/drawingml/2006/main" marL="10973897">
        <a:buNone/>
        <a:defRPr>
          <a:latin typeface="+mn-lt"/>
          <a:ea typeface="+mn-lt"/>
          <a:cs typeface="+mn-lt"/>
        </a:defRPr>
      </a:lvl7pPr>
      <a:lvl8pPr xmlns:a="http://schemas.openxmlformats.org/drawingml/2006/main" marL="1280288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14631863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ea97c372844b8a" /><Relationship Type="http://schemas.openxmlformats.org/officeDocument/2006/relationships/image" Target="/ppt/media/image2.png" Id="R6ca893cafd694a50" /><Relationship Type="http://schemas.openxmlformats.org/officeDocument/2006/relationships/image" Target="/ppt/media/image.svg" Id="Rc0b1a50893a64123" /><Relationship Type="http://schemas.openxmlformats.org/officeDocument/2006/relationships/image" Target="/ppt/media/image.png" Id="R81af06d08cae4595" /><Relationship Type="http://schemas.openxmlformats.org/officeDocument/2006/relationships/image" Target="/ppt/media/image2.svg" Id="R31e8d0aa06ef43ae" /><Relationship Type="http://schemas.openxmlformats.org/officeDocument/2006/relationships/notesSlide" Target="/ppt/notesSlides/notesSlide1.xml" Id="R97febf98e58145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893cafd694a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510206" y="2141178"/>
            <a:ext cx="5181573" cy="3470677"/>
          </a:xfrm>
          <a:prstGeom xmlns:a="http://schemas.openxmlformats.org/drawingml/2006/main" prst="rect">
            <a:avLst/>
          </a:prstGeom>
        </p:spPr>
      </p:pic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C7203565-1505-47A6-A9A4-2D0DC5CCF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94896" y="-110897"/>
            <a:ext cx="28039656" cy="4129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97649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200"/>
              </a:spcBef>
              <a:buNone/>
            </a:pPr>
            <a:r>
              <a:rPr sz="8800">
                <a:latin typeface="Norwester"/>
                <a:ea typeface="Norwester"/>
                <a:cs typeface="Norwester"/>
              </a:rPr>
              <a:t>Police-Specific Dynamic</a:t>
            </a:r>
          </a:p>
          <a:p xmlns:a="http://schemas.openxmlformats.org/drawingml/2006/main">
            <a:pPr algn="l">
              <a:spcBef>
                <a:spcPts val="1200"/>
              </a:spcBef>
              <a:buNone/>
            </a:pPr>
            <a:r>
              <a:rPr sz="8800">
                <a:latin typeface="Norwester"/>
                <a:ea typeface="Norwester"/>
                <a:cs typeface="Norwester"/>
              </a:rPr>
              <a:t>Zero Trust Access Control System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1A92AF71-3D27-4DBE-DF1D-864EF5DB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10" y="5663119"/>
            <a:ext cx="28865591" cy="1228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362"/>
          </a:solidFill>
          <a:ln xmlns:a="http://schemas.openxmlformats.org/drawingml/2006/main">
            <a:solidFill>
              <a:srgbClr val="37336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E67EAB6-6A4A-44D2-BDB9-D4DA9A55D4A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35974" y="36413281"/>
            <a:ext cx="28798577" cy="56540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35317" rIns="0" bIns="0">
            <a:spAutoFit/>
          </a:bodyPr>
          <a:lstStyle xmlns:a="http://schemas.openxmlformats.org/drawingml/2006/main"/>
          <a:p xmlns:a="http://schemas.openxmlformats.org/drawingml/2006/main">
            <a:pPr marL="360000">
              <a:buNone/>
            </a:pPr>
            <a:r>
              <a:rPr sz="5400" b="0">
                <a:solidFill>
                  <a:srgbClr val="FFFFFF"/>
                </a:solidFill>
                <a:latin typeface="Norwester"/>
                <a:ea typeface="Norwester"/>
                <a:cs typeface="Norwester"/>
              </a:rPr>
              <a:t>.</a:t>
            </a:r>
          </a:p>
        </p:txBody>
      </p:sp>
      <p:sp>
        <p:nvSpPr>
          <p:cNvPr id="3" name="object 6">
            <a:extLst xmlns:a="http://schemas.openxmlformats.org/drawingml/2006/main">
              <a:ext uri="{FF2B5EF4-FFF2-40B4-BE49-F238E27FC236}">
                <a16:creationId xmlns:a16="http://schemas.microsoft.com/office/drawing/2014/main" id="{C12336CF-AB29-0524-4A2E-6F190EAB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3476" y="6191564"/>
            <a:ext cx="14174289" cy="228139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58423" rIns="0" bIns="0">
            <a:spAutoFit/>
          </a:bodyPr>
          <a:lstStyle xmlns:a="http://schemas.openxmlformats.org/drawingml/2006/main"/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A81A7C5-982B-1946-AE2A-61645594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74" y="6276912"/>
            <a:ext cx="14096503" cy="15983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4400" indent="-914400">
              <a:buAutoNum type="arabicPeriod"/>
            </a:pPr>
            <a:r>
              <a:rPr sz="5400">
                <a:solidFill>
                  <a:srgbClr val="373362"/>
                </a:solidFill>
                <a:latin typeface="Norwester"/>
                <a:ea typeface="Norwester"/>
                <a:cs typeface="Norwester"/>
              </a:rPr>
              <a:t/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8035F0D2-FCAB-562F-E5DD-37681C67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89" y="34228687"/>
            <a:ext cx="27892869" cy="191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5017946-4E8C-A50F-F98A-A4946BAD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855" y="3502285"/>
            <a:ext cx="22167596" cy="1821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4800">
                <a:solidFill>
                  <a:srgbClr val="373362"/>
                </a:solidFill>
                <a:latin typeface="Lora"/>
                <a:ea typeface="Lora"/>
                <a:cs typeface="Lora"/>
              </a:rPr>
              <a:t>Zero Trust Security Team  |  Jae-Hong Jung · Jun Huh · Jun-Won Hong</a:t>
            </a:r>
          </a:p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4800">
                <a:solidFill>
                  <a:srgbClr val="373362"/>
                </a:solidFill>
                <a:latin typeface="Lora"/>
                <a:ea typeface="Lora"/>
                <a:cs typeface="Lora"/>
              </a:rPr>
              <a:t>Advisor: Prof. Taekyoung Yoon · Dept. of Cyber Security, Dankook Univ.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7F0DF47E-C912-4489-2D0F-F9F898CA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" y="294481"/>
            <a:ext cx="30022800" cy="422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7336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그림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f06d08cae4595">
            <a:extLst>
              <a:ext uri="{96DAC541-7B7A-43D3-8B79-37D633B846F1}">
                <asvg:svgBlip xmlns:asvg="http://schemas.microsoft.com/office/drawing/2016/SVG/main" r:embed="Rc0b1a50893a6412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4895" y="29326681"/>
            <a:ext cx="27892869" cy="4993218"/>
          </a:xfrm>
          <a:prstGeom xmlns:a="http://schemas.openxmlformats.org/drawingml/2006/main" prst="rect">
            <a:avLst/>
          </a:prstGeom>
        </p:spPr>
      </p:pic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43BB195A-03B4-46ED-9490-B06A2951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69" y="27867326"/>
            <a:ext cx="14701628" cy="1133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/>
            </a:r>
          </a:p>
        </p:txBody>
      </p:sp>
      <p:sp>
        <p:nvSpPr>
          <p:cNvPr id="8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AC33F30-6F74-4E68-B787-8797D723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58623" y="23344618"/>
            <a:ext cx="301532" cy="1961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8" name="직선 연결선 8"/>
          <p:cNvCxnSpPr/>
          <p:nvPr/>
        </p:nvCxnSpPr>
        <p:spPr>
          <a:xfrm xmlns:a="http://schemas.openxmlformats.org/drawingml/2006/main" rot="0">
            <a:off x="1155167" y="25871818"/>
            <a:ext cx="1398244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prstDash val="sysDash"/>
            <a:miter/>
          </a:ln>
        </p:spPr>
      </p:cxnSp>
      <p:sp>
        <p:nvSpPr>
          <p:cNvPr id="36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607776B1-1921-47C0-B575-41F9237E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0298" y="24310739"/>
            <a:ext cx="9828191" cy="123790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chemeClr val="bg1"/>
                </a:solidFill>
                <a:latin typeface="함초롬바탕"/>
                <a:ea typeface="함초롬바탕"/>
                <a:cs typeface="함초롬바탕"/>
              </a:rPr>
              <a:t/>
            </a:r>
          </a:p>
        </p:txBody>
      </p:sp>
      <p:sp>
        <p:nvSpPr>
          <p:cNvPr id="37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62D808AE-BD80-40FE-98EF-C55B72DF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6068269"/>
            <a:ext cx="13982444" cy="75264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/>
            </a:r>
          </a:p>
        </p:txBody>
      </p:sp>
      <p:sp>
        <p:nvSpPr>
          <p:cNvPr id="38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74362D0B-CDBC-45E2-9413-F24E0063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6915309"/>
            <a:ext cx="11542347" cy="75264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/>
            </a:r>
          </a:p>
        </p:txBody>
      </p:sp>
      <p:sp>
        <p:nvSpPr>
          <p:cNvPr id="39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D71D34B9-417A-4F62-9CF5-FD80DAC1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6679" y="26916937"/>
            <a:ext cx="2110928" cy="752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/>
            </a:r>
          </a:p>
        </p:txBody>
      </p:sp>
      <p:sp>
        <p:nvSpPr>
          <p:cNvPr id="40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F217A805-5DF0-4D0C-8EEC-7FF12F82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4280718"/>
            <a:ext cx="3705536" cy="123790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/>
            </a:r>
          </a:p>
        </p:txBody>
      </p:sp>
      <p:cxnSp>
        <p:nvCxnSpPr>
          <p:cNvPr id="41" name="직선 연결선 17"/>
          <p:cNvCxnSpPr/>
          <p:nvPr/>
        </p:nvCxnSpPr>
        <p:spPr>
          <a:xfrm xmlns:a="http://schemas.openxmlformats.org/drawingml/2006/main" rot="0">
            <a:off x="3952861" y="25594534"/>
            <a:ext cx="0" cy="169709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</p:cxnSp>
      <p:cxnSp>
        <p:nvCxnSpPr>
          <p:cNvPr id="42" name="직선 연결선 17"/>
          <p:cNvCxnSpPr/>
          <p:nvPr/>
        </p:nvCxnSpPr>
        <p:spPr>
          <a:xfrm xmlns:a="http://schemas.openxmlformats.org/drawingml/2006/main" rot="0">
            <a:off x="12018403" y="25591956"/>
            <a:ext cx="0" cy="169709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</p:cxnSp>
      <p:cxnSp>
        <p:nvCxnSpPr>
          <p:cNvPr id="43" name="연결선: 구부러짐 136"/>
          <p:cNvCxnSpPr/>
          <p:nvPr/>
        </p:nvCxnSpPr>
        <p:spPr>
          <a:xfrm xmlns:a="http://schemas.openxmlformats.org/drawingml/2006/main" rot="21600000" flipH="1">
            <a:off x="1073440" y="23006791"/>
            <a:ext cx="2499" cy="1922902"/>
          </a:xfrm>
          <a:prstGeom xmlns:a="http://schemas.openxmlformats.org/drawingml/2006/main" prst="curvedConnector3">
            <a:avLst>
              <a:gd name="adj1" fmla="val 28244044"/>
            </a:avLst>
          </a:prstGeom>
          <a:ln xmlns:a="http://schemas.openxmlformats.org/drawingml/2006/main" w="76200">
            <a:headEnd type="triangle"/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A730C7-BC21-4358-B18A-91BC6494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4287500" cy="1647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C72A14-3DD7-4B48-9A1D-D7376137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91250"/>
            <a:ext cx="1381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375" b="0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EBA61C-3AB4-4889-AFA8-00BF8241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70294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F15992-707A-451C-9DED-33F52576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010400"/>
            <a:ext cx="1343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0">
                <a:solidFill>
                  <a:srgbClr val="414466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18E429-CC4F-48FF-973F-2516AB81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834390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7439D5-9781-4C90-B807-60FFBBD1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24850"/>
            <a:ext cx="1343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0">
                <a:solidFill>
                  <a:srgbClr val="414466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DB407B-6321-400C-8753-CDA6A3EF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96583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980020-D75A-45A9-B1EF-6BD433A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9639300"/>
            <a:ext cx="1343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0">
                <a:solidFill>
                  <a:srgbClr val="414466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07412A-A889-42F0-A4D2-D9194180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163300"/>
            <a:ext cx="1381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3375" b="0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58CE3F-3D15-4C88-BC15-6FA7A184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200150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647CF60-E3C7-46D0-B8C0-B6271CF7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982450"/>
            <a:ext cx="1343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0">
                <a:solidFill>
                  <a:srgbClr val="414466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38D1F3-C01A-45A8-8489-4FDEF4C0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33159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7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DA69A8-F715-4F54-ABC1-BCBD2832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3296900"/>
            <a:ext cx="1343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0">
                <a:solidFill>
                  <a:srgbClr val="414466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A78D24-208A-4409-BD3D-8D38FF81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11350"/>
            <a:ext cx="1343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62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1DA64CF-195B-4C5F-AF84-E9F4745B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516380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2372B0-B201-4D26-957D-10438B8E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144750"/>
            <a:ext cx="13049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4CCB49-5752-418D-8A2B-310C9C18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5859125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FC62465-DACA-4B9C-834A-63281F81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840075"/>
            <a:ext cx="13049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400" b="0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/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893cafd694a50">
            <a:extLst>
              <a:ext uri="{96DAC541-7B7A-43D3-8B79-37D633B846F1}">
                <asvg:svgBlip xmlns:asvg="http://schemas.microsoft.com/office/drawing/2016/SVG/main" r:embed="R31e8d0aa06ef43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" y="23764875"/>
            <a:ext cx="14382750" cy="4038600"/>
          </a:xfrm>
          <a:prstGeom xmlns:a="http://schemas.openxmlformats.org/drawingml/2006/main" prst="rect">
            <a:avLst/>
          </a:prstGeom>
        </p:spPr>
      </p:pic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D7C5543-F6CD-4A33-A908-198F3526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30480000" cy="3729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8232F48-30A0-41F9-BC1A-36D8072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2914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14E"/>
          </a:solidFill>
          <a:ln xmlns:a="http://schemas.openxmlformats.org/drawingml/2006/main" w="0">
            <a:solidFill>
              <a:srgbClr val="25214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1CE6301-1C94-4EE5-9E97-DE2DD568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30289500" cy="429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25214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383323E-D4F4-4113-AC5C-2FB97EB9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29375"/>
            <a:ext cx="28575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19050">
            <a:solidFill>
              <a:srgbClr val="D9E2F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B3C5EE5-720D-4D9D-81A7-8825F3D9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29375"/>
            <a:ext cx="1714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414"/>
          </a:solidFill>
          <a:ln xmlns:a="http://schemas.openxmlformats.org/drawingml/2006/main" w="0">
            <a:solidFill>
              <a:srgbClr val="C9141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2C2ADD5-2CA1-4EF5-B84B-7E44E858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858000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141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C91414"/>
                </a:solidFill>
                <a:latin typeface="Segoe UI"/>
                <a:ea typeface="Segoe UI"/>
                <a:cs typeface="Segoe UI"/>
              </a:rPr>
              <a:t>Core Claim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8933D8C-D9B7-47C9-AF3E-B8BE466F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381875"/>
            <a:ext cx="2305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Every sensitive request is re-verified after login to prevent insider misuse before leakage.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A48E542-DC23-48EB-9DF5-EFBDC562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477250"/>
            <a:ext cx="2628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The policy engine evaluates assigned case, data grade, location, registered device, and behavior history, then returns access, masking, approval, or block in real time.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7C3553A-9AA5-427F-8346-7682D4FE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6858000"/>
            <a:ext cx="352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41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3858DB5-74AD-456E-9BF7-55254ADA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6962775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Per-request verification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F6C4A4B-3B96-401A-937C-7BBB29F7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6858000"/>
            <a:ext cx="352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0E44F98-FD3B-41E3-A62A-8EFAAB69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6962775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4-axis risk score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995CB73-2172-406A-8D04-78389D89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7639050"/>
            <a:ext cx="352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3D8E17E-E88A-446E-B785-8CEE0369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0" y="7743825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5-level decision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80983B6-EE5F-4260-AC05-9847925A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7639050"/>
            <a:ext cx="3524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8D62B04-0BBB-4570-983A-AFF48405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7743825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3-layer audit logs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0BA0829-5DD6-454C-A020-7FD22CE9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2870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Decision Loop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0F0F496-6C4F-42BB-A59F-A1AF4662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953750"/>
            <a:ext cx="54673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C91414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C917485-058B-4E74-819D-4694BCBE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953750"/>
            <a:ext cx="7429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414"/>
          </a:solidFill>
          <a:ln xmlns:a="http://schemas.openxmlformats.org/drawingml/2006/main" w="0">
            <a:solidFill>
              <a:srgbClr val="C91414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A24DDAA-B567-4764-8FCB-AD9BCB9C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25855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18FE4DA-0FF8-4671-B0EB-3193422B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122045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Request Context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962F9F3-0878-4BE1-984C-2109553B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1734800"/>
            <a:ext cx="4305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account · device · location · action · case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0C86313-81A5-48B2-A5D5-768C0C3A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16967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14E"/>
          </a:solidFill>
          <a:ln xmlns:a="http://schemas.openxmlformats.org/drawingml/2006/main" w="0">
            <a:solidFill>
              <a:srgbClr val="25214E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D3191C9-81BC-4148-8A82-C0E93BE0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953750"/>
            <a:ext cx="54673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1111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19EF037-72F4-47AC-BFB9-FD208BC4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953750"/>
            <a:ext cx="7429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D82792A-6CFB-478C-95A9-02B254E9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125855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5C2E049-AAC0-47B1-B127-DC12203C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22045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Immediate Blocks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E59B33D-C5AE-4591-BAD4-D7BA21D5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734800"/>
            <a:ext cx="4305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concurrent auth · impossible travel · disallowed location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B486DCD-17A9-44F6-BDFB-5FF7E4D7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116967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14E"/>
          </a:solidFill>
          <a:ln xmlns:a="http://schemas.openxmlformats.org/drawingml/2006/main" w="0">
            <a:solidFill>
              <a:srgbClr val="25214E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CC62F64-A231-4176-B5E2-8D18CF48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0953750"/>
            <a:ext cx="54673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4B321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E59377D-FB7C-4337-A7C4-F29107C4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0953750"/>
            <a:ext cx="7429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0">
            <a:solidFill>
              <a:srgbClr val="F4B321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F559094-D83F-43AF-890C-32676744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1125855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103AFA8-3997-4889-9642-4EF5ABA3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122045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Risk Scoring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768C4FE-258A-42E5-B6EA-9CC98EBC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1734800"/>
            <a:ext cx="4305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sensitivity + environment + behavior - job fitness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CA7C6A4-B94E-4E1C-9E01-1707DA0D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16967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14E"/>
          </a:solidFill>
          <a:ln xmlns:a="http://schemas.openxmlformats.org/drawingml/2006/main" w="0">
            <a:solidFill>
              <a:srgbClr val="25214E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A211660-4937-40F0-A9E6-C04EF118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10953750"/>
            <a:ext cx="54673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4472C4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98061EB-84F8-451F-910C-D9B20AD0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10953750"/>
            <a:ext cx="7429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51AD13D-80D9-4D79-BFB7-2C3FCF28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100" y="1125855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4188880-480C-4265-8ADA-17E6F73D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8600" y="1122045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Access Decision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A37DCE9-C635-4A77-A1BF-A80072DE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8600" y="11734800"/>
            <a:ext cx="4305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L1 allow · L2 view · L3 re-auth · L4 approve · L5 block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0E09D13-211C-4438-9F4B-1414FDE3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3450" y="116967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14E"/>
          </a:solidFill>
          <a:ln xmlns:a="http://schemas.openxmlformats.org/drawingml/2006/main" w="0">
            <a:solidFill>
              <a:srgbClr val="25214E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ED091AE-05F1-4C2A-8BAB-6528F61D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7300" y="10953750"/>
            <a:ext cx="54673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6F5AA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5BB824A-0EBB-4FD8-9C08-E0B47AD5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7300" y="10953750"/>
            <a:ext cx="7429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7"/>
          </a:solidFill>
          <a:ln xmlns:a="http://schemas.openxmlformats.org/drawingml/2006/main" w="0">
            <a:solidFill>
              <a:srgbClr val="6F5AA7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84E27AA-6839-41B7-BC7E-6C2AD453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7300" y="11258550"/>
            <a:ext cx="742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3B19542-3331-46E9-BFC0-1A1240B4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9800" y="11220450"/>
            <a:ext cx="430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Audit &amp; Review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8AF6EC1-4988-4588-BB15-75272CF0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9800" y="11734800"/>
            <a:ext cx="4305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operation logs · audit logs · sensitive logs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A6A6EAE-F8D2-4A5D-905A-F38D05BA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3392150"/>
            <a:ext cx="628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28575">
            <a:solidFill>
              <a:srgbClr val="4472C4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7AE9881-D813-4D01-93C7-FC04BA57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6017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State Memory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F51134D-23AE-413D-8632-A320C79B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973175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MFA state · prior approval · risk accumulation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BECBDC7-433E-4D73-91D2-6759C7D3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13392150"/>
            <a:ext cx="628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FF"/>
          </a:solidFill>
          <a:ln xmlns:a="http://schemas.openxmlformats.org/drawingml/2006/main" w="28575">
            <a:solidFill>
              <a:srgbClr val="6F5AA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837025A-979C-4D47-916B-A9492CAD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136017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Admin Guardrail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B2D78A3-ADCA-472C-86A1-20E380BD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13973175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L4 approval · self-approval block · post-review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83E5B59-D5A2-4294-8529-1455F8D6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2630150"/>
            <a:ext cx="152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EE1B368-69AC-4849-855A-2DAA49D6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4350" y="12630150"/>
            <a:ext cx="152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AA7"/>
          </a:solidFill>
          <a:ln xmlns:a="http://schemas.openxmlformats.org/drawingml/2006/main" w="0">
            <a:solidFill>
              <a:srgbClr val="6F5AA7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6ADA60D-D51F-4020-AE24-3299D22B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83125"/>
            <a:ext cx="13906500" cy="1019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6E8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16C231E-EB48-4D49-A23F-8A79E2F2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83125"/>
            <a:ext cx="114300" cy="1019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3847D51-2597-4DB8-BEA2-3603420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630775"/>
            <a:ext cx="1323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Differentiation From Static Access Control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D69F5DA-0636-4F19-8701-9281A14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78475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Gap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B1011AE-2EBA-4B71-B82C-898692E6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278475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Static Control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4E05474-8DF6-4B5F-BEC5-DE7623AC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278475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472C4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4472C4"/>
                </a:solidFill>
                <a:latin typeface="Segoe UI"/>
                <a:ea typeface="Segoe UI"/>
                <a:cs typeface="Segoe UI"/>
              </a:rPr>
              <a:t>Proposed System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EA08641-6E3B-4121-8C15-5D49FA09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507075"/>
            <a:ext cx="1325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C"/>
          </a:solidFill>
          <a:ln xmlns:a="http://schemas.openxmlformats.org/drawingml/2006/main" w="0">
            <a:solidFill>
              <a:srgbClr val="D7DEE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89931BC-8457-43CB-8824-28D2C35D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83092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Static role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3D98B31-6250-4B2B-9C0F-7A1912E7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30925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role-only check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9CFF26B-3DBE-4AA1-A3F1-FFD7E8C3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773775"/>
            <a:ext cx="609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re-scores case, location, device, and behavior per request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C939BDD-7CBC-46DD-9C00-4E5C708E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583525"/>
            <a:ext cx="1325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C"/>
          </a:solidFill>
          <a:ln xmlns:a="http://schemas.openxmlformats.org/drawingml/2006/main" w="0">
            <a:solidFill>
              <a:srgbClr val="D7DEEC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C38EAE9-96A3-4DAB-A962-C5806E87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0737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After-the-fact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D4F6307-96E4-4C60-AEA2-8D8D1086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07375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investigate after leak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C7F1FF7-AA60-466B-A8DD-4BCE9582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850225"/>
            <a:ext cx="609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blocks risky download or disallowed location before data leaves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6DDF957-45F1-4977-93E0-A22AC163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659975"/>
            <a:ext cx="1325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C"/>
          </a:solidFill>
          <a:ln xmlns:a="http://schemas.openxmlformats.org/drawingml/2006/main" w="0">
            <a:solidFill>
              <a:srgbClr val="D7DEEC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412FEF9-CACA-4045-AD57-C3484C09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98382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Allow or deny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0B2742A-DAD2-4DCC-BC0D-25B8C5CF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983825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coarse control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1E80D75-57B0-40CF-8541-80BFB764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926675"/>
            <a:ext cx="609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adds view-only, masking, re-authentication, and approval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A467491-5942-4BC4-9B7B-2CDBDB15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736425"/>
            <a:ext cx="1325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C"/>
          </a:solidFill>
          <a:ln xmlns:a="http://schemas.openxmlformats.org/drawingml/2006/main" w="0">
            <a:solidFill>
              <a:srgbClr val="D7DEEC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2DD26DA-9632-419D-9088-0CA2C5FD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06027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Emergency gap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5FB5DE2-1336-404C-9CC0-61254FFB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060275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weak exception handling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CE2F50F-1BE4-410C-9FBD-29475221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003125"/>
            <a:ext cx="609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forces MFA, scope, TTL, justification, and post-review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73D1125-61A3-4497-9516-04202FAB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7383125"/>
            <a:ext cx="13906500" cy="1019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6E8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3B08D80-AF8F-4C12-BBB9-79D5D4BF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7383125"/>
            <a:ext cx="114300" cy="1019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A172C21-F948-4C0D-BBE2-3CCE4082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0" y="17630775"/>
            <a:ext cx="1323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Novel Functions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75B04FC-DAA1-4759-96C2-65820E3C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18526125"/>
            <a:ext cx="6286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D8E0EE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7946B06-8DB6-407F-967F-EB8FDC64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18526125"/>
            <a:ext cx="9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B604C15-4BE0-48D5-BD4C-15CFC9ED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18792825"/>
            <a:ext cx="569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Job fitness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6E30824-A25B-450D-8FBF-54B784E0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19307175"/>
            <a:ext cx="569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subtracts assigned-case and duty relevance from the risk score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115C020-FF89-4738-945C-80290101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8526125"/>
            <a:ext cx="6286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0"/>
          </a:solidFill>
          <a:ln xmlns:a="http://schemas.openxmlformats.org/drawingml/2006/main" w="19050">
            <a:solidFill>
              <a:srgbClr val="D8E0EE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EC9C03D-8B0C-4268-B616-09743612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8526125"/>
            <a:ext cx="9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0">
            <a:solidFill>
              <a:srgbClr val="F4B321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E056DD8-7121-407A-BAD8-0E8EE47D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18792825"/>
            <a:ext cx="569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Confidence guardrail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69F401E-6B79-4F09-B161-9463C1B2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19307175"/>
            <a:ext cx="569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low-confidence decisions converge to approval or view-only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D8DE79E-2DF0-4C40-845B-33D982E9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21269325"/>
            <a:ext cx="6286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1"/>
          </a:solidFill>
          <a:ln xmlns:a="http://schemas.openxmlformats.org/drawingml/2006/main" w="19050">
            <a:solidFill>
              <a:srgbClr val="D8E0EE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FD24A83-3183-4CCD-83FC-C3E396F5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21269325"/>
            <a:ext cx="9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A58"/>
          </a:solidFill>
          <a:ln xmlns:a="http://schemas.openxmlformats.org/drawingml/2006/main" w="0">
            <a:solidFill>
              <a:srgbClr val="4B9A58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A4317E4-647F-4BC4-B702-1135903B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21536025"/>
            <a:ext cx="569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Adaptive masking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0F47818-A975-4E34-ACDC-FD6CED5D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22050375"/>
            <a:ext cx="569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separates original view, partial masking, and download permission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3FFC3A6-4454-42F9-8AA7-8A5CFAE8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21269325"/>
            <a:ext cx="6286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D8E0EE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BCEDE319-1849-41B1-8131-7CED7048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21269325"/>
            <a:ext cx="9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49960ED-139C-4039-A912-028B853B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21536025"/>
            <a:ext cx="569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Audit integrity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81CBE05-EEC1-4B71-8CCD-1D2E896C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22050375"/>
            <a:ext cx="569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separates operation, audit, and sensitive logs with append-only behavior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AB1284E-4542-42AB-AC85-2B1AE15B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24012525"/>
            <a:ext cx="6286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0"/>
          </a:solidFill>
          <a:ln xmlns:a="http://schemas.openxmlformats.org/drawingml/2006/main" w="19050">
            <a:solidFill>
              <a:srgbClr val="D8E0EE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68E5C3A-C447-4315-A08A-0E9B4492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24012525"/>
            <a:ext cx="9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0">
            <a:solidFill>
              <a:srgbClr val="F4B321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833F49F0-F165-46E5-ACCB-68592DD9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24279225"/>
            <a:ext cx="569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Admin constraint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22EFC7D-C30A-4A68-A950-1AE30F23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24793575"/>
            <a:ext cx="569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blocks self-approval and self-review by privileged users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63725C1-C075-492D-AB3D-3B377E5F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24012525"/>
            <a:ext cx="62865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1"/>
          </a:solidFill>
          <a:ln xmlns:a="http://schemas.openxmlformats.org/drawingml/2006/main" w="19050">
            <a:solidFill>
              <a:srgbClr val="D8E0EE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2A509F9-7F7F-4E0A-840E-31190051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24012525"/>
            <a:ext cx="952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A58"/>
          </a:solidFill>
          <a:ln xmlns:a="http://schemas.openxmlformats.org/drawingml/2006/main" w="0">
            <a:solidFill>
              <a:srgbClr val="4B9A58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35D75B7-2AEA-4EB3-AF86-8B6EC6E3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24279225"/>
            <a:ext cx="569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Break-glass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5B27989-948E-4E45-93AC-C4131BFC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24793575"/>
            <a:ext cx="56959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keeps emergency access scoped, expiring, justified, and reviewable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7D1EC08-9A73-44C0-A989-A3B41898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17875"/>
            <a:ext cx="285750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6E8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F9F3BD8F-00E2-4B63-B2A2-FA8C89F8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17875"/>
            <a:ext cx="1143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31637E0-E1F3-49AC-8A00-435EEF84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965525"/>
            <a:ext cx="2790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Scenario Validation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48CAF723-F980-457B-935D-82389002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46625"/>
            <a:ext cx="8667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DED"/>
          </a:solidFill>
          <a:ln xmlns:a="http://schemas.openxmlformats.org/drawingml/2006/main" w="19050">
            <a:solidFill>
              <a:srgbClr val="D6DCEA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EE36932-D648-43FF-B8FD-F87C950E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413325"/>
            <a:ext cx="781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9141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C9141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F06E418-A8B7-4AE5-BF71-A2143B36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32375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Non-assigned case access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6A690BF-0B19-4A54-B5E6-78EECC4D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242000"/>
            <a:ext cx="695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414"/>
          </a:solidFill>
          <a:ln xmlns:a="http://schemas.openxmlformats.org/drawingml/2006/main" w="0">
            <a:solidFill>
              <a:srgbClr val="C91414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E23A357-D98B-4A09-B443-B7FEB5F7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575375"/>
            <a:ext cx="704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grade 4/5 data escalates to approval and masking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A43AA41-0E64-49E7-88E2-35F5B14C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0146625"/>
            <a:ext cx="8667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0"/>
          </a:solidFill>
          <a:ln xmlns:a="http://schemas.openxmlformats.org/drawingml/2006/main" w="19050">
            <a:solidFill>
              <a:srgbClr val="D6DCEA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4BACC08-AD86-4649-9650-F20846BC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0413325"/>
            <a:ext cx="781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B321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4B321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82384B8-BF39-40D0-B0CD-690EC1EA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0432375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Disallowed location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CF1E46F4-2EB7-45F8-8CE9-DFE4742D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1242000"/>
            <a:ext cx="695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321"/>
          </a:solidFill>
          <a:ln xmlns:a="http://schemas.openxmlformats.org/drawingml/2006/main" w="0">
            <a:solidFill>
              <a:srgbClr val="F4B321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7D5DE6C-FA13-4731-92FD-3C2019A4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1575375"/>
            <a:ext cx="704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login or download is blocked before exposure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B19091B-7EA8-413F-A866-62CD73E2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0" y="30146625"/>
            <a:ext cx="8667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19050">
            <a:solidFill>
              <a:srgbClr val="D6DCEA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9794D4F-7215-47EF-A921-29C98BEB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0" y="30413325"/>
            <a:ext cx="781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472C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4472C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895BC32-5FCB-4778-9EE8-FBCB8128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30432375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A55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B2A55"/>
                </a:solidFill>
                <a:latin typeface="Segoe UI"/>
                <a:ea typeface="Segoe UI"/>
                <a:cs typeface="Segoe UI"/>
              </a:rPr>
              <a:t>Repeated unauthorized viewing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075FC37-1B2A-4B72-8B9F-0D19FFB5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31242000"/>
            <a:ext cx="695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 w="0">
            <a:solidFill>
              <a:srgbClr val="4472C4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1B5E20B2-467F-49EC-A601-D9731E8F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0" y="31575375"/>
            <a:ext cx="704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4F7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4C4F73"/>
                </a:solidFill>
                <a:latin typeface="Segoe UI"/>
                <a:ea typeface="Segoe UI"/>
                <a:cs typeface="Segoe UI"/>
              </a:rPr>
              <a:t>behavior risk accumulates and permissions are downgraded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31F445B-79FC-4CF7-B12C-76B9FA4B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0"/>
            <a:ext cx="28575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4B"/>
          </a:solidFill>
          <a:ln xmlns:a="http://schemas.openxmlformats.org/drawingml/2006/main" w="0">
            <a:solidFill>
              <a:srgbClr val="1F234B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A3E37B51-4AB5-4203-BECA-B4F5BDA4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480750"/>
            <a:ext cx="2752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Novelty: the system turns general Zero Trust principles into a police-specific policy engine built around case assignment, jurisdiction, data grade, and behavior accumulation.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7B107D70-12EA-4E5F-A58F-5827A86F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861875"/>
            <a:ext cx="2752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5FF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DCE5FF"/>
                </a:solidFill>
                <a:latin typeface="Segoe UI"/>
                <a:ea typeface="Segoe UI"/>
                <a:cs typeface="Segoe UI"/>
              </a:rPr>
              <a:t>Design focus: not a one-time permission grant, but an investigation-data security system that changes access as risk changes</a:t>
            </a:r>
          </a:p>
        </p:txBody>
      </p:sp>
    </p:spTree>
    <p:extLst>
      <p:ext uri="{BB962C8B-B14F-4D97-AF65-F5344CB8AC3E}">
        <p14:creationId xmlns:p14="http://schemas.microsoft.com/office/powerpoint/2010/main" val="25610634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2026-06-12T12:24:29.4570000Z</dcterms:created>
  <dcterms:modified xsi:type="dcterms:W3CDTF">2026-06-12T12:24:29.4570000Z</dcterms:modified>
</coreProperties>
</file>