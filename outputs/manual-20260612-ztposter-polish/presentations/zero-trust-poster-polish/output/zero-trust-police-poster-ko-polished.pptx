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830974e64bd489c" /><Relationship Type="http://schemas.openxmlformats.org/officeDocument/2006/relationships/extended-properties" Target="/docProps/app.xml" Id="R495ec006c7b14775" /><Relationship Type="http://schemas.openxmlformats.org/officeDocument/2006/relationships/officeDocument" Target="/ppt/presentation.xml" Id="R8f13e6ec13a84ba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fe7dd1e7525444b"/>
  </p:sldMasterIdLst>
  <p:notesMasterIdLst>
    <p:notesMasterId xmlns:r="http://schemas.openxmlformats.org/officeDocument/2006/relationships" r:id="R7685595e31d3415c"/>
  </p:notesMasterIdLst>
  <p:sldIdLst>
    <p:sldId xmlns:r="http://schemas.openxmlformats.org/officeDocument/2006/relationships" id="256" r:id="Rad7884c73bc543c2"/>
  </p:sldIdLst>
  <p:sldSz cx="30275213" cy="42803763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a23f9dd786c4972" /><Relationship Type="http://schemas.openxmlformats.org/officeDocument/2006/relationships/slideMaster" Target="/ppt/slideMasters/slideMaster1.xml" Id="R7fe7dd1e7525444b" /><Relationship Type="http://schemas.openxmlformats.org/officeDocument/2006/relationships/notesMaster" Target="/ppt/notesMasters/notesMaster1.xml" Id="R7685595e31d3415c" /><Relationship Type="http://schemas.openxmlformats.org/officeDocument/2006/relationships/presProps" Target="/ppt/presProps.xml" Id="R400511f25c0448b8" /><Relationship Type="http://schemas.openxmlformats.org/officeDocument/2006/relationships/viewProps" Target="/ppt/viewProps.xml" Id="R20b306c454a24350" /><Relationship Type="http://schemas.openxmlformats.org/officeDocument/2006/relationships/tableStyles" Target="/ppt/tableStyles.xml" Id="Rc673e45378984a69" /><Relationship Type="http://schemas.openxmlformats.org/officeDocument/2006/relationships/slide" Target="/ppt/slides/slide1.xml" Id="Rad7884c73bc543c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f3d271054e649b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09c5945b30643a0" /><Relationship Type="http://schemas.openxmlformats.org/officeDocument/2006/relationships/notesMaster" Target="/ppt/notesMasters/notesMaster1.xml" Id="R35a730bd32e44fd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36c62fa3ba94a6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04e0d8feb884ac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2869fa46b314f0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704642c22574f3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a004749b89943f2" /></Relationships>
</file>

<file path=ppt/slideLayouts/slideLayout1.xml><?xml version="1.0" encoding="utf-8"?>
<p:sldLayout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older 2">
            <a:extLst xmlns:a="http://schemas.openxmlformats.org/drawingml/2006/main">
              <a:ext uri="{FF2B5EF4-FFF2-40B4-BE49-F238E27FC236}">
                <a16:creationId xmlns:a16="http://schemas.microsoft.com/office/drawing/2014/main" id="{C2BE2E78-5EE5-4EBE-8E42-90BD2B9CA8EA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2272546" y="13269164"/>
            <a:ext cx="25755554" cy="6617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/>
        </p:txBody>
      </p:sp>
      <p:sp>
        <p:nvSpPr>
          <p:cNvPr id="3" name="Holder 3">
            <a:extLst xmlns:a="http://schemas.openxmlformats.org/drawingml/2006/main">
              <a:ext uri="{FF2B5EF4-FFF2-40B4-BE49-F238E27FC236}">
                <a16:creationId xmlns:a16="http://schemas.microsoft.com/office/drawing/2014/main" id="{9625D93C-D487-4420-83BF-B3E54E571D9E}"/>
              </a:ext>
            </a:extLst>
          </p:cNvPr>
          <p:cNvSpPr>
            <a:spLocks xmlns:a="http://schemas.openxmlformats.org/drawingml/2006/main" noGrp="1"/>
          </p:cNvSpPr>
          <p:nvPr>
            <p:ph type="subTitle" idx="4"/>
          </p:nvPr>
        </p:nvSpPr>
        <p:spPr>
          <a:xfrm xmlns:a="http://schemas.openxmlformats.org/drawingml/2006/main">
            <a:off x="4545098" y="23970113"/>
            <a:ext cx="21210458" cy="27699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/>
        </p:txBody>
      </p:sp>
      <p:sp>
        <p:nvSpPr>
          <p:cNvPr id="4" name="Holder 4">
            <a:extLst xmlns:a="http://schemas.openxmlformats.org/drawingml/2006/main">
              <a:ext uri="{FF2B5EF4-FFF2-40B4-BE49-F238E27FC236}">
                <a16:creationId xmlns:a16="http://schemas.microsoft.com/office/drawing/2014/main" id="{FF3D5D55-EE4E-491A-AD2F-3D8DE35C8E62}"/>
              </a:ext>
            </a:extLst>
          </p:cNvPr>
          <p:cNvSpPr>
            <a:spLocks xmlns:a="http://schemas.openxmlformats.org/drawingml/2006/main" noGrp="1"/>
          </p:cNvSpPr>
          <p:nvPr>
            <p:ph type="ftr" idx="5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5" name="Holder 5">
            <a:extLst xmlns:a="http://schemas.openxmlformats.org/drawingml/2006/main">
              <a:ext uri="{FF2B5EF4-FFF2-40B4-BE49-F238E27FC236}">
                <a16:creationId xmlns:a16="http://schemas.microsoft.com/office/drawing/2014/main" id="{AD6466F7-6ECA-4ED1-9F9E-8ED8B55DA27E}"/>
              </a:ext>
            </a:extLst>
          </p:cNvPr>
          <p:cNvSpPr>
            <a:spLocks xmlns:a="http://schemas.openxmlformats.org/drawingml/2006/main" noGrp="1"/>
          </p:cNvSpPr>
          <p:nvPr>
            <p:ph type="dt" idx="6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l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1D8BD707-D9CF-40AE-B4C6-C98DA3205C09}" type="datetimeFigureOut">
              <a:t>11/22/2024</a:t>
            </a:fld>
          </a:p>
        </p:txBody>
      </p:sp>
      <p:sp>
        <p:nvSpPr>
          <p:cNvPr id="6" name="Holder 6">
            <a:extLst xmlns:a="http://schemas.openxmlformats.org/drawingml/2006/main">
              <a:ext uri="{FF2B5EF4-FFF2-40B4-BE49-F238E27FC236}">
                <a16:creationId xmlns:a16="http://schemas.microsoft.com/office/drawing/2014/main" id="{64DBFADC-31EA-4E96-A4B6-89DD141CCA71}"/>
              </a:ext>
            </a:extLst>
          </p:cNvPr>
          <p:cNvSpPr>
            <a:spLocks xmlns:a="http://schemas.openxmlformats.org/drawingml/2006/main" noGrp="1"/>
          </p:cNvSpPr>
          <p:nvPr>
            <p:ph type="sldNum" idx="7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B6F15528-21DE-4FAA-801E-634DDDAF4B2B}" type="slidenum">
              <a:t>‹#›</a:t>
            </a:fld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older 2">
            <a:extLst xmlns:a="http://schemas.openxmlformats.org/drawingml/2006/main">
              <a:ext uri="{FF2B5EF4-FFF2-40B4-BE49-F238E27FC236}">
                <a16:creationId xmlns:a16="http://schemas.microsoft.com/office/drawing/2014/main" id="{4794A862-76D8-44F5-81BC-B2D04190816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332416" y="1330512"/>
            <a:ext cx="27635831" cy="2647200"/>
          </a:xfrm>
        </p:spPr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17202" b="0" i="0">
                <a:solidFill>
                  <a:srgbClr val="373362"/>
                </a:solidFill>
                <a:latin typeface="Tahoma"/>
                <a:ea typeface="Tahoma"/>
                <a:cs typeface="Tahoma"/>
              </a:defRPr>
            </a:lvl1pPr>
          </a:lstStyle>
          <a:p xmlns:a="http://schemas.openxmlformats.org/drawingml/2006/main"/>
        </p:txBody>
      </p:sp>
      <p:sp>
        <p:nvSpPr>
          <p:cNvPr id="3" name="Holder 3">
            <a:extLst xmlns:a="http://schemas.openxmlformats.org/drawingml/2006/main">
              <a:ext uri="{FF2B5EF4-FFF2-40B4-BE49-F238E27FC236}">
                <a16:creationId xmlns:a16="http://schemas.microsoft.com/office/drawing/2014/main" id="{B05DA6BB-5DAD-47D6-9956-2B8BDE8B20F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/>
        </p:txBody>
      </p:sp>
      <p:sp>
        <p:nvSpPr>
          <p:cNvPr id="4" name="Holder 4">
            <a:extLst xmlns:a="http://schemas.openxmlformats.org/drawingml/2006/main">
              <a:ext uri="{FF2B5EF4-FFF2-40B4-BE49-F238E27FC236}">
                <a16:creationId xmlns:a16="http://schemas.microsoft.com/office/drawing/2014/main" id="{890B3E69-BC2C-4732-A34F-A4E4754FF094}"/>
              </a:ext>
            </a:extLst>
          </p:cNvPr>
          <p:cNvSpPr>
            <a:spLocks xmlns:a="http://schemas.openxmlformats.org/drawingml/2006/main" noGrp="1"/>
          </p:cNvSpPr>
          <p:nvPr>
            <p:ph type="ftr" idx="5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5" name="Holder 5">
            <a:extLst xmlns:a="http://schemas.openxmlformats.org/drawingml/2006/main">
              <a:ext uri="{FF2B5EF4-FFF2-40B4-BE49-F238E27FC236}">
                <a16:creationId xmlns:a16="http://schemas.microsoft.com/office/drawing/2014/main" id="{CE1815C1-2116-4B09-B86B-8D5EF69510D2}"/>
              </a:ext>
            </a:extLst>
          </p:cNvPr>
          <p:cNvSpPr>
            <a:spLocks xmlns:a="http://schemas.openxmlformats.org/drawingml/2006/main" noGrp="1"/>
          </p:cNvSpPr>
          <p:nvPr>
            <p:ph type="dt" idx="6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l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1D8BD707-D9CF-40AE-B4C6-C98DA3205C09}" type="datetimeFigureOut">
              <a:t>11/22/2024</a:t>
            </a:fld>
          </a:p>
        </p:txBody>
      </p:sp>
      <p:sp>
        <p:nvSpPr>
          <p:cNvPr id="6" name="Holder 6">
            <a:extLst xmlns:a="http://schemas.openxmlformats.org/drawingml/2006/main">
              <a:ext uri="{FF2B5EF4-FFF2-40B4-BE49-F238E27FC236}">
                <a16:creationId xmlns:a16="http://schemas.microsoft.com/office/drawing/2014/main" id="{3005B063-4225-493C-879B-9BD01920D383}"/>
              </a:ext>
            </a:extLst>
          </p:cNvPr>
          <p:cNvSpPr>
            <a:spLocks xmlns:a="http://schemas.openxmlformats.org/drawingml/2006/main" noGrp="1"/>
          </p:cNvSpPr>
          <p:nvPr>
            <p:ph type="sldNum" idx="7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B6F15528-21DE-4FAA-801E-634DDDAF4B2B}" type="slidenum">
              <a:t>‹#›</a:t>
            </a:fld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older 2">
            <a:extLst xmlns:a="http://schemas.openxmlformats.org/drawingml/2006/main">
              <a:ext uri="{FF2B5EF4-FFF2-40B4-BE49-F238E27FC236}">
                <a16:creationId xmlns:a16="http://schemas.microsoft.com/office/drawing/2014/main" id="{375D737A-E972-4014-817D-6F24566D9F3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332416" y="1330512"/>
            <a:ext cx="27635831" cy="2647200"/>
          </a:xfrm>
        </p:spPr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17202" b="0" i="0">
                <a:solidFill>
                  <a:srgbClr val="373362"/>
                </a:solidFill>
                <a:latin typeface="Tahoma"/>
                <a:ea typeface="Tahoma"/>
                <a:cs typeface="Tahoma"/>
              </a:defRPr>
            </a:lvl1pPr>
          </a:lstStyle>
          <a:p xmlns:a="http://schemas.openxmlformats.org/drawingml/2006/main"/>
        </p:txBody>
      </p:sp>
      <p:sp>
        <p:nvSpPr>
          <p:cNvPr id="3" name="Holder 3">
            <a:extLst xmlns:a="http://schemas.openxmlformats.org/drawingml/2006/main">
              <a:ext uri="{FF2B5EF4-FFF2-40B4-BE49-F238E27FC236}">
                <a16:creationId xmlns:a16="http://schemas.microsoft.com/office/drawing/2014/main" id="{5A93BD1D-1E64-430B-9191-127E3ABE49D1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1515037" y="9844870"/>
            <a:ext cx="13180782" cy="27699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/>
        </p:txBody>
      </p:sp>
      <p:sp>
        <p:nvSpPr>
          <p:cNvPr id="4" name="Holder 4">
            <a:extLst xmlns:a="http://schemas.openxmlformats.org/drawingml/2006/main">
              <a:ext uri="{FF2B5EF4-FFF2-40B4-BE49-F238E27FC236}">
                <a16:creationId xmlns:a16="http://schemas.microsoft.com/office/drawing/2014/main" id="{8E192FA5-1607-406D-A2E6-787FC399A6F5}"/>
              </a:ext>
            </a:extLst>
          </p:cNvPr>
          <p:cNvSpPr>
            <a:spLocks xmlns:a="http://schemas.openxmlformats.org/drawingml/2006/main" noGrp="1"/>
          </p:cNvSpPr>
          <p:nvPr>
            <p:ph idx="3"/>
          </p:nvPr>
        </p:nvSpPr>
        <p:spPr>
          <a:xfrm xmlns:a="http://schemas.openxmlformats.org/drawingml/2006/main">
            <a:off x="16153871" y="11536227"/>
            <a:ext cx="11270520" cy="61562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>
              <a:buNone/>
              <a:defRPr sz="4000" b="1" i="0">
                <a:solidFill>
                  <a:schemeClr val="tx1"/>
                </a:solidFill>
                <a:latin typeface="Book Antiqua"/>
                <a:ea typeface="Book Antiqua"/>
                <a:cs typeface="Book Antiqua"/>
              </a:defRPr>
            </a:lvl1pPr>
          </a:lstStyle>
          <a:p xmlns:a="http://schemas.openxmlformats.org/drawingml/2006/main"/>
        </p:txBody>
      </p:sp>
      <p:sp>
        <p:nvSpPr>
          <p:cNvPr id="5" name="Holder 5">
            <a:extLst xmlns:a="http://schemas.openxmlformats.org/drawingml/2006/main">
              <a:ext uri="{FF2B5EF4-FFF2-40B4-BE49-F238E27FC236}">
                <a16:creationId xmlns:a16="http://schemas.microsoft.com/office/drawing/2014/main" id="{723F4882-0D01-4A77-82C2-BC2D592A57BA}"/>
              </a:ext>
            </a:extLst>
          </p:cNvPr>
          <p:cNvSpPr>
            <a:spLocks xmlns:a="http://schemas.openxmlformats.org/drawingml/2006/main" noGrp="1"/>
          </p:cNvSpPr>
          <p:nvPr>
            <p:ph type="ftr" idx="5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Holder 6">
            <a:extLst xmlns:a="http://schemas.openxmlformats.org/drawingml/2006/main">
              <a:ext uri="{FF2B5EF4-FFF2-40B4-BE49-F238E27FC236}">
                <a16:creationId xmlns:a16="http://schemas.microsoft.com/office/drawing/2014/main" id="{58BA99A5-DBDF-4570-ACA9-9F392E2B12F8}"/>
              </a:ext>
            </a:extLst>
          </p:cNvPr>
          <p:cNvSpPr>
            <a:spLocks xmlns:a="http://schemas.openxmlformats.org/drawingml/2006/main" noGrp="1"/>
          </p:cNvSpPr>
          <p:nvPr>
            <p:ph type="dt" idx="6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l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1D8BD707-D9CF-40AE-B4C6-C98DA3205C09}" type="datetimeFigureOut">
              <a:t>11/22/2024</a:t>
            </a:fld>
          </a:p>
        </p:txBody>
      </p:sp>
      <p:sp>
        <p:nvSpPr>
          <p:cNvPr id="7" name="Holder 7">
            <a:extLst xmlns:a="http://schemas.openxmlformats.org/drawingml/2006/main">
              <a:ext uri="{FF2B5EF4-FFF2-40B4-BE49-F238E27FC236}">
                <a16:creationId xmlns:a16="http://schemas.microsoft.com/office/drawing/2014/main" id="{B08E87B8-898C-4D19-B7A2-DFC092A1C7CC}"/>
              </a:ext>
            </a:extLst>
          </p:cNvPr>
          <p:cNvSpPr>
            <a:spLocks xmlns:a="http://schemas.openxmlformats.org/drawingml/2006/main" noGrp="1"/>
          </p:cNvSpPr>
          <p:nvPr>
            <p:ph type="sldNum" idx="7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B6F15528-21DE-4FAA-801E-634DDDAF4B2B}" type="slidenum">
              <a:t>‹#›</a:t>
            </a:fld>
          </a:p>
        </p:txBody>
      </p:sp>
    </p:spTree>
  </p:cSld>
</p:sldLayout>
</file>

<file path=ppt/slideLayouts/slideLayout4.xml><?xml version="1.0" encoding="utf-8"?>
<p:sldLayout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older 2">
            <a:extLst xmlns:a="http://schemas.openxmlformats.org/drawingml/2006/main">
              <a:ext uri="{FF2B5EF4-FFF2-40B4-BE49-F238E27FC236}">
                <a16:creationId xmlns:a16="http://schemas.microsoft.com/office/drawing/2014/main" id="{CEF36C51-AFFF-4F25-964C-B1FCE3DFF72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332416" y="1330512"/>
            <a:ext cx="27635831" cy="2647200"/>
          </a:xfrm>
        </p:spPr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17202" b="0" i="0">
                <a:solidFill>
                  <a:srgbClr val="373362"/>
                </a:solidFill>
                <a:latin typeface="Tahoma"/>
                <a:ea typeface="Tahoma"/>
                <a:cs typeface="Tahoma"/>
              </a:defRPr>
            </a:lvl1pPr>
          </a:lstStyle>
          <a:p xmlns:a="http://schemas.openxmlformats.org/drawingml/2006/main"/>
        </p:txBody>
      </p:sp>
      <p:sp>
        <p:nvSpPr>
          <p:cNvPr id="3" name="Holder 3">
            <a:extLst xmlns:a="http://schemas.openxmlformats.org/drawingml/2006/main">
              <a:ext uri="{FF2B5EF4-FFF2-40B4-BE49-F238E27FC236}">
                <a16:creationId xmlns:a16="http://schemas.microsoft.com/office/drawing/2014/main" id="{5D06B33E-7CB0-48A0-BD43-497EF5E6AFE4}"/>
              </a:ext>
            </a:extLst>
          </p:cNvPr>
          <p:cNvSpPr>
            <a:spLocks xmlns:a="http://schemas.openxmlformats.org/drawingml/2006/main" noGrp="1"/>
          </p:cNvSpPr>
          <p:nvPr>
            <p:ph type="ftr" idx="5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4" name="Holder 4">
            <a:extLst xmlns:a="http://schemas.openxmlformats.org/drawingml/2006/main">
              <a:ext uri="{FF2B5EF4-FFF2-40B4-BE49-F238E27FC236}">
                <a16:creationId xmlns:a16="http://schemas.microsoft.com/office/drawing/2014/main" id="{EC524AF8-4E72-4216-A5D1-3A5518666F4E}"/>
              </a:ext>
            </a:extLst>
          </p:cNvPr>
          <p:cNvSpPr>
            <a:spLocks xmlns:a="http://schemas.openxmlformats.org/drawingml/2006/main" noGrp="1"/>
          </p:cNvSpPr>
          <p:nvPr>
            <p:ph type="dt" idx="6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l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1D8BD707-D9CF-40AE-B4C6-C98DA3205C09}" type="datetimeFigureOut">
              <a:t>11/22/2024</a:t>
            </a:fld>
          </a:p>
        </p:txBody>
      </p:sp>
      <p:sp>
        <p:nvSpPr>
          <p:cNvPr id="5" name="Holder 5">
            <a:extLst xmlns:a="http://schemas.openxmlformats.org/drawingml/2006/main">
              <a:ext uri="{FF2B5EF4-FFF2-40B4-BE49-F238E27FC236}">
                <a16:creationId xmlns:a16="http://schemas.microsoft.com/office/drawing/2014/main" id="{7DC2D0D1-5819-4E01-B36A-AAAB23B2A4C2}"/>
              </a:ext>
            </a:extLst>
          </p:cNvPr>
          <p:cNvSpPr>
            <a:spLocks xmlns:a="http://schemas.openxmlformats.org/drawingml/2006/main" noGrp="1"/>
          </p:cNvSpPr>
          <p:nvPr>
            <p:ph type="sldNum" idx="7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B6F15528-21DE-4FAA-801E-634DDDAF4B2B}" type="slidenum">
              <a:t>‹#›</a:t>
            </a:fld>
          </a:p>
        </p:txBody>
      </p:sp>
    </p:spTree>
  </p:cSld>
</p:sldLayout>
</file>

<file path=ppt/slideLayouts/slideLayout5.xml><?xml version="1.0" encoding="utf-8"?>
<p:sldLayout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older 2">
            <a:extLst xmlns:a="http://schemas.openxmlformats.org/drawingml/2006/main">
              <a:ext uri="{FF2B5EF4-FFF2-40B4-BE49-F238E27FC236}">
                <a16:creationId xmlns:a16="http://schemas.microsoft.com/office/drawing/2014/main" id="{FCCEA099-3361-478D-9FDB-D34627E4A186}"/>
              </a:ext>
            </a:extLst>
          </p:cNvPr>
          <p:cNvSpPr>
            <a:spLocks xmlns:a="http://schemas.openxmlformats.org/drawingml/2006/main" noGrp="1"/>
          </p:cNvSpPr>
          <p:nvPr>
            <p:ph type="ftr" idx="5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3" name="Holder 3">
            <a:extLst xmlns:a="http://schemas.openxmlformats.org/drawingml/2006/main">
              <a:ext uri="{FF2B5EF4-FFF2-40B4-BE49-F238E27FC236}">
                <a16:creationId xmlns:a16="http://schemas.microsoft.com/office/drawing/2014/main" id="{3D4F5A11-CBF8-401B-AB2E-F0117BE356E6}"/>
              </a:ext>
            </a:extLst>
          </p:cNvPr>
          <p:cNvSpPr>
            <a:spLocks xmlns:a="http://schemas.openxmlformats.org/drawingml/2006/main" noGrp="1"/>
          </p:cNvSpPr>
          <p:nvPr>
            <p:ph type="dt" idx="6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l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1D8BD707-D9CF-40AE-B4C6-C98DA3205C09}" type="datetimeFigureOut">
              <a:t>11/22/2024</a:t>
            </a:fld>
          </a:p>
        </p:txBody>
      </p:sp>
      <p:sp>
        <p:nvSpPr>
          <p:cNvPr id="4" name="Holder 4">
            <a:extLst xmlns:a="http://schemas.openxmlformats.org/drawingml/2006/main">
              <a:ext uri="{FF2B5EF4-FFF2-40B4-BE49-F238E27FC236}">
                <a16:creationId xmlns:a16="http://schemas.microsoft.com/office/drawing/2014/main" id="{6D41FCB3-0967-4DBD-B56D-A4647416FFA5}"/>
              </a:ext>
            </a:extLst>
          </p:cNvPr>
          <p:cNvSpPr>
            <a:spLocks xmlns:a="http://schemas.openxmlformats.org/drawingml/2006/main" noGrp="1"/>
          </p:cNvSpPr>
          <p:nvPr>
            <p:ph type="sldNum" idx="7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B6F15528-21DE-4FAA-801E-634DDDAF4B2B}" type="slidenum">
              <a:t>‹#›</a:t>
            </a:fld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png" Id="R1cc68298d5fd415e" /><Relationship Type="http://schemas.openxmlformats.org/officeDocument/2006/relationships/theme" Target="/ppt/slideMasters/theme/theme2.xml" Id="R5bbc157f349a4f54" /><Relationship Type="http://schemas.openxmlformats.org/officeDocument/2006/relationships/slideLayout" Target="/ppt/slideLayouts/slideLayout1.xml" Id="R0e5048a7c3374ac1" /><Relationship Type="http://schemas.openxmlformats.org/officeDocument/2006/relationships/slideLayout" Target="/ppt/slideLayouts/slideLayout2.xml" Id="R86719e3aa87b4a64" /><Relationship Type="http://schemas.openxmlformats.org/officeDocument/2006/relationships/slideLayout" Target="/ppt/slideLayouts/slideLayout3.xml" Id="Rdbc35d0565424a96" /><Relationship Type="http://schemas.openxmlformats.org/officeDocument/2006/relationships/slideLayout" Target="/ppt/slideLayouts/slideLayout4.xml" Id="R89cfa97df54c431d" /><Relationship Type="http://schemas.openxmlformats.org/officeDocument/2006/relationships/slideLayout" Target="/ppt/slideLayouts/slideLayout5.xml" Id="R6ace4c3b3c314afd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bg object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c68298d5fd415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881056"/>
            <a:ext cx="30300654" cy="41910001"/>
          </a:xfrm>
          <a:prstGeom xmlns:a="http://schemas.openxmlformats.org/drawingml/2006/main" prst="rect">
            <a:avLst/>
          </a:prstGeom>
        </p:spPr>
      </p:pic>
      <p:sp>
        <p:nvSpPr>
          <p:cNvPr id="17" name="bg object 17">
            <a:extLst xmlns:a="http://schemas.openxmlformats.org/drawingml/2006/main">
              <a:ext uri="{FF2B5EF4-FFF2-40B4-BE49-F238E27FC236}">
                <a16:creationId xmlns:a16="http://schemas.microsoft.com/office/drawing/2014/main" id="{96EC0D05-044A-4545-91CB-29257ADAB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0300654" cy="42791112"/>
          </a:xfrm>
          <a:custGeom xmlns:a="http://schemas.openxmlformats.org/drawingml/2006/main">
            <a:rect l="l" t="t" r="r" b="b"/>
            <a:pathLst>
              <a:path w="7562850" h="10696575">
                <a:moveTo>
                  <a:pt x="507479" y="0"/>
                </a:moveTo>
                <a:lnTo>
                  <a:pt x="408584" y="0"/>
                </a:lnTo>
                <a:lnTo>
                  <a:pt x="0" y="408584"/>
                </a:lnTo>
                <a:lnTo>
                  <a:pt x="0" y="507479"/>
                </a:lnTo>
                <a:lnTo>
                  <a:pt x="507479" y="0"/>
                </a:lnTo>
                <a:close/>
              </a:path>
              <a:path w="7562850" h="10696575">
                <a:moveTo>
                  <a:pt x="537692" y="10696575"/>
                </a:moveTo>
                <a:lnTo>
                  <a:pt x="0" y="10158908"/>
                </a:lnTo>
                <a:lnTo>
                  <a:pt x="0" y="10257803"/>
                </a:lnTo>
                <a:lnTo>
                  <a:pt x="438759" y="10696575"/>
                </a:lnTo>
                <a:lnTo>
                  <a:pt x="537692" y="10696575"/>
                </a:lnTo>
                <a:close/>
              </a:path>
              <a:path w="7562850" h="10696575">
                <a:moveTo>
                  <a:pt x="1534642" y="757351"/>
                </a:moveTo>
                <a:lnTo>
                  <a:pt x="1435658" y="658418"/>
                </a:lnTo>
                <a:lnTo>
                  <a:pt x="1435658" y="757351"/>
                </a:lnTo>
                <a:lnTo>
                  <a:pt x="1294447" y="898575"/>
                </a:lnTo>
                <a:lnTo>
                  <a:pt x="1153236" y="757351"/>
                </a:lnTo>
                <a:lnTo>
                  <a:pt x="1294447" y="616140"/>
                </a:lnTo>
                <a:lnTo>
                  <a:pt x="1435658" y="757351"/>
                </a:lnTo>
                <a:lnTo>
                  <a:pt x="1435658" y="658418"/>
                </a:lnTo>
                <a:lnTo>
                  <a:pt x="1393367" y="616140"/>
                </a:lnTo>
                <a:lnTo>
                  <a:pt x="1294447" y="517258"/>
                </a:lnTo>
                <a:lnTo>
                  <a:pt x="1054341" y="757351"/>
                </a:lnTo>
                <a:lnTo>
                  <a:pt x="1294447" y="997458"/>
                </a:lnTo>
                <a:lnTo>
                  <a:pt x="1319187" y="972718"/>
                </a:lnTo>
                <a:lnTo>
                  <a:pt x="1534642" y="757351"/>
                </a:lnTo>
                <a:close/>
              </a:path>
              <a:path w="7562850" h="10696575">
                <a:moveTo>
                  <a:pt x="1570672" y="9945065"/>
                </a:moveTo>
                <a:lnTo>
                  <a:pt x="1471688" y="9846132"/>
                </a:lnTo>
                <a:lnTo>
                  <a:pt x="1471688" y="9945065"/>
                </a:lnTo>
                <a:lnTo>
                  <a:pt x="1330477" y="10086276"/>
                </a:lnTo>
                <a:lnTo>
                  <a:pt x="1189266" y="9945065"/>
                </a:lnTo>
                <a:lnTo>
                  <a:pt x="1330477" y="9803854"/>
                </a:lnTo>
                <a:lnTo>
                  <a:pt x="1471688" y="9945065"/>
                </a:lnTo>
                <a:lnTo>
                  <a:pt x="1471688" y="9846132"/>
                </a:lnTo>
                <a:lnTo>
                  <a:pt x="1429397" y="9803854"/>
                </a:lnTo>
                <a:lnTo>
                  <a:pt x="1330477" y="9704959"/>
                </a:lnTo>
                <a:lnTo>
                  <a:pt x="1090371" y="9945065"/>
                </a:lnTo>
                <a:lnTo>
                  <a:pt x="1330477" y="10185171"/>
                </a:lnTo>
                <a:lnTo>
                  <a:pt x="1355217" y="10160419"/>
                </a:lnTo>
                <a:lnTo>
                  <a:pt x="1570672" y="9945065"/>
                </a:lnTo>
                <a:close/>
              </a:path>
              <a:path w="7562850" h="10696575">
                <a:moveTo>
                  <a:pt x="1781644" y="757351"/>
                </a:moveTo>
                <a:lnTo>
                  <a:pt x="1682762" y="658495"/>
                </a:lnTo>
                <a:lnTo>
                  <a:pt x="1682762" y="757351"/>
                </a:lnTo>
                <a:lnTo>
                  <a:pt x="1294447" y="1145590"/>
                </a:lnTo>
                <a:lnTo>
                  <a:pt x="906221" y="757351"/>
                </a:lnTo>
                <a:lnTo>
                  <a:pt x="1294447" y="369138"/>
                </a:lnTo>
                <a:lnTo>
                  <a:pt x="1682762" y="757351"/>
                </a:lnTo>
                <a:lnTo>
                  <a:pt x="1682762" y="658495"/>
                </a:lnTo>
                <a:lnTo>
                  <a:pt x="1393355" y="369138"/>
                </a:lnTo>
                <a:lnTo>
                  <a:pt x="1294447" y="270243"/>
                </a:lnTo>
                <a:lnTo>
                  <a:pt x="807326" y="757351"/>
                </a:lnTo>
                <a:lnTo>
                  <a:pt x="1294447" y="1244561"/>
                </a:lnTo>
                <a:lnTo>
                  <a:pt x="1319187" y="1219822"/>
                </a:lnTo>
                <a:lnTo>
                  <a:pt x="1269695" y="1170330"/>
                </a:lnTo>
                <a:lnTo>
                  <a:pt x="1294536" y="1195070"/>
                </a:lnTo>
                <a:lnTo>
                  <a:pt x="1319187" y="1219822"/>
                </a:lnTo>
                <a:lnTo>
                  <a:pt x="1781644" y="757351"/>
                </a:lnTo>
                <a:close/>
              </a:path>
              <a:path w="7562850" h="10696575">
                <a:moveTo>
                  <a:pt x="1817674" y="9945065"/>
                </a:moveTo>
                <a:lnTo>
                  <a:pt x="1718792" y="9846208"/>
                </a:lnTo>
                <a:lnTo>
                  <a:pt x="1718792" y="9945065"/>
                </a:lnTo>
                <a:lnTo>
                  <a:pt x="1330477" y="10333291"/>
                </a:lnTo>
                <a:lnTo>
                  <a:pt x="942251" y="9945065"/>
                </a:lnTo>
                <a:lnTo>
                  <a:pt x="1330477" y="9556839"/>
                </a:lnTo>
                <a:lnTo>
                  <a:pt x="1718792" y="9945065"/>
                </a:lnTo>
                <a:lnTo>
                  <a:pt x="1718792" y="9846208"/>
                </a:lnTo>
                <a:lnTo>
                  <a:pt x="1429385" y="9556839"/>
                </a:lnTo>
                <a:lnTo>
                  <a:pt x="1330477" y="9457944"/>
                </a:lnTo>
                <a:lnTo>
                  <a:pt x="843356" y="9945065"/>
                </a:lnTo>
                <a:lnTo>
                  <a:pt x="1330477" y="10432275"/>
                </a:lnTo>
                <a:lnTo>
                  <a:pt x="1355217" y="10407523"/>
                </a:lnTo>
                <a:lnTo>
                  <a:pt x="1305725" y="10358031"/>
                </a:lnTo>
                <a:lnTo>
                  <a:pt x="1330566" y="10382783"/>
                </a:lnTo>
                <a:lnTo>
                  <a:pt x="1355217" y="10407523"/>
                </a:lnTo>
                <a:lnTo>
                  <a:pt x="1817674" y="9945065"/>
                </a:lnTo>
                <a:close/>
              </a:path>
              <a:path w="7562850" h="10696575">
                <a:moveTo>
                  <a:pt x="2037232" y="757351"/>
                </a:moveTo>
                <a:lnTo>
                  <a:pt x="1938248" y="658393"/>
                </a:lnTo>
                <a:lnTo>
                  <a:pt x="1938248" y="757351"/>
                </a:lnTo>
                <a:lnTo>
                  <a:pt x="1294447" y="1401165"/>
                </a:lnTo>
                <a:lnTo>
                  <a:pt x="650722" y="757351"/>
                </a:lnTo>
                <a:lnTo>
                  <a:pt x="1294447" y="113550"/>
                </a:lnTo>
                <a:lnTo>
                  <a:pt x="1938248" y="757351"/>
                </a:lnTo>
                <a:lnTo>
                  <a:pt x="1938248" y="658393"/>
                </a:lnTo>
                <a:lnTo>
                  <a:pt x="1393342" y="113550"/>
                </a:lnTo>
                <a:lnTo>
                  <a:pt x="1294447" y="14655"/>
                </a:lnTo>
                <a:lnTo>
                  <a:pt x="551738" y="757351"/>
                </a:lnTo>
                <a:lnTo>
                  <a:pt x="1294447" y="1500060"/>
                </a:lnTo>
                <a:lnTo>
                  <a:pt x="1319187" y="1475308"/>
                </a:lnTo>
                <a:lnTo>
                  <a:pt x="2037232" y="757351"/>
                </a:lnTo>
                <a:close/>
              </a:path>
              <a:path w="7562850" h="10696575">
                <a:moveTo>
                  <a:pt x="2073262" y="9945065"/>
                </a:moveTo>
                <a:lnTo>
                  <a:pt x="1974278" y="9846094"/>
                </a:lnTo>
                <a:lnTo>
                  <a:pt x="1974278" y="9945065"/>
                </a:lnTo>
                <a:lnTo>
                  <a:pt x="1330477" y="10588866"/>
                </a:lnTo>
                <a:lnTo>
                  <a:pt x="686752" y="9945065"/>
                </a:lnTo>
                <a:lnTo>
                  <a:pt x="1330477" y="9301264"/>
                </a:lnTo>
                <a:lnTo>
                  <a:pt x="1974278" y="9945065"/>
                </a:lnTo>
                <a:lnTo>
                  <a:pt x="1974278" y="9846094"/>
                </a:lnTo>
                <a:lnTo>
                  <a:pt x="1429385" y="9301264"/>
                </a:lnTo>
                <a:lnTo>
                  <a:pt x="1330477" y="9202369"/>
                </a:lnTo>
                <a:lnTo>
                  <a:pt x="587781" y="9945065"/>
                </a:lnTo>
                <a:lnTo>
                  <a:pt x="1330477" y="10687761"/>
                </a:lnTo>
                <a:lnTo>
                  <a:pt x="1355217" y="10663022"/>
                </a:lnTo>
                <a:lnTo>
                  <a:pt x="2073262" y="9945065"/>
                </a:lnTo>
                <a:close/>
              </a:path>
              <a:path w="7562850" h="10696575">
                <a:moveTo>
                  <a:pt x="4024084" y="757351"/>
                </a:moveTo>
                <a:lnTo>
                  <a:pt x="3925112" y="658418"/>
                </a:lnTo>
                <a:lnTo>
                  <a:pt x="3925112" y="757351"/>
                </a:lnTo>
                <a:lnTo>
                  <a:pt x="3783901" y="898575"/>
                </a:lnTo>
                <a:lnTo>
                  <a:pt x="3642677" y="757351"/>
                </a:lnTo>
                <a:lnTo>
                  <a:pt x="3783901" y="616140"/>
                </a:lnTo>
                <a:lnTo>
                  <a:pt x="3925112" y="757351"/>
                </a:lnTo>
                <a:lnTo>
                  <a:pt x="3925112" y="658418"/>
                </a:lnTo>
                <a:lnTo>
                  <a:pt x="3882821" y="616140"/>
                </a:lnTo>
                <a:lnTo>
                  <a:pt x="3783901" y="517258"/>
                </a:lnTo>
                <a:lnTo>
                  <a:pt x="3543795" y="757351"/>
                </a:lnTo>
                <a:lnTo>
                  <a:pt x="3783901" y="997458"/>
                </a:lnTo>
                <a:lnTo>
                  <a:pt x="3808641" y="972718"/>
                </a:lnTo>
                <a:lnTo>
                  <a:pt x="4024084" y="757351"/>
                </a:lnTo>
                <a:close/>
              </a:path>
              <a:path w="7562850" h="10696575">
                <a:moveTo>
                  <a:pt x="4052392" y="9945065"/>
                </a:moveTo>
                <a:lnTo>
                  <a:pt x="3953408" y="9846119"/>
                </a:lnTo>
                <a:lnTo>
                  <a:pt x="3953408" y="9945065"/>
                </a:lnTo>
                <a:lnTo>
                  <a:pt x="3812197" y="10086276"/>
                </a:lnTo>
                <a:lnTo>
                  <a:pt x="3670985" y="9945065"/>
                </a:lnTo>
                <a:lnTo>
                  <a:pt x="3812197" y="9803854"/>
                </a:lnTo>
                <a:lnTo>
                  <a:pt x="3953408" y="9945065"/>
                </a:lnTo>
                <a:lnTo>
                  <a:pt x="3953408" y="9846119"/>
                </a:lnTo>
                <a:lnTo>
                  <a:pt x="3911130" y="9803854"/>
                </a:lnTo>
                <a:lnTo>
                  <a:pt x="3812197" y="9704959"/>
                </a:lnTo>
                <a:lnTo>
                  <a:pt x="3572091" y="9945065"/>
                </a:lnTo>
                <a:lnTo>
                  <a:pt x="3812197" y="10185171"/>
                </a:lnTo>
                <a:lnTo>
                  <a:pt x="3836936" y="10160419"/>
                </a:lnTo>
                <a:lnTo>
                  <a:pt x="4052392" y="9945065"/>
                </a:lnTo>
                <a:close/>
              </a:path>
              <a:path w="7562850" h="10696575">
                <a:moveTo>
                  <a:pt x="4271099" y="757351"/>
                </a:moveTo>
                <a:lnTo>
                  <a:pt x="4172204" y="658482"/>
                </a:lnTo>
                <a:lnTo>
                  <a:pt x="4172204" y="757351"/>
                </a:lnTo>
                <a:lnTo>
                  <a:pt x="3783901" y="1145590"/>
                </a:lnTo>
                <a:lnTo>
                  <a:pt x="3395675" y="757351"/>
                </a:lnTo>
                <a:lnTo>
                  <a:pt x="3783901" y="369138"/>
                </a:lnTo>
                <a:lnTo>
                  <a:pt x="4172204" y="757351"/>
                </a:lnTo>
                <a:lnTo>
                  <a:pt x="4172204" y="658482"/>
                </a:lnTo>
                <a:lnTo>
                  <a:pt x="3882809" y="369138"/>
                </a:lnTo>
                <a:lnTo>
                  <a:pt x="3783901" y="270243"/>
                </a:lnTo>
                <a:lnTo>
                  <a:pt x="3296780" y="757351"/>
                </a:lnTo>
                <a:lnTo>
                  <a:pt x="3783901" y="1244561"/>
                </a:lnTo>
                <a:lnTo>
                  <a:pt x="3808641" y="1219822"/>
                </a:lnTo>
                <a:lnTo>
                  <a:pt x="3759149" y="1170330"/>
                </a:lnTo>
                <a:lnTo>
                  <a:pt x="3783977" y="1195070"/>
                </a:lnTo>
                <a:lnTo>
                  <a:pt x="3808641" y="1219822"/>
                </a:lnTo>
                <a:lnTo>
                  <a:pt x="4271099" y="757351"/>
                </a:lnTo>
                <a:close/>
              </a:path>
              <a:path w="7562850" h="10696575">
                <a:moveTo>
                  <a:pt x="4299407" y="9945065"/>
                </a:moveTo>
                <a:lnTo>
                  <a:pt x="4200512" y="9846196"/>
                </a:lnTo>
                <a:lnTo>
                  <a:pt x="4200512" y="9945065"/>
                </a:lnTo>
                <a:lnTo>
                  <a:pt x="3812197" y="10333291"/>
                </a:lnTo>
                <a:lnTo>
                  <a:pt x="3423970" y="9945065"/>
                </a:lnTo>
                <a:lnTo>
                  <a:pt x="3812197" y="9556839"/>
                </a:lnTo>
                <a:lnTo>
                  <a:pt x="4200512" y="9945065"/>
                </a:lnTo>
                <a:lnTo>
                  <a:pt x="4200512" y="9846196"/>
                </a:lnTo>
                <a:lnTo>
                  <a:pt x="3911104" y="9556839"/>
                </a:lnTo>
                <a:lnTo>
                  <a:pt x="3812197" y="9457944"/>
                </a:lnTo>
                <a:lnTo>
                  <a:pt x="3325076" y="9945065"/>
                </a:lnTo>
                <a:lnTo>
                  <a:pt x="3812197" y="10432275"/>
                </a:lnTo>
                <a:lnTo>
                  <a:pt x="3836936" y="10407523"/>
                </a:lnTo>
                <a:lnTo>
                  <a:pt x="3787457" y="10358031"/>
                </a:lnTo>
                <a:lnTo>
                  <a:pt x="3812286" y="10382783"/>
                </a:lnTo>
                <a:lnTo>
                  <a:pt x="3836936" y="10407523"/>
                </a:lnTo>
                <a:lnTo>
                  <a:pt x="4299407" y="9945065"/>
                </a:lnTo>
                <a:close/>
              </a:path>
              <a:path w="7562850" h="10696575">
                <a:moveTo>
                  <a:pt x="4526686" y="757351"/>
                </a:moveTo>
                <a:lnTo>
                  <a:pt x="4427702" y="658393"/>
                </a:lnTo>
                <a:lnTo>
                  <a:pt x="4427702" y="757351"/>
                </a:lnTo>
                <a:lnTo>
                  <a:pt x="3783901" y="1401165"/>
                </a:lnTo>
                <a:lnTo>
                  <a:pt x="3140176" y="757351"/>
                </a:lnTo>
                <a:lnTo>
                  <a:pt x="3783901" y="113550"/>
                </a:lnTo>
                <a:lnTo>
                  <a:pt x="4427702" y="757351"/>
                </a:lnTo>
                <a:lnTo>
                  <a:pt x="4427702" y="658393"/>
                </a:lnTo>
                <a:lnTo>
                  <a:pt x="3882796" y="113550"/>
                </a:lnTo>
                <a:lnTo>
                  <a:pt x="3783901" y="14655"/>
                </a:lnTo>
                <a:lnTo>
                  <a:pt x="3041192" y="757351"/>
                </a:lnTo>
                <a:lnTo>
                  <a:pt x="3783901" y="1500060"/>
                </a:lnTo>
                <a:lnTo>
                  <a:pt x="3808641" y="1475308"/>
                </a:lnTo>
                <a:lnTo>
                  <a:pt x="4526686" y="757351"/>
                </a:lnTo>
                <a:close/>
              </a:path>
              <a:path w="7562850" h="10696575">
                <a:moveTo>
                  <a:pt x="4554982" y="9945065"/>
                </a:moveTo>
                <a:lnTo>
                  <a:pt x="4455998" y="9846094"/>
                </a:lnTo>
                <a:lnTo>
                  <a:pt x="4455998" y="9945065"/>
                </a:lnTo>
                <a:lnTo>
                  <a:pt x="3812197" y="10588866"/>
                </a:lnTo>
                <a:lnTo>
                  <a:pt x="3168472" y="9945065"/>
                </a:lnTo>
                <a:lnTo>
                  <a:pt x="3812197" y="9301264"/>
                </a:lnTo>
                <a:lnTo>
                  <a:pt x="4455998" y="9945065"/>
                </a:lnTo>
                <a:lnTo>
                  <a:pt x="4455998" y="9846094"/>
                </a:lnTo>
                <a:lnTo>
                  <a:pt x="3911104" y="9301264"/>
                </a:lnTo>
                <a:lnTo>
                  <a:pt x="3812197" y="9202369"/>
                </a:lnTo>
                <a:lnTo>
                  <a:pt x="3069501" y="9945065"/>
                </a:lnTo>
                <a:lnTo>
                  <a:pt x="3812197" y="10687761"/>
                </a:lnTo>
                <a:lnTo>
                  <a:pt x="3836936" y="10663022"/>
                </a:lnTo>
                <a:lnTo>
                  <a:pt x="4554982" y="9945065"/>
                </a:lnTo>
                <a:close/>
              </a:path>
              <a:path w="7562850" h="10696575">
                <a:moveTo>
                  <a:pt x="6497523" y="757351"/>
                </a:moveTo>
                <a:lnTo>
                  <a:pt x="6398539" y="658418"/>
                </a:lnTo>
                <a:lnTo>
                  <a:pt x="6398539" y="757351"/>
                </a:lnTo>
                <a:lnTo>
                  <a:pt x="6257328" y="898575"/>
                </a:lnTo>
                <a:lnTo>
                  <a:pt x="6116117" y="757351"/>
                </a:lnTo>
                <a:lnTo>
                  <a:pt x="6257328" y="616140"/>
                </a:lnTo>
                <a:lnTo>
                  <a:pt x="6398539" y="757351"/>
                </a:lnTo>
                <a:lnTo>
                  <a:pt x="6398539" y="658418"/>
                </a:lnTo>
                <a:lnTo>
                  <a:pt x="6356248" y="616140"/>
                </a:lnTo>
                <a:lnTo>
                  <a:pt x="6257328" y="517258"/>
                </a:lnTo>
                <a:lnTo>
                  <a:pt x="6017222" y="757351"/>
                </a:lnTo>
                <a:lnTo>
                  <a:pt x="6257328" y="997458"/>
                </a:lnTo>
                <a:lnTo>
                  <a:pt x="6282067" y="972718"/>
                </a:lnTo>
                <a:lnTo>
                  <a:pt x="6497523" y="757351"/>
                </a:lnTo>
                <a:close/>
              </a:path>
              <a:path w="7562850" h="10696575">
                <a:moveTo>
                  <a:pt x="6744525" y="757351"/>
                </a:moveTo>
                <a:lnTo>
                  <a:pt x="6645643" y="658495"/>
                </a:lnTo>
                <a:lnTo>
                  <a:pt x="6645643" y="757351"/>
                </a:lnTo>
                <a:lnTo>
                  <a:pt x="6257328" y="1145590"/>
                </a:lnTo>
                <a:lnTo>
                  <a:pt x="5869102" y="757351"/>
                </a:lnTo>
                <a:lnTo>
                  <a:pt x="6257328" y="369138"/>
                </a:lnTo>
                <a:lnTo>
                  <a:pt x="6645643" y="757351"/>
                </a:lnTo>
                <a:lnTo>
                  <a:pt x="6645643" y="658495"/>
                </a:lnTo>
                <a:lnTo>
                  <a:pt x="6356236" y="369138"/>
                </a:lnTo>
                <a:lnTo>
                  <a:pt x="6257328" y="270243"/>
                </a:lnTo>
                <a:lnTo>
                  <a:pt x="5770207" y="757351"/>
                </a:lnTo>
                <a:lnTo>
                  <a:pt x="6257328" y="1244561"/>
                </a:lnTo>
                <a:lnTo>
                  <a:pt x="6282067" y="1219822"/>
                </a:lnTo>
                <a:lnTo>
                  <a:pt x="6232576" y="1170330"/>
                </a:lnTo>
                <a:lnTo>
                  <a:pt x="6257417" y="1195070"/>
                </a:lnTo>
                <a:lnTo>
                  <a:pt x="6282067" y="1219822"/>
                </a:lnTo>
                <a:lnTo>
                  <a:pt x="6744525" y="757351"/>
                </a:lnTo>
                <a:close/>
              </a:path>
              <a:path w="7562850" h="10696575">
                <a:moveTo>
                  <a:pt x="7000113" y="757351"/>
                </a:moveTo>
                <a:lnTo>
                  <a:pt x="6901129" y="658393"/>
                </a:lnTo>
                <a:lnTo>
                  <a:pt x="6901129" y="757351"/>
                </a:lnTo>
                <a:lnTo>
                  <a:pt x="6257328" y="1401165"/>
                </a:lnTo>
                <a:lnTo>
                  <a:pt x="5613603" y="757351"/>
                </a:lnTo>
                <a:lnTo>
                  <a:pt x="6257328" y="113550"/>
                </a:lnTo>
                <a:lnTo>
                  <a:pt x="6901129" y="757351"/>
                </a:lnTo>
                <a:lnTo>
                  <a:pt x="6901129" y="658393"/>
                </a:lnTo>
                <a:lnTo>
                  <a:pt x="6356223" y="113550"/>
                </a:lnTo>
                <a:lnTo>
                  <a:pt x="6257328" y="14655"/>
                </a:lnTo>
                <a:lnTo>
                  <a:pt x="5514619" y="757351"/>
                </a:lnTo>
                <a:lnTo>
                  <a:pt x="6257328" y="1500060"/>
                </a:lnTo>
                <a:lnTo>
                  <a:pt x="6282067" y="1475308"/>
                </a:lnTo>
                <a:lnTo>
                  <a:pt x="7000113" y="757351"/>
                </a:lnTo>
                <a:close/>
              </a:path>
              <a:path w="7562850" h="10696575">
                <a:moveTo>
                  <a:pt x="7036143" y="9945065"/>
                </a:moveTo>
                <a:lnTo>
                  <a:pt x="6937159" y="9846094"/>
                </a:lnTo>
                <a:lnTo>
                  <a:pt x="6937159" y="9945065"/>
                </a:lnTo>
                <a:lnTo>
                  <a:pt x="6293358" y="10588866"/>
                </a:lnTo>
                <a:lnTo>
                  <a:pt x="5649633" y="9945065"/>
                </a:lnTo>
                <a:lnTo>
                  <a:pt x="6293358" y="9301264"/>
                </a:lnTo>
                <a:lnTo>
                  <a:pt x="6937159" y="9945065"/>
                </a:lnTo>
                <a:lnTo>
                  <a:pt x="6937159" y="9846094"/>
                </a:lnTo>
                <a:lnTo>
                  <a:pt x="6392265" y="9301264"/>
                </a:lnTo>
                <a:lnTo>
                  <a:pt x="6293358" y="9202369"/>
                </a:lnTo>
                <a:lnTo>
                  <a:pt x="5550662" y="9945065"/>
                </a:lnTo>
                <a:lnTo>
                  <a:pt x="6293358" y="10687761"/>
                </a:lnTo>
                <a:lnTo>
                  <a:pt x="6318097" y="10663022"/>
                </a:lnTo>
                <a:lnTo>
                  <a:pt x="7036143" y="9945065"/>
                </a:lnTo>
                <a:close/>
              </a:path>
              <a:path w="7562850" h="10696575">
                <a:moveTo>
                  <a:pt x="7562850" y="10219817"/>
                </a:moveTo>
                <a:lnTo>
                  <a:pt x="7086092" y="10696575"/>
                </a:lnTo>
                <a:lnTo>
                  <a:pt x="7185076" y="10696575"/>
                </a:lnTo>
                <a:lnTo>
                  <a:pt x="7562850" y="10318801"/>
                </a:lnTo>
                <a:lnTo>
                  <a:pt x="7562850" y="10219817"/>
                </a:lnTo>
                <a:close/>
              </a:path>
              <a:path w="7562850" h="10696575">
                <a:moveTo>
                  <a:pt x="7562850" y="9571330"/>
                </a:moveTo>
                <a:lnTo>
                  <a:pt x="6392253" y="8400732"/>
                </a:lnTo>
                <a:lnTo>
                  <a:pt x="6293358" y="8301837"/>
                </a:lnTo>
                <a:lnTo>
                  <a:pt x="5052771" y="9542424"/>
                </a:lnTo>
                <a:lnTo>
                  <a:pt x="5003292" y="9492945"/>
                </a:lnTo>
                <a:lnTo>
                  <a:pt x="5003292" y="9591904"/>
                </a:lnTo>
                <a:lnTo>
                  <a:pt x="4890173" y="9705022"/>
                </a:lnTo>
                <a:lnTo>
                  <a:pt x="4840694" y="9655556"/>
                </a:lnTo>
                <a:lnTo>
                  <a:pt x="4840694" y="9754502"/>
                </a:lnTo>
                <a:lnTo>
                  <a:pt x="4741405" y="9853790"/>
                </a:lnTo>
                <a:lnTo>
                  <a:pt x="3911092" y="9023464"/>
                </a:lnTo>
                <a:lnTo>
                  <a:pt x="3812197" y="8924569"/>
                </a:lnTo>
                <a:lnTo>
                  <a:pt x="2882696" y="9854070"/>
                </a:lnTo>
                <a:lnTo>
                  <a:pt x="2833205" y="9804578"/>
                </a:lnTo>
                <a:lnTo>
                  <a:pt x="2833205" y="9903562"/>
                </a:lnTo>
                <a:lnTo>
                  <a:pt x="2791701" y="9945065"/>
                </a:lnTo>
                <a:lnTo>
                  <a:pt x="2833205" y="9986581"/>
                </a:lnTo>
                <a:lnTo>
                  <a:pt x="2733916" y="10085870"/>
                </a:lnTo>
                <a:lnTo>
                  <a:pt x="2684437" y="10036391"/>
                </a:lnTo>
                <a:lnTo>
                  <a:pt x="2684437" y="10135349"/>
                </a:lnTo>
                <a:lnTo>
                  <a:pt x="2571292" y="10248494"/>
                </a:lnTo>
                <a:lnTo>
                  <a:pt x="2458174" y="10135387"/>
                </a:lnTo>
                <a:lnTo>
                  <a:pt x="2571331" y="10022256"/>
                </a:lnTo>
                <a:lnTo>
                  <a:pt x="2684437" y="10135349"/>
                </a:lnTo>
                <a:lnTo>
                  <a:pt x="2684437" y="10036391"/>
                </a:lnTo>
                <a:lnTo>
                  <a:pt x="2620822" y="9972764"/>
                </a:lnTo>
                <a:lnTo>
                  <a:pt x="2648521" y="9945065"/>
                </a:lnTo>
                <a:lnTo>
                  <a:pt x="2620822" y="9917379"/>
                </a:lnTo>
                <a:lnTo>
                  <a:pt x="2733929" y="9804273"/>
                </a:lnTo>
                <a:lnTo>
                  <a:pt x="2833205" y="9903562"/>
                </a:lnTo>
                <a:lnTo>
                  <a:pt x="2833205" y="9804578"/>
                </a:lnTo>
                <a:lnTo>
                  <a:pt x="2783421" y="9754781"/>
                </a:lnTo>
                <a:lnTo>
                  <a:pt x="3812197" y="8726005"/>
                </a:lnTo>
                <a:lnTo>
                  <a:pt x="4840694" y="9754502"/>
                </a:lnTo>
                <a:lnTo>
                  <a:pt x="4840694" y="9655556"/>
                </a:lnTo>
                <a:lnTo>
                  <a:pt x="3911092" y="8726005"/>
                </a:lnTo>
                <a:lnTo>
                  <a:pt x="3812197" y="8627110"/>
                </a:lnTo>
                <a:lnTo>
                  <a:pt x="2733929" y="9705302"/>
                </a:lnTo>
                <a:lnTo>
                  <a:pt x="2684437" y="9655810"/>
                </a:lnTo>
                <a:lnTo>
                  <a:pt x="2684437" y="9754794"/>
                </a:lnTo>
                <a:lnTo>
                  <a:pt x="2571331" y="9867887"/>
                </a:lnTo>
                <a:lnTo>
                  <a:pt x="2521839" y="9818408"/>
                </a:lnTo>
                <a:lnTo>
                  <a:pt x="2521839" y="9917379"/>
                </a:lnTo>
                <a:lnTo>
                  <a:pt x="2494153" y="9945065"/>
                </a:lnTo>
                <a:lnTo>
                  <a:pt x="2521839" y="9972764"/>
                </a:lnTo>
                <a:lnTo>
                  <a:pt x="2408694" y="10085908"/>
                </a:lnTo>
                <a:lnTo>
                  <a:pt x="2309406" y="9986620"/>
                </a:lnTo>
                <a:lnTo>
                  <a:pt x="2350960" y="9945065"/>
                </a:lnTo>
                <a:lnTo>
                  <a:pt x="2309406" y="9903523"/>
                </a:lnTo>
                <a:lnTo>
                  <a:pt x="2408694" y="9804235"/>
                </a:lnTo>
                <a:lnTo>
                  <a:pt x="2521839" y="9917379"/>
                </a:lnTo>
                <a:lnTo>
                  <a:pt x="2521839" y="9818408"/>
                </a:lnTo>
                <a:lnTo>
                  <a:pt x="2458174" y="9754756"/>
                </a:lnTo>
                <a:lnTo>
                  <a:pt x="2571292" y="9641637"/>
                </a:lnTo>
                <a:lnTo>
                  <a:pt x="2684437" y="9754794"/>
                </a:lnTo>
                <a:lnTo>
                  <a:pt x="2684437" y="9655810"/>
                </a:lnTo>
                <a:lnTo>
                  <a:pt x="2620784" y="9592145"/>
                </a:lnTo>
                <a:lnTo>
                  <a:pt x="3812197" y="8400732"/>
                </a:lnTo>
                <a:lnTo>
                  <a:pt x="5003292" y="9591904"/>
                </a:lnTo>
                <a:lnTo>
                  <a:pt x="5003292" y="9492945"/>
                </a:lnTo>
                <a:lnTo>
                  <a:pt x="3911092" y="8400732"/>
                </a:lnTo>
                <a:lnTo>
                  <a:pt x="3812197" y="8301837"/>
                </a:lnTo>
                <a:lnTo>
                  <a:pt x="2571331" y="9542704"/>
                </a:lnTo>
                <a:lnTo>
                  <a:pt x="1429372" y="8400732"/>
                </a:lnTo>
                <a:lnTo>
                  <a:pt x="1330477" y="8301837"/>
                </a:lnTo>
                <a:lnTo>
                  <a:pt x="0" y="9632315"/>
                </a:lnTo>
                <a:lnTo>
                  <a:pt x="0" y="9731210"/>
                </a:lnTo>
                <a:lnTo>
                  <a:pt x="1330477" y="8400732"/>
                </a:lnTo>
                <a:lnTo>
                  <a:pt x="2521851" y="9592183"/>
                </a:lnTo>
                <a:lnTo>
                  <a:pt x="2408732" y="9705302"/>
                </a:lnTo>
                <a:lnTo>
                  <a:pt x="1429372" y="8726005"/>
                </a:lnTo>
                <a:lnTo>
                  <a:pt x="1330477" y="8627110"/>
                </a:lnTo>
                <a:lnTo>
                  <a:pt x="12433" y="9945065"/>
                </a:lnTo>
                <a:lnTo>
                  <a:pt x="763981" y="10696575"/>
                </a:lnTo>
                <a:lnTo>
                  <a:pt x="862914" y="10696575"/>
                </a:lnTo>
                <a:lnTo>
                  <a:pt x="111417" y="9945065"/>
                </a:lnTo>
                <a:lnTo>
                  <a:pt x="1330477" y="8726005"/>
                </a:lnTo>
                <a:lnTo>
                  <a:pt x="2359253" y="9754781"/>
                </a:lnTo>
                <a:lnTo>
                  <a:pt x="2259965" y="9854070"/>
                </a:lnTo>
                <a:lnTo>
                  <a:pt x="1429372" y="9023464"/>
                </a:lnTo>
                <a:lnTo>
                  <a:pt x="1330477" y="8924569"/>
                </a:lnTo>
                <a:lnTo>
                  <a:pt x="309981" y="9945065"/>
                </a:lnTo>
                <a:lnTo>
                  <a:pt x="1061491" y="10696575"/>
                </a:lnTo>
                <a:lnTo>
                  <a:pt x="1160449" y="10696575"/>
                </a:lnTo>
                <a:lnTo>
                  <a:pt x="408876" y="9945065"/>
                </a:lnTo>
                <a:lnTo>
                  <a:pt x="1330477" y="9023464"/>
                </a:lnTo>
                <a:lnTo>
                  <a:pt x="2210524" y="9903511"/>
                </a:lnTo>
                <a:lnTo>
                  <a:pt x="2168969" y="9945065"/>
                </a:lnTo>
                <a:lnTo>
                  <a:pt x="2210511" y="9986632"/>
                </a:lnTo>
                <a:lnTo>
                  <a:pt x="1500492" y="10696575"/>
                </a:lnTo>
                <a:lnTo>
                  <a:pt x="1599463" y="10696575"/>
                </a:lnTo>
                <a:lnTo>
                  <a:pt x="2259952" y="10036073"/>
                </a:lnTo>
                <a:lnTo>
                  <a:pt x="2359241" y="10135362"/>
                </a:lnTo>
                <a:lnTo>
                  <a:pt x="1798027" y="10696575"/>
                </a:lnTo>
                <a:lnTo>
                  <a:pt x="1896960" y="10696575"/>
                </a:lnTo>
                <a:lnTo>
                  <a:pt x="2408732" y="10184841"/>
                </a:lnTo>
                <a:lnTo>
                  <a:pt x="2521839" y="10297947"/>
                </a:lnTo>
                <a:lnTo>
                  <a:pt x="2123211" y="10696575"/>
                </a:lnTo>
                <a:lnTo>
                  <a:pt x="2222195" y="10696575"/>
                </a:lnTo>
                <a:lnTo>
                  <a:pt x="2571331" y="10347439"/>
                </a:lnTo>
                <a:lnTo>
                  <a:pt x="2920479" y="10696575"/>
                </a:lnTo>
                <a:lnTo>
                  <a:pt x="3019412" y="10696575"/>
                </a:lnTo>
                <a:lnTo>
                  <a:pt x="2620784" y="10297985"/>
                </a:lnTo>
                <a:lnTo>
                  <a:pt x="2733929" y="10184841"/>
                </a:lnTo>
                <a:lnTo>
                  <a:pt x="3245713" y="10696575"/>
                </a:lnTo>
                <a:lnTo>
                  <a:pt x="3344634" y="10696575"/>
                </a:lnTo>
                <a:lnTo>
                  <a:pt x="2783408" y="10135362"/>
                </a:lnTo>
                <a:lnTo>
                  <a:pt x="2882696" y="10036073"/>
                </a:lnTo>
                <a:lnTo>
                  <a:pt x="3543211" y="10696575"/>
                </a:lnTo>
                <a:lnTo>
                  <a:pt x="3642169" y="10696575"/>
                </a:lnTo>
                <a:lnTo>
                  <a:pt x="2932150" y="9986620"/>
                </a:lnTo>
                <a:lnTo>
                  <a:pt x="2973705" y="9945065"/>
                </a:lnTo>
                <a:lnTo>
                  <a:pt x="2932150" y="9903511"/>
                </a:lnTo>
                <a:lnTo>
                  <a:pt x="3812197" y="9023464"/>
                </a:lnTo>
                <a:lnTo>
                  <a:pt x="4691964" y="9903231"/>
                </a:lnTo>
                <a:lnTo>
                  <a:pt x="4650130" y="9945065"/>
                </a:lnTo>
                <a:lnTo>
                  <a:pt x="4691951" y="9986899"/>
                </a:lnTo>
                <a:lnTo>
                  <a:pt x="3982224" y="10696575"/>
                </a:lnTo>
                <a:lnTo>
                  <a:pt x="4081183" y="10696575"/>
                </a:lnTo>
                <a:lnTo>
                  <a:pt x="4741405" y="10036353"/>
                </a:lnTo>
                <a:lnTo>
                  <a:pt x="4840694" y="10135641"/>
                </a:lnTo>
                <a:lnTo>
                  <a:pt x="4279760" y="10696575"/>
                </a:lnTo>
                <a:lnTo>
                  <a:pt x="4378680" y="10696575"/>
                </a:lnTo>
                <a:lnTo>
                  <a:pt x="4890173" y="10185121"/>
                </a:lnTo>
                <a:lnTo>
                  <a:pt x="5003279" y="10298227"/>
                </a:lnTo>
                <a:lnTo>
                  <a:pt x="4604944" y="10696575"/>
                </a:lnTo>
                <a:lnTo>
                  <a:pt x="4703915" y="10696575"/>
                </a:lnTo>
                <a:lnTo>
                  <a:pt x="5052771" y="10347719"/>
                </a:lnTo>
                <a:lnTo>
                  <a:pt x="5401640" y="10696575"/>
                </a:lnTo>
                <a:lnTo>
                  <a:pt x="5500573" y="10696575"/>
                </a:lnTo>
                <a:lnTo>
                  <a:pt x="5102225" y="10298265"/>
                </a:lnTo>
                <a:lnTo>
                  <a:pt x="5215369" y="10185121"/>
                </a:lnTo>
                <a:lnTo>
                  <a:pt x="5726862" y="10696575"/>
                </a:lnTo>
                <a:lnTo>
                  <a:pt x="5825795" y="10696575"/>
                </a:lnTo>
                <a:lnTo>
                  <a:pt x="5264848" y="10135641"/>
                </a:lnTo>
                <a:lnTo>
                  <a:pt x="5364137" y="10036353"/>
                </a:lnTo>
                <a:lnTo>
                  <a:pt x="6024372" y="10696575"/>
                </a:lnTo>
                <a:lnTo>
                  <a:pt x="6123330" y="10696575"/>
                </a:lnTo>
                <a:lnTo>
                  <a:pt x="5413591" y="9986899"/>
                </a:lnTo>
                <a:lnTo>
                  <a:pt x="5455424" y="9945065"/>
                </a:lnTo>
                <a:lnTo>
                  <a:pt x="5413591" y="9903231"/>
                </a:lnTo>
                <a:lnTo>
                  <a:pt x="6293358" y="9023464"/>
                </a:lnTo>
                <a:lnTo>
                  <a:pt x="7214959" y="9945065"/>
                </a:lnTo>
                <a:lnTo>
                  <a:pt x="6463385" y="10696575"/>
                </a:lnTo>
                <a:lnTo>
                  <a:pt x="6562344" y="10696575"/>
                </a:lnTo>
                <a:lnTo>
                  <a:pt x="7313841" y="9945065"/>
                </a:lnTo>
                <a:lnTo>
                  <a:pt x="6392253" y="9023464"/>
                </a:lnTo>
                <a:lnTo>
                  <a:pt x="6293358" y="8924569"/>
                </a:lnTo>
                <a:lnTo>
                  <a:pt x="5364137" y="9853790"/>
                </a:lnTo>
                <a:lnTo>
                  <a:pt x="5314645" y="9804298"/>
                </a:lnTo>
                <a:lnTo>
                  <a:pt x="5314645" y="9903282"/>
                </a:lnTo>
                <a:lnTo>
                  <a:pt x="5272862" y="9945065"/>
                </a:lnTo>
                <a:lnTo>
                  <a:pt x="5314645" y="9986861"/>
                </a:lnTo>
                <a:lnTo>
                  <a:pt x="5215356" y="10086149"/>
                </a:lnTo>
                <a:lnTo>
                  <a:pt x="5165877" y="10036670"/>
                </a:lnTo>
                <a:lnTo>
                  <a:pt x="5165877" y="10135629"/>
                </a:lnTo>
                <a:lnTo>
                  <a:pt x="5052733" y="10248773"/>
                </a:lnTo>
                <a:lnTo>
                  <a:pt x="4939627" y="10135667"/>
                </a:lnTo>
                <a:lnTo>
                  <a:pt x="5052771" y="10022535"/>
                </a:lnTo>
                <a:lnTo>
                  <a:pt x="5165877" y="10135629"/>
                </a:lnTo>
                <a:lnTo>
                  <a:pt x="5165877" y="10036670"/>
                </a:lnTo>
                <a:lnTo>
                  <a:pt x="5102263" y="9973043"/>
                </a:lnTo>
                <a:lnTo>
                  <a:pt x="5130241" y="9945065"/>
                </a:lnTo>
                <a:lnTo>
                  <a:pt x="5102263" y="9917100"/>
                </a:lnTo>
                <a:lnTo>
                  <a:pt x="5215369" y="9803994"/>
                </a:lnTo>
                <a:lnTo>
                  <a:pt x="5314645" y="9903282"/>
                </a:lnTo>
                <a:lnTo>
                  <a:pt x="5314645" y="9804298"/>
                </a:lnTo>
                <a:lnTo>
                  <a:pt x="5264861" y="9754502"/>
                </a:lnTo>
                <a:lnTo>
                  <a:pt x="6293358" y="8726005"/>
                </a:lnTo>
                <a:lnTo>
                  <a:pt x="7512418" y="9945065"/>
                </a:lnTo>
                <a:lnTo>
                  <a:pt x="6760908" y="10696575"/>
                </a:lnTo>
                <a:lnTo>
                  <a:pt x="6859841" y="10696575"/>
                </a:lnTo>
                <a:lnTo>
                  <a:pt x="7562850" y="9993617"/>
                </a:lnTo>
                <a:lnTo>
                  <a:pt x="7562850" y="9896513"/>
                </a:lnTo>
                <a:lnTo>
                  <a:pt x="6392253" y="8726005"/>
                </a:lnTo>
                <a:lnTo>
                  <a:pt x="6293358" y="8627110"/>
                </a:lnTo>
                <a:lnTo>
                  <a:pt x="5215369" y="9705022"/>
                </a:lnTo>
                <a:lnTo>
                  <a:pt x="5165877" y="9655531"/>
                </a:lnTo>
                <a:lnTo>
                  <a:pt x="5165877" y="9754514"/>
                </a:lnTo>
                <a:lnTo>
                  <a:pt x="5052771" y="9867621"/>
                </a:lnTo>
                <a:lnTo>
                  <a:pt x="5003279" y="9818141"/>
                </a:lnTo>
                <a:lnTo>
                  <a:pt x="5003279" y="9917100"/>
                </a:lnTo>
                <a:lnTo>
                  <a:pt x="4975314" y="9945065"/>
                </a:lnTo>
                <a:lnTo>
                  <a:pt x="5003279" y="9973043"/>
                </a:lnTo>
                <a:lnTo>
                  <a:pt x="4890135" y="10086188"/>
                </a:lnTo>
                <a:lnTo>
                  <a:pt x="4790859" y="9986899"/>
                </a:lnTo>
                <a:lnTo>
                  <a:pt x="4832693" y="9945065"/>
                </a:lnTo>
                <a:lnTo>
                  <a:pt x="4790859" y="9903231"/>
                </a:lnTo>
                <a:lnTo>
                  <a:pt x="4890135" y="9803955"/>
                </a:lnTo>
                <a:lnTo>
                  <a:pt x="5003279" y="9917100"/>
                </a:lnTo>
                <a:lnTo>
                  <a:pt x="5003279" y="9818141"/>
                </a:lnTo>
                <a:lnTo>
                  <a:pt x="4939614" y="9754476"/>
                </a:lnTo>
                <a:lnTo>
                  <a:pt x="5052733" y="9641357"/>
                </a:lnTo>
                <a:lnTo>
                  <a:pt x="5165877" y="9754514"/>
                </a:lnTo>
                <a:lnTo>
                  <a:pt x="5165877" y="9655531"/>
                </a:lnTo>
                <a:lnTo>
                  <a:pt x="5102225" y="9591865"/>
                </a:lnTo>
                <a:lnTo>
                  <a:pt x="6293358" y="8400732"/>
                </a:lnTo>
                <a:lnTo>
                  <a:pt x="7562850" y="9670288"/>
                </a:lnTo>
                <a:lnTo>
                  <a:pt x="7562850" y="9571330"/>
                </a:lnTo>
                <a:close/>
              </a:path>
              <a:path w="7562850" h="10696575">
                <a:moveTo>
                  <a:pt x="7562850" y="744829"/>
                </a:moveTo>
                <a:lnTo>
                  <a:pt x="6817957" y="0"/>
                </a:lnTo>
                <a:lnTo>
                  <a:pt x="6719024" y="0"/>
                </a:lnTo>
                <a:lnTo>
                  <a:pt x="7476388" y="757351"/>
                </a:lnTo>
                <a:lnTo>
                  <a:pt x="6257328" y="1976424"/>
                </a:lnTo>
                <a:lnTo>
                  <a:pt x="5232679" y="951788"/>
                </a:lnTo>
                <a:lnTo>
                  <a:pt x="5331968" y="852500"/>
                </a:lnTo>
                <a:lnTo>
                  <a:pt x="6257328" y="1777847"/>
                </a:lnTo>
                <a:lnTo>
                  <a:pt x="6282067" y="1753108"/>
                </a:lnTo>
                <a:lnTo>
                  <a:pt x="6232576" y="1703616"/>
                </a:lnTo>
                <a:lnTo>
                  <a:pt x="6257417" y="1728355"/>
                </a:lnTo>
                <a:lnTo>
                  <a:pt x="6282067" y="1753108"/>
                </a:lnTo>
                <a:lnTo>
                  <a:pt x="7277811" y="757351"/>
                </a:lnTo>
                <a:lnTo>
                  <a:pt x="6520447" y="0"/>
                </a:lnTo>
                <a:lnTo>
                  <a:pt x="6421564" y="0"/>
                </a:lnTo>
                <a:lnTo>
                  <a:pt x="7178916" y="757351"/>
                </a:lnTo>
                <a:lnTo>
                  <a:pt x="6257328" y="1678863"/>
                </a:lnTo>
                <a:lnTo>
                  <a:pt x="5381422" y="803046"/>
                </a:lnTo>
                <a:lnTo>
                  <a:pt x="5427116" y="757351"/>
                </a:lnTo>
                <a:lnTo>
                  <a:pt x="5381422" y="711669"/>
                </a:lnTo>
                <a:lnTo>
                  <a:pt x="6093091" y="0"/>
                </a:lnTo>
                <a:lnTo>
                  <a:pt x="5994197" y="0"/>
                </a:lnTo>
                <a:lnTo>
                  <a:pt x="5331968" y="662216"/>
                </a:lnTo>
                <a:lnTo>
                  <a:pt x="5282489" y="612736"/>
                </a:lnTo>
                <a:lnTo>
                  <a:pt x="5282489" y="711695"/>
                </a:lnTo>
                <a:lnTo>
                  <a:pt x="5236832" y="757351"/>
                </a:lnTo>
                <a:lnTo>
                  <a:pt x="5282489" y="803021"/>
                </a:lnTo>
                <a:lnTo>
                  <a:pt x="5183200" y="902296"/>
                </a:lnTo>
                <a:lnTo>
                  <a:pt x="5133721" y="852817"/>
                </a:lnTo>
                <a:lnTo>
                  <a:pt x="5133721" y="951788"/>
                </a:lnTo>
                <a:lnTo>
                  <a:pt x="5020576" y="1064933"/>
                </a:lnTo>
                <a:lnTo>
                  <a:pt x="4971123" y="1015492"/>
                </a:lnTo>
                <a:lnTo>
                  <a:pt x="4971123" y="1114386"/>
                </a:lnTo>
                <a:lnTo>
                  <a:pt x="3783901" y="2301608"/>
                </a:lnTo>
                <a:lnTo>
                  <a:pt x="2588628" y="1106398"/>
                </a:lnTo>
                <a:lnTo>
                  <a:pt x="2701772" y="993254"/>
                </a:lnTo>
                <a:lnTo>
                  <a:pt x="3783901" y="2075307"/>
                </a:lnTo>
                <a:lnTo>
                  <a:pt x="3808641" y="2050567"/>
                </a:lnTo>
                <a:lnTo>
                  <a:pt x="4858004" y="1001268"/>
                </a:lnTo>
                <a:lnTo>
                  <a:pt x="4971123" y="1114386"/>
                </a:lnTo>
                <a:lnTo>
                  <a:pt x="4971123" y="1015492"/>
                </a:lnTo>
                <a:lnTo>
                  <a:pt x="4907458" y="951826"/>
                </a:lnTo>
                <a:lnTo>
                  <a:pt x="5020602" y="838682"/>
                </a:lnTo>
                <a:lnTo>
                  <a:pt x="5133721" y="951788"/>
                </a:lnTo>
                <a:lnTo>
                  <a:pt x="5133721" y="852817"/>
                </a:lnTo>
                <a:lnTo>
                  <a:pt x="5070094" y="789190"/>
                </a:lnTo>
                <a:lnTo>
                  <a:pt x="5101933" y="757351"/>
                </a:lnTo>
                <a:lnTo>
                  <a:pt x="5070094" y="725525"/>
                </a:lnTo>
                <a:lnTo>
                  <a:pt x="5183200" y="612419"/>
                </a:lnTo>
                <a:lnTo>
                  <a:pt x="5282489" y="711695"/>
                </a:lnTo>
                <a:lnTo>
                  <a:pt x="5282489" y="612736"/>
                </a:lnTo>
                <a:lnTo>
                  <a:pt x="5232692" y="562927"/>
                </a:lnTo>
                <a:lnTo>
                  <a:pt x="5795619" y="0"/>
                </a:lnTo>
                <a:lnTo>
                  <a:pt x="5696699" y="0"/>
                </a:lnTo>
                <a:lnTo>
                  <a:pt x="5183200" y="513448"/>
                </a:lnTo>
                <a:lnTo>
                  <a:pt x="5133721" y="463969"/>
                </a:lnTo>
                <a:lnTo>
                  <a:pt x="5133721" y="562927"/>
                </a:lnTo>
                <a:lnTo>
                  <a:pt x="5020602" y="676033"/>
                </a:lnTo>
                <a:lnTo>
                  <a:pt x="4971123" y="626567"/>
                </a:lnTo>
                <a:lnTo>
                  <a:pt x="4971123" y="725525"/>
                </a:lnTo>
                <a:lnTo>
                  <a:pt x="4939284" y="757351"/>
                </a:lnTo>
                <a:lnTo>
                  <a:pt x="4971123" y="789203"/>
                </a:lnTo>
                <a:lnTo>
                  <a:pt x="4857978" y="902347"/>
                </a:lnTo>
                <a:lnTo>
                  <a:pt x="4808525" y="852906"/>
                </a:lnTo>
                <a:lnTo>
                  <a:pt x="4808525" y="951788"/>
                </a:lnTo>
                <a:lnTo>
                  <a:pt x="3783901" y="1976424"/>
                </a:lnTo>
                <a:lnTo>
                  <a:pt x="2751251" y="943775"/>
                </a:lnTo>
                <a:lnTo>
                  <a:pt x="2850540" y="844486"/>
                </a:lnTo>
                <a:lnTo>
                  <a:pt x="3783901" y="1777847"/>
                </a:lnTo>
                <a:lnTo>
                  <a:pt x="3808641" y="1753108"/>
                </a:lnTo>
                <a:lnTo>
                  <a:pt x="3759149" y="1703616"/>
                </a:lnTo>
                <a:lnTo>
                  <a:pt x="3783977" y="1728355"/>
                </a:lnTo>
                <a:lnTo>
                  <a:pt x="3808641" y="1753108"/>
                </a:lnTo>
                <a:lnTo>
                  <a:pt x="4709236" y="852500"/>
                </a:lnTo>
                <a:lnTo>
                  <a:pt x="4808525" y="951788"/>
                </a:lnTo>
                <a:lnTo>
                  <a:pt x="4808525" y="852906"/>
                </a:lnTo>
                <a:lnTo>
                  <a:pt x="4758677" y="803059"/>
                </a:lnTo>
                <a:lnTo>
                  <a:pt x="4804384" y="757351"/>
                </a:lnTo>
                <a:lnTo>
                  <a:pt x="4758690" y="711669"/>
                </a:lnTo>
                <a:lnTo>
                  <a:pt x="4857978" y="612381"/>
                </a:lnTo>
                <a:lnTo>
                  <a:pt x="4971123" y="725525"/>
                </a:lnTo>
                <a:lnTo>
                  <a:pt x="4971123" y="626567"/>
                </a:lnTo>
                <a:lnTo>
                  <a:pt x="4907458" y="562902"/>
                </a:lnTo>
                <a:lnTo>
                  <a:pt x="5020576" y="449783"/>
                </a:lnTo>
                <a:lnTo>
                  <a:pt x="5133721" y="562927"/>
                </a:lnTo>
                <a:lnTo>
                  <a:pt x="5133721" y="463969"/>
                </a:lnTo>
                <a:lnTo>
                  <a:pt x="5070056" y="400304"/>
                </a:lnTo>
                <a:lnTo>
                  <a:pt x="5470360" y="0"/>
                </a:lnTo>
                <a:lnTo>
                  <a:pt x="5371465" y="0"/>
                </a:lnTo>
                <a:lnTo>
                  <a:pt x="5020602" y="350850"/>
                </a:lnTo>
                <a:lnTo>
                  <a:pt x="4669764" y="0"/>
                </a:lnTo>
                <a:lnTo>
                  <a:pt x="4570819" y="0"/>
                </a:lnTo>
                <a:lnTo>
                  <a:pt x="4971123" y="400329"/>
                </a:lnTo>
                <a:lnTo>
                  <a:pt x="4858004" y="513448"/>
                </a:lnTo>
                <a:lnTo>
                  <a:pt x="4344530" y="0"/>
                </a:lnTo>
                <a:lnTo>
                  <a:pt x="4245597" y="0"/>
                </a:lnTo>
                <a:lnTo>
                  <a:pt x="4808525" y="562927"/>
                </a:lnTo>
                <a:lnTo>
                  <a:pt x="4709236" y="662216"/>
                </a:lnTo>
                <a:lnTo>
                  <a:pt x="4047020" y="0"/>
                </a:lnTo>
                <a:lnTo>
                  <a:pt x="3948125" y="0"/>
                </a:lnTo>
                <a:lnTo>
                  <a:pt x="4659782" y="711669"/>
                </a:lnTo>
                <a:lnTo>
                  <a:pt x="4614100" y="757351"/>
                </a:lnTo>
                <a:lnTo>
                  <a:pt x="4659782" y="803046"/>
                </a:lnTo>
                <a:lnTo>
                  <a:pt x="3783901" y="1678863"/>
                </a:lnTo>
                <a:lnTo>
                  <a:pt x="2899981" y="795045"/>
                </a:lnTo>
                <a:lnTo>
                  <a:pt x="2937675" y="757351"/>
                </a:lnTo>
                <a:lnTo>
                  <a:pt x="2899981" y="719670"/>
                </a:lnTo>
                <a:lnTo>
                  <a:pt x="3619665" y="0"/>
                </a:lnTo>
                <a:lnTo>
                  <a:pt x="3520770" y="0"/>
                </a:lnTo>
                <a:lnTo>
                  <a:pt x="2850540" y="670229"/>
                </a:lnTo>
                <a:lnTo>
                  <a:pt x="2801048" y="620737"/>
                </a:lnTo>
                <a:lnTo>
                  <a:pt x="2801048" y="719709"/>
                </a:lnTo>
                <a:lnTo>
                  <a:pt x="2763405" y="757351"/>
                </a:lnTo>
                <a:lnTo>
                  <a:pt x="2801048" y="795007"/>
                </a:lnTo>
                <a:lnTo>
                  <a:pt x="2701760" y="894295"/>
                </a:lnTo>
                <a:lnTo>
                  <a:pt x="2652280" y="844816"/>
                </a:lnTo>
                <a:lnTo>
                  <a:pt x="2652280" y="943775"/>
                </a:lnTo>
                <a:lnTo>
                  <a:pt x="2539136" y="1056919"/>
                </a:lnTo>
                <a:lnTo>
                  <a:pt x="2426017" y="943813"/>
                </a:lnTo>
                <a:lnTo>
                  <a:pt x="2539161" y="830668"/>
                </a:lnTo>
                <a:lnTo>
                  <a:pt x="2652280" y="943775"/>
                </a:lnTo>
                <a:lnTo>
                  <a:pt x="2652280" y="844816"/>
                </a:lnTo>
                <a:lnTo>
                  <a:pt x="2588653" y="781189"/>
                </a:lnTo>
                <a:lnTo>
                  <a:pt x="2612491" y="757351"/>
                </a:lnTo>
                <a:lnTo>
                  <a:pt x="2588653" y="733526"/>
                </a:lnTo>
                <a:lnTo>
                  <a:pt x="2701760" y="620420"/>
                </a:lnTo>
                <a:lnTo>
                  <a:pt x="2801048" y="719709"/>
                </a:lnTo>
                <a:lnTo>
                  <a:pt x="2801048" y="620737"/>
                </a:lnTo>
                <a:lnTo>
                  <a:pt x="2751251" y="570941"/>
                </a:lnTo>
                <a:lnTo>
                  <a:pt x="3322193" y="0"/>
                </a:lnTo>
                <a:lnTo>
                  <a:pt x="3223272" y="0"/>
                </a:lnTo>
                <a:lnTo>
                  <a:pt x="2701772" y="521462"/>
                </a:lnTo>
                <a:lnTo>
                  <a:pt x="2652280" y="471970"/>
                </a:lnTo>
                <a:lnTo>
                  <a:pt x="2652280" y="570941"/>
                </a:lnTo>
                <a:lnTo>
                  <a:pt x="2539161" y="684047"/>
                </a:lnTo>
                <a:lnTo>
                  <a:pt x="2489682" y="634568"/>
                </a:lnTo>
                <a:lnTo>
                  <a:pt x="2489682" y="733539"/>
                </a:lnTo>
                <a:lnTo>
                  <a:pt x="2465857" y="757351"/>
                </a:lnTo>
                <a:lnTo>
                  <a:pt x="2489682" y="781189"/>
                </a:lnTo>
                <a:lnTo>
                  <a:pt x="2376538" y="894334"/>
                </a:lnTo>
                <a:lnTo>
                  <a:pt x="2277237" y="795045"/>
                </a:lnTo>
                <a:lnTo>
                  <a:pt x="2314930" y="757351"/>
                </a:lnTo>
                <a:lnTo>
                  <a:pt x="2277237" y="719683"/>
                </a:lnTo>
                <a:lnTo>
                  <a:pt x="2376525" y="620395"/>
                </a:lnTo>
                <a:lnTo>
                  <a:pt x="2489682" y="733539"/>
                </a:lnTo>
                <a:lnTo>
                  <a:pt x="2489682" y="634568"/>
                </a:lnTo>
                <a:lnTo>
                  <a:pt x="2426017" y="570903"/>
                </a:lnTo>
                <a:lnTo>
                  <a:pt x="2539123" y="457796"/>
                </a:lnTo>
                <a:lnTo>
                  <a:pt x="2652280" y="570941"/>
                </a:lnTo>
                <a:lnTo>
                  <a:pt x="2652280" y="471970"/>
                </a:lnTo>
                <a:lnTo>
                  <a:pt x="2588615" y="408305"/>
                </a:lnTo>
                <a:lnTo>
                  <a:pt x="2996920" y="0"/>
                </a:lnTo>
                <a:lnTo>
                  <a:pt x="2898038" y="0"/>
                </a:lnTo>
                <a:lnTo>
                  <a:pt x="2539174" y="358863"/>
                </a:lnTo>
                <a:lnTo>
                  <a:pt x="2180310" y="0"/>
                </a:lnTo>
                <a:lnTo>
                  <a:pt x="2081364" y="0"/>
                </a:lnTo>
                <a:lnTo>
                  <a:pt x="2489682" y="408343"/>
                </a:lnTo>
                <a:lnTo>
                  <a:pt x="2376563" y="521462"/>
                </a:lnTo>
                <a:lnTo>
                  <a:pt x="1855076" y="0"/>
                </a:lnTo>
                <a:lnTo>
                  <a:pt x="1756143" y="0"/>
                </a:lnTo>
                <a:lnTo>
                  <a:pt x="2327084" y="570941"/>
                </a:lnTo>
                <a:lnTo>
                  <a:pt x="2227796" y="670229"/>
                </a:lnTo>
                <a:lnTo>
                  <a:pt x="1557566" y="0"/>
                </a:lnTo>
                <a:lnTo>
                  <a:pt x="1458683" y="0"/>
                </a:lnTo>
                <a:lnTo>
                  <a:pt x="2178354" y="719670"/>
                </a:lnTo>
                <a:lnTo>
                  <a:pt x="2140674" y="757351"/>
                </a:lnTo>
                <a:lnTo>
                  <a:pt x="2178354" y="795045"/>
                </a:lnTo>
                <a:lnTo>
                  <a:pt x="1294447" y="1678863"/>
                </a:lnTo>
                <a:lnTo>
                  <a:pt x="372846" y="757351"/>
                </a:lnTo>
                <a:lnTo>
                  <a:pt x="1130211" y="0"/>
                </a:lnTo>
                <a:lnTo>
                  <a:pt x="1031316" y="0"/>
                </a:lnTo>
                <a:lnTo>
                  <a:pt x="273951" y="757351"/>
                </a:lnTo>
                <a:lnTo>
                  <a:pt x="1294447" y="1777847"/>
                </a:lnTo>
                <a:lnTo>
                  <a:pt x="1319187" y="1753108"/>
                </a:lnTo>
                <a:lnTo>
                  <a:pt x="1269695" y="1703616"/>
                </a:lnTo>
                <a:lnTo>
                  <a:pt x="1294536" y="1728355"/>
                </a:lnTo>
                <a:lnTo>
                  <a:pt x="1319187" y="1753108"/>
                </a:lnTo>
                <a:lnTo>
                  <a:pt x="2227796" y="844486"/>
                </a:lnTo>
                <a:lnTo>
                  <a:pt x="2327084" y="943775"/>
                </a:lnTo>
                <a:lnTo>
                  <a:pt x="1294447" y="1976424"/>
                </a:lnTo>
                <a:lnTo>
                  <a:pt x="75387" y="757351"/>
                </a:lnTo>
                <a:lnTo>
                  <a:pt x="832739" y="0"/>
                </a:lnTo>
                <a:lnTo>
                  <a:pt x="733818" y="0"/>
                </a:lnTo>
                <a:lnTo>
                  <a:pt x="0" y="733767"/>
                </a:lnTo>
                <a:lnTo>
                  <a:pt x="0" y="780948"/>
                </a:lnTo>
                <a:lnTo>
                  <a:pt x="1294447" y="2075307"/>
                </a:lnTo>
                <a:lnTo>
                  <a:pt x="1319187" y="2050567"/>
                </a:lnTo>
                <a:lnTo>
                  <a:pt x="2376563" y="993267"/>
                </a:lnTo>
                <a:lnTo>
                  <a:pt x="2489682" y="1106373"/>
                </a:lnTo>
                <a:lnTo>
                  <a:pt x="1294447" y="2301608"/>
                </a:lnTo>
                <a:lnTo>
                  <a:pt x="0" y="1007224"/>
                </a:lnTo>
                <a:lnTo>
                  <a:pt x="0" y="1106131"/>
                </a:lnTo>
                <a:lnTo>
                  <a:pt x="1294447" y="2400579"/>
                </a:lnTo>
                <a:lnTo>
                  <a:pt x="1319187" y="2375839"/>
                </a:lnTo>
                <a:lnTo>
                  <a:pt x="2539174" y="1155852"/>
                </a:lnTo>
                <a:lnTo>
                  <a:pt x="3783901" y="2400579"/>
                </a:lnTo>
                <a:lnTo>
                  <a:pt x="3808641" y="2375839"/>
                </a:lnTo>
                <a:lnTo>
                  <a:pt x="5020602" y="1163866"/>
                </a:lnTo>
                <a:lnTo>
                  <a:pt x="6257328" y="2400579"/>
                </a:lnTo>
                <a:lnTo>
                  <a:pt x="6282067" y="2375839"/>
                </a:lnTo>
                <a:lnTo>
                  <a:pt x="7562850" y="1095057"/>
                </a:lnTo>
                <a:lnTo>
                  <a:pt x="7562850" y="996086"/>
                </a:lnTo>
                <a:lnTo>
                  <a:pt x="6257328" y="2301608"/>
                </a:lnTo>
                <a:lnTo>
                  <a:pt x="5070056" y="1114412"/>
                </a:lnTo>
                <a:lnTo>
                  <a:pt x="5183200" y="1001268"/>
                </a:lnTo>
                <a:lnTo>
                  <a:pt x="6257328" y="2075307"/>
                </a:lnTo>
                <a:lnTo>
                  <a:pt x="6282067" y="2050567"/>
                </a:lnTo>
                <a:lnTo>
                  <a:pt x="7562850" y="769874"/>
                </a:lnTo>
                <a:lnTo>
                  <a:pt x="7562850" y="744829"/>
                </a:lnTo>
                <a:close/>
              </a:path>
              <a:path w="7562850" h="10696575">
                <a:moveTo>
                  <a:pt x="7562850" y="419646"/>
                </a:moveTo>
                <a:lnTo>
                  <a:pt x="7143191" y="0"/>
                </a:lnTo>
                <a:lnTo>
                  <a:pt x="7044245" y="0"/>
                </a:lnTo>
                <a:lnTo>
                  <a:pt x="7562850" y="518617"/>
                </a:lnTo>
                <a:lnTo>
                  <a:pt x="7562850" y="419646"/>
                </a:lnTo>
                <a:close/>
              </a:path>
            </a:pathLst>
          </a:custGeom>
          <a:solidFill xmlns:a="http://schemas.openxmlformats.org/drawingml/2006/main">
            <a:srgbClr val="373362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18" name="bg object 18">
            <a:extLst xmlns:a="http://schemas.openxmlformats.org/drawingml/2006/main">
              <a:ext uri="{FF2B5EF4-FFF2-40B4-BE49-F238E27FC236}">
                <a16:creationId xmlns:a16="http://schemas.microsoft.com/office/drawing/2014/main" id="{7D781E56-AB8D-4920-BEFA-B654A5BBF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94481"/>
            <a:ext cx="30300654" cy="42214800"/>
          </a:xfrm>
          <a:custGeom xmlns:a="http://schemas.openxmlformats.org/drawingml/2006/main">
            <a:rect l="l" t="t" r="r" b="b"/>
            <a:pathLst>
              <a:path w="7562850" h="10191115">
                <a:moveTo>
                  <a:pt x="7562850" y="10190774"/>
                </a:moveTo>
                <a:lnTo>
                  <a:pt x="0" y="10190774"/>
                </a:lnTo>
                <a:lnTo>
                  <a:pt x="0" y="0"/>
                </a:lnTo>
                <a:lnTo>
                  <a:pt x="7562850" y="0"/>
                </a:lnTo>
                <a:lnTo>
                  <a:pt x="7562850" y="1019077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2" name="Holder 2">
            <a:extLst xmlns:a="http://schemas.openxmlformats.org/drawingml/2006/main">
              <a:ext uri="{FF2B5EF4-FFF2-40B4-BE49-F238E27FC236}">
                <a16:creationId xmlns:a16="http://schemas.microsoft.com/office/drawing/2014/main" id="{66481A61-817C-4D23-8F54-4F0CA6818F9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332416" y="1330512"/>
            <a:ext cx="27635831" cy="6617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>
              <a:buNone/>
              <a:defRPr sz="4300" b="0" i="0">
                <a:solidFill>
                  <a:srgbClr val="373362"/>
                </a:solidFill>
                <a:latin typeface="Tahoma"/>
                <a:ea typeface="Tahoma"/>
                <a:cs typeface="Tahoma"/>
              </a:defRPr>
            </a:lvl1pPr>
          </a:lstStyle>
          <a:p xmlns:a="http://schemas.openxmlformats.org/drawingml/2006/main"/>
        </p:txBody>
      </p:sp>
      <p:sp>
        <p:nvSpPr>
          <p:cNvPr id="3" name="Holder 3">
            <a:extLst xmlns:a="http://schemas.openxmlformats.org/drawingml/2006/main">
              <a:ext uri="{FF2B5EF4-FFF2-40B4-BE49-F238E27FC236}">
                <a16:creationId xmlns:a16="http://schemas.microsoft.com/office/drawing/2014/main" id="{A8DA4E9E-E7DD-4812-9C67-BB8D7ACF272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515037" y="9844870"/>
            <a:ext cx="27270589" cy="27699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/>
        </p:txBody>
      </p:sp>
      <p:sp>
        <p:nvSpPr>
          <p:cNvPr id="4" name="Holder 4">
            <a:extLst xmlns:a="http://schemas.openxmlformats.org/drawingml/2006/main">
              <a:ext uri="{FF2B5EF4-FFF2-40B4-BE49-F238E27FC236}">
                <a16:creationId xmlns:a16="http://schemas.microsoft.com/office/drawing/2014/main" id="{5D86D43A-8AE8-4AAB-8FF1-D06C06A4B9D7}"/>
              </a:ext>
            </a:extLst>
          </p:cNvPr>
          <p:cNvSpPr>
            <a:spLocks xmlns:a="http://schemas.openxmlformats.org/drawingml/2006/main" noGrp="1"/>
          </p:cNvSpPr>
          <p:nvPr>
            <p:ph type="ftr" idx="5"/>
          </p:nvPr>
        </p:nvSpPr>
        <p:spPr>
          <a:xfrm xmlns:a="http://schemas.openxmlformats.org/drawingml/2006/main">
            <a:off x="10302223" y="39807506"/>
            <a:ext cx="9696209" cy="11087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5" name="Holder 5">
            <a:extLst xmlns:a="http://schemas.openxmlformats.org/drawingml/2006/main">
              <a:ext uri="{FF2B5EF4-FFF2-40B4-BE49-F238E27FC236}">
                <a16:creationId xmlns:a16="http://schemas.microsoft.com/office/drawing/2014/main" id="{3BB78B4B-A837-40FD-88FC-15D834E60D2B}"/>
              </a:ext>
            </a:extLst>
          </p:cNvPr>
          <p:cNvSpPr>
            <a:spLocks xmlns:a="http://schemas.openxmlformats.org/drawingml/2006/main" noGrp="1"/>
          </p:cNvSpPr>
          <p:nvPr>
            <p:ph type="dt" idx="6"/>
          </p:nvPr>
        </p:nvSpPr>
        <p:spPr>
          <a:xfrm xmlns:a="http://schemas.openxmlformats.org/drawingml/2006/main">
            <a:off x="1515037" y="39807506"/>
            <a:ext cx="6969148" cy="11087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 algn="l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1D8BD707-D9CF-40AE-B4C6-C98DA3205C09}" type="datetimeFigureOut">
              <a:t>11/22/2024</a:t>
            </a:fld>
          </a:p>
        </p:txBody>
      </p:sp>
      <p:sp>
        <p:nvSpPr>
          <p:cNvPr id="6" name="Holder 6">
            <a:extLst xmlns:a="http://schemas.openxmlformats.org/drawingml/2006/main">
              <a:ext uri="{FF2B5EF4-FFF2-40B4-BE49-F238E27FC236}">
                <a16:creationId xmlns:a16="http://schemas.microsoft.com/office/drawing/2014/main" id="{1ADA1F0A-5847-41D6-BCEF-4A1C33FFB89C}"/>
              </a:ext>
            </a:extLst>
          </p:cNvPr>
          <p:cNvSpPr>
            <a:spLocks xmlns:a="http://schemas.openxmlformats.org/drawingml/2006/main" noGrp="1"/>
          </p:cNvSpPr>
          <p:nvPr>
            <p:ph type="sldNum" idx="7"/>
          </p:nvPr>
        </p:nvSpPr>
        <p:spPr>
          <a:xfrm xmlns:a="http://schemas.openxmlformats.org/drawingml/2006/main">
            <a:off x="21816473" y="39807506"/>
            <a:ext cx="6969148" cy="11087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 algn="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B6F15528-21DE-4FAA-801E-634DDDAF4B2B}" type="slidenum"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e5048a7c3374ac1"/>
    <p:sldLayoutId xmlns:r="http://schemas.openxmlformats.org/officeDocument/2006/relationships" id="2147483650" r:id="R86719e3aa87b4a64"/>
    <p:sldLayoutId xmlns:r="http://schemas.openxmlformats.org/officeDocument/2006/relationships" id="2147483651" r:id="Rdbc35d0565424a96"/>
    <p:sldLayoutId xmlns:r="http://schemas.openxmlformats.org/officeDocument/2006/relationships" id="2147483652" r:id="R89cfa97df54c431d"/>
    <p:sldLayoutId xmlns:r="http://schemas.openxmlformats.org/officeDocument/2006/relationships" id="2147483653" r:id="R6ace4c3b3c314afd"/>
  </p:sldLayoutIdLst>
  <p:txStyles>
    <p:titleStyle>
      <a:lvl1pPr xmlns:a="http://schemas.openxmlformats.org/drawingml/2006/main">
        <a:buNone/>
        <a:defRPr>
          <a:latin typeface="+mj-lt"/>
          <a:ea typeface="+mj-lt"/>
          <a:cs typeface="+mj-lt"/>
        </a:defRPr>
      </a:lvl1pPr>
    </p:titleStyle>
    <p:bodyStyle>
      <a:lvl1pPr xmlns:a="http://schemas.openxmlformats.org/drawingml/2006/main" marL="0">
        <a:buNone/>
        <a:defRPr>
          <a:latin typeface="+mn-lt"/>
          <a:ea typeface="+mn-lt"/>
          <a:cs typeface="+mn-lt"/>
        </a:defRPr>
      </a:lvl1pPr>
      <a:lvl2pPr xmlns:a="http://schemas.openxmlformats.org/drawingml/2006/main" marL="1828983">
        <a:buNone/>
        <a:defRPr>
          <a:latin typeface="+mn-lt"/>
          <a:ea typeface="+mn-lt"/>
          <a:cs typeface="+mn-lt"/>
        </a:defRPr>
      </a:lvl2pPr>
      <a:lvl3pPr xmlns:a="http://schemas.openxmlformats.org/drawingml/2006/main" marL="3657966">
        <a:buNone/>
        <a:defRPr>
          <a:latin typeface="+mn-lt"/>
          <a:ea typeface="+mn-lt"/>
          <a:cs typeface="+mn-lt"/>
        </a:defRPr>
      </a:lvl3pPr>
      <a:lvl4pPr xmlns:a="http://schemas.openxmlformats.org/drawingml/2006/main" marL="5486949">
        <a:buNone/>
        <a:defRPr>
          <a:latin typeface="+mn-lt"/>
          <a:ea typeface="+mn-lt"/>
          <a:cs typeface="+mn-lt"/>
        </a:defRPr>
      </a:lvl4pPr>
      <a:lvl5pPr xmlns:a="http://schemas.openxmlformats.org/drawingml/2006/main" marL="7315932">
        <a:buNone/>
        <a:defRPr>
          <a:latin typeface="+mn-lt"/>
          <a:ea typeface="+mn-lt"/>
          <a:cs typeface="+mn-lt"/>
        </a:defRPr>
      </a:lvl5pPr>
      <a:lvl6pPr xmlns:a="http://schemas.openxmlformats.org/drawingml/2006/main" marL="9144914">
        <a:buNone/>
        <a:defRPr>
          <a:latin typeface="+mn-lt"/>
          <a:ea typeface="+mn-lt"/>
          <a:cs typeface="+mn-lt"/>
        </a:defRPr>
      </a:lvl6pPr>
      <a:lvl7pPr xmlns:a="http://schemas.openxmlformats.org/drawingml/2006/main" marL="10973897">
        <a:buNone/>
        <a:defRPr>
          <a:latin typeface="+mn-lt"/>
          <a:ea typeface="+mn-lt"/>
          <a:cs typeface="+mn-lt"/>
        </a:defRPr>
      </a:lvl7pPr>
      <a:lvl8pPr xmlns:a="http://schemas.openxmlformats.org/drawingml/2006/main" marL="12802880">
        <a:buNone/>
        <a:defRPr>
          <a:latin typeface="+mn-lt"/>
          <a:ea typeface="+mn-lt"/>
          <a:cs typeface="+mn-lt"/>
        </a:defRPr>
      </a:lvl8pPr>
      <a:lvl9pPr xmlns:a="http://schemas.openxmlformats.org/drawingml/2006/main" marL="14631863">
        <a:buNone/>
        <a:defRPr>
          <a:latin typeface="+mn-lt"/>
          <a:ea typeface="+mn-lt"/>
          <a:cs typeface="+mn-lt"/>
        </a:defRPr>
      </a:lvl9pPr>
    </p:bodyStyle>
    <p:otherStyle>
      <a:lvl1pPr xmlns:a="http://schemas.openxmlformats.org/drawingml/2006/main" marL="0">
        <a:buNone/>
        <a:defRPr>
          <a:latin typeface="+mn-lt"/>
          <a:ea typeface="+mn-lt"/>
          <a:cs typeface="+mn-lt"/>
        </a:defRPr>
      </a:lvl1pPr>
      <a:lvl2pPr xmlns:a="http://schemas.openxmlformats.org/drawingml/2006/main" marL="1828983">
        <a:buNone/>
        <a:defRPr>
          <a:latin typeface="+mn-lt"/>
          <a:ea typeface="+mn-lt"/>
          <a:cs typeface="+mn-lt"/>
        </a:defRPr>
      </a:lvl2pPr>
      <a:lvl3pPr xmlns:a="http://schemas.openxmlformats.org/drawingml/2006/main" marL="3657966">
        <a:buNone/>
        <a:defRPr>
          <a:latin typeface="+mn-lt"/>
          <a:ea typeface="+mn-lt"/>
          <a:cs typeface="+mn-lt"/>
        </a:defRPr>
      </a:lvl3pPr>
      <a:lvl4pPr xmlns:a="http://schemas.openxmlformats.org/drawingml/2006/main" marL="5486949">
        <a:buNone/>
        <a:defRPr>
          <a:latin typeface="+mn-lt"/>
          <a:ea typeface="+mn-lt"/>
          <a:cs typeface="+mn-lt"/>
        </a:defRPr>
      </a:lvl4pPr>
      <a:lvl5pPr xmlns:a="http://schemas.openxmlformats.org/drawingml/2006/main" marL="7315932">
        <a:buNone/>
        <a:defRPr>
          <a:latin typeface="+mn-lt"/>
          <a:ea typeface="+mn-lt"/>
          <a:cs typeface="+mn-lt"/>
        </a:defRPr>
      </a:lvl5pPr>
      <a:lvl6pPr xmlns:a="http://schemas.openxmlformats.org/drawingml/2006/main" marL="9144914">
        <a:buNone/>
        <a:defRPr>
          <a:latin typeface="+mn-lt"/>
          <a:ea typeface="+mn-lt"/>
          <a:cs typeface="+mn-lt"/>
        </a:defRPr>
      </a:lvl6pPr>
      <a:lvl7pPr xmlns:a="http://schemas.openxmlformats.org/drawingml/2006/main" marL="10973897">
        <a:buNone/>
        <a:defRPr>
          <a:latin typeface="+mn-lt"/>
          <a:ea typeface="+mn-lt"/>
          <a:cs typeface="+mn-lt"/>
        </a:defRPr>
      </a:lvl7pPr>
      <a:lvl8pPr xmlns:a="http://schemas.openxmlformats.org/drawingml/2006/main" marL="12802880">
        <a:buNone/>
        <a:defRPr>
          <a:latin typeface="+mn-lt"/>
          <a:ea typeface="+mn-lt"/>
          <a:cs typeface="+mn-lt"/>
        </a:defRPr>
      </a:lvl8pPr>
      <a:lvl9pPr xmlns:a="http://schemas.openxmlformats.org/drawingml/2006/main" marL="14631863">
        <a:buNone/>
        <a:defRPr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3811c8a990eb4d70" /><Relationship Type="http://schemas.openxmlformats.org/officeDocument/2006/relationships/image" Target="/ppt/media/image2.png" Id="Rb6eb29dab67b4e94" /><Relationship Type="http://schemas.openxmlformats.org/officeDocument/2006/relationships/image" Target="/ppt/media/image.svg" Id="Rcb3dbe6db6e14caa" /><Relationship Type="http://schemas.openxmlformats.org/officeDocument/2006/relationships/image" Target="/ppt/media/image.png" Id="R3f95198295754d77" /><Relationship Type="http://schemas.openxmlformats.org/officeDocument/2006/relationships/image" Target="/ppt/media/image2.svg" Id="Re9343c367a57468b" /><Relationship Type="http://schemas.openxmlformats.org/officeDocument/2006/relationships/notesSlide" Target="/ppt/notesSlides/notesSlide1.xml" Id="Rd5291925d18644d0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그림 1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eb29dab67b4e9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4510206" y="2141178"/>
            <a:ext cx="5181573" cy="3470677"/>
          </a:xfrm>
          <a:prstGeom xmlns:a="http://schemas.openxmlformats.org/drawingml/2006/main" prst="rect">
            <a:avLst/>
          </a:prstGeom>
        </p:spPr>
      </p:pic>
      <p:sp>
        <p:nvSpPr>
          <p:cNvPr id="2" name="object 2">
            <a:extLst xmlns:a="http://schemas.openxmlformats.org/drawingml/2006/main">
              <a:ext uri="{FF2B5EF4-FFF2-40B4-BE49-F238E27FC236}">
                <a16:creationId xmlns:a16="http://schemas.microsoft.com/office/drawing/2014/main" id="{C7203565-1505-47A6-A9A4-2D0DC5CCF24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194896" y="-110897"/>
            <a:ext cx="28039656" cy="41294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797649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1200"/>
              </a:spcBef>
              <a:buNone/>
            </a:pPr>
            <a:r>
              <a:rPr sz="8800">
                <a:latin typeface="맑은 고딕"/>
                <a:ea typeface="맑은 고딕"/>
                <a:cs typeface="맑은 고딕"/>
              </a:rPr>
              <a:t>경찰 수사정보용 동적</a:t>
            </a:r>
          </a:p>
          <a:p xmlns:a="http://schemas.openxmlformats.org/drawingml/2006/main">
            <a:pPr algn="l">
              <a:spcBef>
                <a:spcPts val="1200"/>
              </a:spcBef>
              <a:buNone/>
            </a:pPr>
            <a:r>
              <a:rPr sz="8800">
                <a:latin typeface="맑은 고딕"/>
                <a:ea typeface="맑은 고딕"/>
                <a:cs typeface="맑은 고딕"/>
              </a:rPr>
              <a:t>제로트러스트 접근제어 시스템</a:t>
            </a:r>
          </a:p>
        </p:txBody>
      </p:sp>
      <p:sp>
        <p:nvSpPr>
          <p:cNvPr id="13" name="직사각형 12">
            <a:extLst xmlns:a="http://schemas.openxmlformats.org/drawingml/2006/main">
              <a:ext uri="{FF2B5EF4-FFF2-40B4-BE49-F238E27FC236}">
                <a16:creationId xmlns:a16="http://schemas.microsoft.com/office/drawing/2014/main" id="{1A92AF71-3D27-4DBE-DF1D-864EF5DB3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704810" y="5663119"/>
            <a:ext cx="28865591" cy="1228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3362"/>
          </a:solidFill>
          <a:ln xmlns:a="http://schemas.openxmlformats.org/drawingml/2006/main">
            <a:solidFill>
              <a:srgbClr val="373362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object 9">
            <a:extLst xmlns:a="http://schemas.openxmlformats.org/drawingml/2006/main">
              <a:ext uri="{FF2B5EF4-FFF2-40B4-BE49-F238E27FC236}">
                <a16:creationId xmlns:a16="http://schemas.microsoft.com/office/drawing/2014/main" id="{BE67EAB6-6A4A-44D2-BDB9-D4DA9A55D4AE}"/>
              </a:ext>
            </a:extLst>
          </p:cNvPr>
          <p:cNvSpPr>
            <a:spLocks xmlns:a="http://schemas.openxmlformats.org/drawingml/2006/main" noGrp="1"/>
          </p:cNvSpPr>
          <p:nvPr>
            <p:ph idx="3"/>
          </p:nvPr>
        </p:nvSpPr>
        <p:spPr>
          <a:xfrm xmlns:a="http://schemas.openxmlformats.org/drawingml/2006/main">
            <a:off x="435974" y="36413281"/>
            <a:ext cx="28798577" cy="565407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35317" rIns="0" bIns="0">
            <a:spAutoFit/>
          </a:bodyPr>
          <a:lstStyle xmlns:a="http://schemas.openxmlformats.org/drawingml/2006/main"/>
          <a:p xmlns:a="http://schemas.openxmlformats.org/drawingml/2006/main">
            <a:pPr marL="360000">
              <a:buNone/>
            </a:pPr>
            <a:r>
              <a:rPr sz="54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.</a:t>
            </a:r>
          </a:p>
        </p:txBody>
      </p:sp>
      <p:sp>
        <p:nvSpPr>
          <p:cNvPr id="3" name="object 6">
            <a:extLst xmlns:a="http://schemas.openxmlformats.org/drawingml/2006/main">
              <a:ext uri="{FF2B5EF4-FFF2-40B4-BE49-F238E27FC236}">
                <a16:creationId xmlns:a16="http://schemas.microsoft.com/office/drawing/2014/main" id="{C12336CF-AB29-0524-4A2E-6F190EABB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13476" y="6191564"/>
            <a:ext cx="14174289" cy="2281394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58423" rIns="0" bIns="0">
            <a:spAutoFit/>
          </a:bodyPr>
          <a:lstStyle xmlns:a="http://schemas.openxmlformats.org/drawingml/2006/main"/>
          <a:p xmlns:a="http://schemas.openxmlformats.org/drawingml/2006/main">
            <a:pPr marL="1795463" indent="-542925">
              <a:spcBef>
                <a:spcPts val="2800"/>
              </a:spcBef>
              <a:buChar char="§"/>
            </a:pPr>
            <a:r>
              <a:rPr sz="3600" b="1">
                <a:solidFill>
                  <a:srgbClr val="373362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FA81A7C5-982B-1946-AE2A-616455949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974" y="6276912"/>
            <a:ext cx="14096503" cy="159838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1274400" indent="-914400">
              <a:buAutoNum type="arabicPeriod"/>
            </a:pPr>
            <a:r>
              <a:rPr sz="5400">
                <a:solidFill>
                  <a:srgbClr val="373362"/>
                </a:solidFill>
                <a:latin typeface="Norwester"/>
                <a:ea typeface="Norwester"/>
                <a:cs typeface="Norwester"/>
              </a:rPr>
              <a:t/>
            </a:r>
          </a:p>
        </p:txBody>
      </p:sp>
      <p:sp>
        <p:nvSpPr>
          <p:cNvPr id="22" name="직사각형 21">
            <a:extLst xmlns:a="http://schemas.openxmlformats.org/drawingml/2006/main">
              <a:ext uri="{FF2B5EF4-FFF2-40B4-BE49-F238E27FC236}">
                <a16:creationId xmlns:a16="http://schemas.microsoft.com/office/drawing/2014/main" id="{8035F0D2-FCAB-562F-E5DD-37681C67D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8289" y="34228687"/>
            <a:ext cx="27892869" cy="191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3600" b="1">
                <a:solidFill>
                  <a:srgbClr val="373362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D5017946-4E8C-A50F-F98A-A4946BAD7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7855" y="3502285"/>
            <a:ext cx="22167596" cy="18213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000"/>
              </a:lnSpc>
              <a:buNone/>
            </a:pPr>
            <a:r>
              <a:rPr sz="4800">
                <a:solidFill>
                  <a:srgbClr val="373362"/>
                </a:solidFill>
                <a:latin typeface="맑은 고딕"/>
                <a:ea typeface="맑은 고딕"/>
                <a:cs typeface="맑은 고딕"/>
              </a:rPr>
              <a:t>무신뢰 보안단  |  정재홍 · 허준 · 홍준원  (지도교수: 윤택영 교수)</a:t>
            </a:r>
          </a:p>
          <a:p xmlns:a="http://schemas.openxmlformats.org/drawingml/2006/main">
            <a:pPr algn="ctr">
              <a:lnSpc>
                <a:spcPts val="7000"/>
              </a:lnSpc>
              <a:buNone/>
            </a:pPr>
            <a:r>
              <a:rPr sz="4800">
                <a:solidFill>
                  <a:srgbClr val="373362"/>
                </a:solidFill>
                <a:latin typeface="맑은 고딕"/>
                <a:ea typeface="맑은 고딕"/>
                <a:cs typeface="맑은 고딕"/>
              </a:rPr>
              <a:t>단국대학교 사이버보안학과</a:t>
            </a:r>
          </a:p>
        </p:txBody>
      </p:sp>
      <p:sp>
        <p:nvSpPr>
          <p:cNvPr id="24" name="직사각형 23">
            <a:extLst xmlns:a="http://schemas.openxmlformats.org/drawingml/2006/main">
              <a:ext uri="{FF2B5EF4-FFF2-40B4-BE49-F238E27FC236}">
                <a16:creationId xmlns:a16="http://schemas.microsoft.com/office/drawing/2014/main" id="{7F0DF47E-C912-4489-2D0F-F9F898CA7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206" y="294481"/>
            <a:ext cx="30022800" cy="4221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0">
            <a:solidFill>
              <a:srgbClr val="373362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5" name="그림 4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95198295754d77">
            <a:extLst>
              <a:ext uri="{96DAC541-7B7A-43D3-8B79-37D633B846F1}">
                <asvg:svgBlip xmlns:asvg="http://schemas.microsoft.com/office/drawing/2016/SVG/main" r:embed="Rcb3dbe6db6e14caa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94895" y="29326681"/>
            <a:ext cx="27892869" cy="4993218"/>
          </a:xfrm>
          <a:prstGeom xmlns:a="http://schemas.openxmlformats.org/drawingml/2006/main" prst="rect">
            <a:avLst/>
          </a:prstGeom>
        </p:spPr>
      </p:pic>
      <p:sp>
        <p:nvSpPr>
          <p:cNvPr id="26" name="직사각형 25">
            <a:extLst xmlns:a="http://schemas.openxmlformats.org/drawingml/2006/main">
              <a:ext uri="{FF2B5EF4-FFF2-40B4-BE49-F238E27FC236}">
                <a16:creationId xmlns:a16="http://schemas.microsoft.com/office/drawing/2014/main" id="{43BB195A-03B4-46ED-9490-B06A29510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69" y="27867326"/>
            <a:ext cx="14701628" cy="11338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3600" b="1">
                <a:solidFill>
                  <a:srgbClr val="373362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8" name="AutoShape 2">
            <a:extLst xmlns:a="http://schemas.openxmlformats.org/drawingml/2006/main">
              <a:ext uri="{FF2B5EF4-FFF2-40B4-BE49-F238E27FC236}">
                <a16:creationId xmlns:a16="http://schemas.microsoft.com/office/drawing/2014/main" id="{5AC33F30-6F74-4E68-B787-8797D7230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658623" y="23344618"/>
            <a:ext cx="301532" cy="19615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cxnSp>
        <p:nvCxnSpPr>
          <p:cNvPr id="28" name="직선 연결선 8"/>
          <p:cNvCxnSpPr/>
          <p:nvPr/>
        </p:nvCxnSpPr>
        <p:spPr>
          <a:xfrm xmlns:a="http://schemas.openxmlformats.org/drawingml/2006/main" rot="0">
            <a:off x="1155167" y="25871818"/>
            <a:ext cx="13982440" cy="0"/>
          </a:xfrm>
          <a:prstGeom xmlns:a="http://schemas.openxmlformats.org/drawingml/2006/main" prst="line">
            <a:avLst/>
          </a:prstGeom>
          <a:ln xmlns:a="http://schemas.openxmlformats.org/drawingml/2006/main" w="76200">
            <a:solidFill>
              <a:srgbClr val="000000"/>
            </a:solidFill>
            <a:prstDash val="sysDash"/>
            <a:miter/>
          </a:ln>
        </p:spPr>
      </p:cxnSp>
      <p:sp>
        <p:nvSpPr>
          <p:cNvPr id="36" name="사각형: 둥근 모서리 9">
            <a:extLst xmlns:a="http://schemas.openxmlformats.org/drawingml/2006/main">
              <a:ext uri="{FF2B5EF4-FFF2-40B4-BE49-F238E27FC236}">
                <a16:creationId xmlns:a16="http://schemas.microsoft.com/office/drawing/2014/main" id="{607776B1-1921-47C0-B575-41F9237E3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80298" y="24310739"/>
            <a:ext cx="9828191" cy="1237906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chemeClr val="tx1"/>
          </a:solidFill>
          <a:ln xmlns:a="http://schemas.openxmlformats.org/drawingml/2006/main" w="12700">
            <a:solidFill>
              <a:srgbClr val="000000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5pPr>
            <a:lvl6pPr marL="2514600" indent="-22860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6pPr>
            <a:lvl7pPr marL="2971800" indent="-22860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7pPr>
            <a:lvl8pPr marL="3429000" indent="-22860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8pPr>
            <a:lvl9pPr marL="3886200" indent="-22860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9pPr>
          </a:lstStyle>
          <a:p xmlns:a="http://schemas.openxmlformats.org/drawingml/2006/main">
            <a:pPr algn="ctr">
              <a:buNone/>
            </a:pPr>
            <a:r>
              <a:rPr sz="4000">
                <a:solidFill>
                  <a:schemeClr val="bg1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37" name="사각형: 둥근 모서리 10">
            <a:extLst xmlns:a="http://schemas.openxmlformats.org/drawingml/2006/main">
              <a:ext uri="{FF2B5EF4-FFF2-40B4-BE49-F238E27FC236}">
                <a16:creationId xmlns:a16="http://schemas.microsoft.com/office/drawing/2014/main" id="{62D808AE-BD80-40FE-98EF-C55B72DFE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55162" y="26068269"/>
            <a:ext cx="13982444" cy="752641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C000"/>
          </a:solidFill>
          <a:ln xmlns:a="http://schemas.openxmlformats.org/drawingml/2006/main" w="12700">
            <a:solidFill>
              <a:srgbClr val="2F528F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5pPr>
            <a:lvl6pPr marL="2514600" indent="-22860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6pPr>
            <a:lvl7pPr marL="2971800" indent="-22860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7pPr>
            <a:lvl8pPr marL="3429000" indent="-22860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8pPr>
            <a:lvl9pPr marL="3886200" indent="-22860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9pPr>
          </a:lstStyle>
          <a:p xmlns:a="http://schemas.openxmlformats.org/drawingml/2006/main">
            <a:pPr algn="ctr">
              <a:buNone/>
            </a:pPr>
            <a:r>
              <a:rPr sz="400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38" name="사각형: 둥근 모서리 11">
            <a:extLst xmlns:a="http://schemas.openxmlformats.org/drawingml/2006/main">
              <a:ext uri="{FF2B5EF4-FFF2-40B4-BE49-F238E27FC236}">
                <a16:creationId xmlns:a16="http://schemas.microsoft.com/office/drawing/2014/main" id="{74362D0B-CDBC-45E2-9413-F24E00634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55162" y="26915309"/>
            <a:ext cx="11542347" cy="752641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4472C4"/>
          </a:solidFill>
          <a:ln xmlns:a="http://schemas.openxmlformats.org/drawingml/2006/main" w="12700">
            <a:solidFill>
              <a:srgbClr val="2F528F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5pPr>
            <a:lvl6pPr marL="2514600" indent="-22860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6pPr>
            <a:lvl7pPr marL="2971800" indent="-22860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7pPr>
            <a:lvl8pPr marL="3429000" indent="-22860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8pPr>
            <a:lvl9pPr marL="3886200" indent="-22860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9pPr>
          </a:lstStyle>
          <a:p xmlns:a="http://schemas.openxmlformats.org/drawingml/2006/main">
            <a:pPr algn="ctr">
              <a:buNone/>
            </a:pPr>
            <a:r>
              <a:rPr sz="400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39" name="사각형: 둥근 모서리 12">
            <a:extLst xmlns:a="http://schemas.openxmlformats.org/drawingml/2006/main">
              <a:ext uri="{FF2B5EF4-FFF2-40B4-BE49-F238E27FC236}">
                <a16:creationId xmlns:a16="http://schemas.microsoft.com/office/drawing/2014/main" id="{D71D34B9-417A-4F62-9CF5-FD80DAC1C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026679" y="26916937"/>
            <a:ext cx="2110928" cy="75264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4472C4"/>
          </a:solidFill>
          <a:ln xmlns:a="http://schemas.openxmlformats.org/drawingml/2006/main" w="12700">
            <a:solidFill>
              <a:srgbClr val="2F528F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5pPr>
            <a:lvl6pPr marL="2514600" indent="-22860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6pPr>
            <a:lvl7pPr marL="2971800" indent="-22860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7pPr>
            <a:lvl8pPr marL="3429000" indent="-22860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8pPr>
            <a:lvl9pPr marL="3886200" indent="-22860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9pPr>
          </a:lstStyle>
          <a:p xmlns:a="http://schemas.openxmlformats.org/drawingml/2006/main">
            <a:pPr algn="ctr">
              <a:buNone/>
            </a:pPr>
            <a:r>
              <a:rPr sz="400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40" name="사각형: 둥근 모서리 13">
            <a:extLst xmlns:a="http://schemas.openxmlformats.org/drawingml/2006/main">
              <a:ext uri="{FF2B5EF4-FFF2-40B4-BE49-F238E27FC236}">
                <a16:creationId xmlns:a16="http://schemas.microsoft.com/office/drawing/2014/main" id="{F217A805-5DF0-4D0C-8EEC-7FF12F828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55162" y="24280718"/>
            <a:ext cx="3705536" cy="1237906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C00000"/>
          </a:solidFill>
          <a:ln xmlns:a="http://schemas.openxmlformats.org/drawingml/2006/main" w="12700">
            <a:solidFill>
              <a:srgbClr val="2F528F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5pPr>
            <a:lvl6pPr marL="2514600" indent="-22860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6pPr>
            <a:lvl7pPr marL="2971800" indent="-22860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7pPr>
            <a:lvl8pPr marL="3429000" indent="-22860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8pPr>
            <a:lvl9pPr marL="3886200" indent="-22860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9pPr>
          </a:lstStyle>
          <a:p xmlns:a="http://schemas.openxmlformats.org/drawingml/2006/main">
            <a:pPr algn="ctr">
              <a:buNone/>
            </a:pPr>
            <a:r>
              <a:rPr sz="400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cxnSp>
        <p:nvCxnSpPr>
          <p:cNvPr id="41" name="직선 연결선 17"/>
          <p:cNvCxnSpPr/>
          <p:nvPr/>
        </p:nvCxnSpPr>
        <p:spPr>
          <a:xfrm xmlns:a="http://schemas.openxmlformats.org/drawingml/2006/main" rot="0">
            <a:off x="3952861" y="25594534"/>
            <a:ext cx="0" cy="1697095"/>
          </a:xfrm>
          <a:prstGeom xmlns:a="http://schemas.openxmlformats.org/drawingml/2006/main" prst="line">
            <a:avLst/>
          </a:prstGeom>
          <a:ln xmlns:a="http://schemas.openxmlformats.org/drawingml/2006/main" w="76200">
            <a:solidFill>
              <a:srgbClr val="000000"/>
            </a:solidFill>
            <a:miter/>
            <a:headEnd type="triangle" w="med" len="med"/>
            <a:tailEnd type="triangle" w="med" len="med"/>
          </a:ln>
        </p:spPr>
      </p:cxnSp>
      <p:cxnSp>
        <p:nvCxnSpPr>
          <p:cNvPr id="42" name="직선 연결선 17"/>
          <p:cNvCxnSpPr/>
          <p:nvPr/>
        </p:nvCxnSpPr>
        <p:spPr>
          <a:xfrm xmlns:a="http://schemas.openxmlformats.org/drawingml/2006/main" rot="0">
            <a:off x="12018403" y="25591956"/>
            <a:ext cx="0" cy="1697095"/>
          </a:xfrm>
          <a:prstGeom xmlns:a="http://schemas.openxmlformats.org/drawingml/2006/main" prst="line">
            <a:avLst/>
          </a:prstGeom>
          <a:ln xmlns:a="http://schemas.openxmlformats.org/drawingml/2006/main" w="76200">
            <a:solidFill>
              <a:srgbClr val="000000"/>
            </a:solidFill>
            <a:miter/>
            <a:headEnd type="triangle" w="med" len="med"/>
            <a:tailEnd type="triangle" w="med" len="med"/>
          </a:ln>
        </p:spPr>
      </p:cxnSp>
      <p:cxnSp>
        <p:nvCxnSpPr>
          <p:cNvPr id="43" name="연결선: 구부러짐 136"/>
          <p:cNvCxnSpPr/>
          <p:nvPr/>
        </p:nvCxnSpPr>
        <p:spPr>
          <a:xfrm xmlns:a="http://schemas.openxmlformats.org/drawingml/2006/main" rot="21600000" flipH="1">
            <a:off x="1073440" y="23006791"/>
            <a:ext cx="2499" cy="1922902"/>
          </a:xfrm>
          <a:prstGeom xmlns:a="http://schemas.openxmlformats.org/drawingml/2006/main" prst="curvedConnector3">
            <a:avLst>
              <a:gd name="adj1" fmla="val 28244044"/>
            </a:avLst>
          </a:prstGeom>
          <a:ln xmlns:a="http://schemas.openxmlformats.org/drawingml/2006/main" w="76200">
            <a:headEnd type="triangle"/>
            <a:tailEnd type="triangle"/>
          </a:ln>
        </p:spPr>
        <p:style>
          <a:lnRef xmlns:a="http://schemas.openxmlformats.org/drawingml/2006/main" idx="1">
            <a:schemeClr val="dk1"/>
          </a:lnRef>
          <a:fillRef xmlns:a="http://schemas.openxmlformats.org/drawingml/2006/main" idx="0">
            <a:schemeClr val="dk1"/>
          </a:fillRef>
          <a:effectRef xmlns:a="http://schemas.openxmlformats.org/drawingml/2006/main" idx="0">
            <a:schemeClr val="dk1"/>
          </a:effectRef>
          <a:fontRef xmlns:a="http://schemas.openxmlformats.org/drawingml/2006/main" idx="minor">
            <a:schemeClr val="tx1"/>
          </a:fontRef>
        </p:style>
      </p:cxn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858E268-A337-47D3-9DD3-D6A9D7E94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38850"/>
            <a:ext cx="14287500" cy="1647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823385D-C382-4A3E-A330-B523A3DC4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191250"/>
            <a:ext cx="13811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3750" b="0">
                <a:solidFill>
                  <a:srgbClr val="2B2A55"/>
                </a:solidFill>
                <a:latin typeface="Malgun Gothic"/>
                <a:ea typeface="Malgun Gothic"/>
                <a:cs typeface="Malgun Gothic"/>
              </a:rPr>
              <a:t/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504FF6C-E94A-4591-B1B5-13348A9B1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7029450"/>
            <a:ext cx="323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3000" b="1">
                <a:solidFill>
                  <a:srgbClr val="2B2A55"/>
                </a:solidFill>
                <a:latin typeface="Malgun Gothic"/>
                <a:ea typeface="Malgun Gothic"/>
                <a:cs typeface="Malgun Gothic"/>
              </a:rPr>
              <a:t/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4E29AD4-ADF9-432B-97C4-78286FD28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7010400"/>
            <a:ext cx="1343025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2850" b="0">
                <a:solidFill>
                  <a:srgbClr val="414466"/>
                </a:solidFill>
                <a:latin typeface="Malgun Gothic"/>
                <a:ea typeface="Malgun Gothic"/>
                <a:cs typeface="Malgun Gothic"/>
              </a:rPr>
              <a:t/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27C92A9-8362-4F30-B3C6-DB00E3717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8401050"/>
            <a:ext cx="323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3000" b="1">
                <a:solidFill>
                  <a:srgbClr val="2B2A55"/>
                </a:solidFill>
                <a:latin typeface="Malgun Gothic"/>
                <a:ea typeface="Malgun Gothic"/>
                <a:cs typeface="Malgun Gothic"/>
              </a:rPr>
              <a:t/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305CA9B-17EC-460C-A262-58DE4A0B2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8382000"/>
            <a:ext cx="1343025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2850" b="0">
                <a:solidFill>
                  <a:srgbClr val="414466"/>
                </a:solidFill>
                <a:latin typeface="Malgun Gothic"/>
                <a:ea typeface="Malgun Gothic"/>
                <a:cs typeface="Malgun Gothic"/>
              </a:rPr>
              <a:t/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646034A-ACD3-40D6-90AE-250BDD53A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9772650"/>
            <a:ext cx="323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3000" b="1">
                <a:solidFill>
                  <a:srgbClr val="2B2A55"/>
                </a:solidFill>
                <a:latin typeface="Malgun Gothic"/>
                <a:ea typeface="Malgun Gothic"/>
                <a:cs typeface="Malgun Gothic"/>
              </a:rPr>
              <a:t/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DD48CD8-D215-4A6E-80A1-068A35209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9753600"/>
            <a:ext cx="1343025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2850" b="0">
                <a:solidFill>
                  <a:srgbClr val="414466"/>
                </a:solidFill>
                <a:latin typeface="Malgun Gothic"/>
                <a:ea typeface="Malgun Gothic"/>
                <a:cs typeface="Malgun Gothic"/>
              </a:rPr>
              <a:t/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8269851-47EB-4CA0-AE59-DA84DEE84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1334750"/>
            <a:ext cx="13811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3750" b="0">
                <a:solidFill>
                  <a:srgbClr val="2B2A55"/>
                </a:solidFill>
                <a:latin typeface="Malgun Gothic"/>
                <a:ea typeface="Malgun Gothic"/>
                <a:cs typeface="Malgun Gothic"/>
              </a:rPr>
              <a:t/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42D5CAC-3FB8-4C21-AD0F-C5BF100A2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12172950"/>
            <a:ext cx="323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3000" b="1">
                <a:solidFill>
                  <a:srgbClr val="2B2A55"/>
                </a:solidFill>
                <a:latin typeface="Malgun Gothic"/>
                <a:ea typeface="Malgun Gothic"/>
                <a:cs typeface="Malgun Gothic"/>
              </a:rPr>
              <a:t/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2171C71D-90BB-4743-8394-3D09C9921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2153900"/>
            <a:ext cx="1343025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2850" b="0">
                <a:solidFill>
                  <a:srgbClr val="414466"/>
                </a:solidFill>
                <a:latin typeface="Malgun Gothic"/>
                <a:ea typeface="Malgun Gothic"/>
                <a:cs typeface="Malgun Gothic"/>
              </a:rPr>
              <a:t/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DDBBC48-AA1E-44EB-B259-45193DCD9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13544550"/>
            <a:ext cx="323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3000" b="1">
                <a:solidFill>
                  <a:srgbClr val="2B2A55"/>
                </a:solidFill>
                <a:latin typeface="Malgun Gothic"/>
                <a:ea typeface="Malgun Gothic"/>
                <a:cs typeface="Malgun Gothic"/>
              </a:rPr>
              <a:t/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A57AF598-0019-4799-AC12-DA3C96ED6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3525500"/>
            <a:ext cx="1343025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2850" b="0">
                <a:solidFill>
                  <a:srgbClr val="414466"/>
                </a:solidFill>
                <a:latin typeface="Malgun Gothic"/>
                <a:ea typeface="Malgun Gothic"/>
                <a:cs typeface="Malgun Gothic"/>
              </a:rPr>
              <a:t/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065D2859-BE29-4B8F-924A-4CFDD7A09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4897100"/>
            <a:ext cx="13430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2850" b="1">
                <a:solidFill>
                  <a:srgbClr val="2B2A55"/>
                </a:solidFill>
                <a:latin typeface="Malgun Gothic"/>
                <a:ea typeface="Malgun Gothic"/>
                <a:cs typeface="Malgun Gothic"/>
              </a:rPr>
              <a:t/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3A7ED752-4031-4E88-B402-8DBA9F69F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15449550"/>
            <a:ext cx="323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2700" b="1">
                <a:solidFill>
                  <a:srgbClr val="2B2A55"/>
                </a:solidFill>
                <a:latin typeface="Malgun Gothic"/>
                <a:ea typeface="Malgun Gothic"/>
                <a:cs typeface="Malgun Gothic"/>
              </a:rPr>
              <a:t/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9C0BA9AE-C13A-4228-ACB1-D82193309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15430500"/>
            <a:ext cx="13049250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2550" b="1">
                <a:solidFill>
                  <a:srgbClr val="2B2A55"/>
                </a:solidFill>
                <a:latin typeface="Malgun Gothic"/>
                <a:ea typeface="Malgun Gothic"/>
                <a:cs typeface="Malgun Gothic"/>
              </a:rPr>
              <a:t/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95B7339E-3DAB-4A71-BBBB-072C3A33D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16163925"/>
            <a:ext cx="323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2700" b="1">
                <a:solidFill>
                  <a:srgbClr val="2B2A55"/>
                </a:solidFill>
                <a:latin typeface="Malgun Gothic"/>
                <a:ea typeface="Malgun Gothic"/>
                <a:cs typeface="Malgun Gothic"/>
              </a:rPr>
              <a:t/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018BBE69-CDE7-4A3C-927B-B04119964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16144875"/>
            <a:ext cx="13049250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2550" b="0">
                <a:solidFill>
                  <a:srgbClr val="2B2A55"/>
                </a:solidFill>
                <a:latin typeface="Malgun Gothic"/>
                <a:ea typeface="Malgun Gothic"/>
                <a:cs typeface="Malgun Gothic"/>
              </a:rPr>
              <a:t/>
            </a:r>
          </a:p>
        </p:txBody>
      </p:sp>
      <p:pic>
        <p:nvPicPr>
          <p:cNvPr id="6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eb29dab67b4e94">
            <a:extLst>
              <a:ext uri="{96DAC541-7B7A-43D3-8B79-37D633B846F1}">
                <asvg:svgBlip xmlns:asvg="http://schemas.microsoft.com/office/drawing/2016/SVG/main" r:embed="Re9343c367a57468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14400" y="23764875"/>
            <a:ext cx="14382750" cy="4038600"/>
          </a:xfrm>
          <a:prstGeom xmlns:a="http://schemas.openxmlformats.org/drawingml/2006/main" prst="rect">
            <a:avLst/>
          </a:prstGeom>
        </p:spPr>
      </p:pic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2F6D4F97-2E31-4B86-BE0A-7C07DB4BD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810250"/>
            <a:ext cx="30480000" cy="37290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38BDBB34-4CF2-40FB-AC4A-754166691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38800"/>
            <a:ext cx="29146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214E"/>
          </a:solidFill>
          <a:ln xmlns:a="http://schemas.openxmlformats.org/drawingml/2006/main" w="0">
            <a:solidFill>
              <a:srgbClr val="25214E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7D2055C9-AF50-44F0-BDE4-8BC7CD8FA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95250"/>
            <a:ext cx="30289500" cy="4291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38100">
            <a:solidFill>
              <a:srgbClr val="25214E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2FD46EEC-E628-48EA-8C8C-8A6913C4E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429375"/>
            <a:ext cx="285750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C"/>
          </a:solidFill>
          <a:ln xmlns:a="http://schemas.openxmlformats.org/drawingml/2006/main" w="19050">
            <a:solidFill>
              <a:srgbClr val="D9E2F1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4BE49418-3F7F-425E-919B-2AD9386BA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429375"/>
            <a:ext cx="1714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1414"/>
          </a:solidFill>
          <a:ln xmlns:a="http://schemas.openxmlformats.org/drawingml/2006/main" w="0">
            <a:solidFill>
              <a:srgbClr val="C91414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B8BB8DE7-F14B-49C4-BF39-050968853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6858000"/>
            <a:ext cx="3429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C91414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C91414"/>
                </a:solidFill>
                <a:latin typeface="Malgun Gothic"/>
                <a:ea typeface="Malgun Gothic"/>
                <a:cs typeface="Malgun Gothic"/>
              </a:rPr>
              <a:t>핵심 주장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A334E6F1-0CD7-4CDA-8599-10567AE4C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7381875"/>
            <a:ext cx="23050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2B2A55"/>
                </a:solidFill>
                <a:latin typeface="Malgun Gothic"/>
                <a:ea typeface="Malgun Gothic"/>
                <a:cs typeface="Malgun Gothic"/>
              </a:defRPr>
            </a:pPr>
            <a:r>
              <a:rPr sz="3900" b="1">
                <a:solidFill>
                  <a:srgbClr val="2B2A55"/>
                </a:solidFill>
                <a:latin typeface="Malgun Gothic"/>
                <a:ea typeface="Malgun Gothic"/>
                <a:cs typeface="Malgun Gothic"/>
              </a:rPr>
              <a:t>로그인 이후에도 매 요청을 다시 검증해 내부자 오남용을 사전에 차단한다.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C0B98E22-3F61-4058-981B-6378E3DE1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8477250"/>
            <a:ext cx="26289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4C4F73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4C4F73"/>
                </a:solidFill>
                <a:latin typeface="Malgun Gothic"/>
                <a:ea typeface="Malgun Gothic"/>
                <a:cs typeface="Malgun Gothic"/>
              </a:rPr>
              <a:t>담당 사건, 자료 등급, 접속 위치, 등록 기기, 행동 누적을 하나의 정책 엔진에서 평가하고 접근·마스킹·승인·차단을 즉시 결정한다.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EC56518A-BE3F-40D3-912A-9539564CA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0" y="6858000"/>
            <a:ext cx="3524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1414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925800D9-1297-4ABD-BFF2-94A8B0A11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0" y="6962775"/>
            <a:ext cx="3524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매 요청 재평가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4FADFE07-AA0A-4DA5-8EB5-AA5F7F2A7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0" y="6858000"/>
            <a:ext cx="3524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72C4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3B1F6599-D690-419B-9B9E-881AF32D3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0" y="6962775"/>
            <a:ext cx="3524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4축 위험 점수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7A0ABD31-F71D-4CDB-A6F8-61444FA60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0" y="7639050"/>
            <a:ext cx="3524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321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E9F5449C-6A0E-4C6B-99F0-59EA948EF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0" y="7743825"/>
            <a:ext cx="3524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5단계 접근 결정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C63D7D65-B87B-4D9B-A227-7B6CC1AF8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0" y="7639050"/>
            <a:ext cx="3524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5AA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56A88527-8FAA-45B5-BF21-E06E7E65E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0" y="7743825"/>
            <a:ext cx="3524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3계층 감사 로그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49E97507-D11C-4287-909A-E9A1F1649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0287000"/>
            <a:ext cx="8572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B2A55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2B2A55"/>
                </a:solidFill>
                <a:latin typeface="Malgun Gothic"/>
                <a:ea typeface="Malgun Gothic"/>
                <a:cs typeface="Malgun Gothic"/>
              </a:rPr>
              <a:t>정책 결정 루프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C0148FC7-9B60-4337-A24D-2AC7B2984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0953750"/>
            <a:ext cx="546735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C91414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EF746423-3B45-4AB4-B7A3-507A62FAF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0953750"/>
            <a:ext cx="74295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1414"/>
          </a:solidFill>
          <a:ln xmlns:a="http://schemas.openxmlformats.org/drawingml/2006/main" w="0">
            <a:solidFill>
              <a:srgbClr val="C91414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0BD232D9-3A7B-4AE3-914F-82C72B04F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1258550"/>
            <a:ext cx="742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870DFEA7-5764-4916-9718-27C4368DD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11220450"/>
            <a:ext cx="4305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2B2A55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2B2A55"/>
                </a:solidFill>
                <a:latin typeface="Malgun Gothic"/>
                <a:ea typeface="Malgun Gothic"/>
                <a:cs typeface="Malgun Gothic"/>
              </a:rPr>
              <a:t>요청 맥락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F0C42910-A0F3-4961-8D4F-57E361C42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11734800"/>
            <a:ext cx="43053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C4F73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4C4F73"/>
                </a:solidFill>
                <a:latin typeface="Malgun Gothic"/>
                <a:ea typeface="Malgun Gothic"/>
                <a:cs typeface="Malgun Gothic"/>
              </a:rPr>
              <a:t>계정 · 기기 · 위치 · 행위 · 사건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8E04683B-7677-43F9-BD68-AF24DBE94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1696700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214E"/>
          </a:solidFill>
          <a:ln xmlns:a="http://schemas.openxmlformats.org/drawingml/2006/main" w="0">
            <a:solidFill>
              <a:srgbClr val="25214E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5AE793CD-CE60-41F4-B39B-B8B12B838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0953750"/>
            <a:ext cx="546735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111111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ED5EE236-A19D-4B87-92EE-BC0E55BBF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0953750"/>
            <a:ext cx="74295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21B64AD9-38EB-4227-9629-CB727246E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1258550"/>
            <a:ext cx="742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C478E7E1-0A8C-4BFA-B2B5-35BA72074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11220450"/>
            <a:ext cx="4305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2B2A55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2B2A55"/>
                </a:solidFill>
                <a:latin typeface="Malgun Gothic"/>
                <a:ea typeface="Malgun Gothic"/>
                <a:cs typeface="Malgun Gothic"/>
              </a:rPr>
              <a:t>즉시 차단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168CB36D-871D-463B-BEAE-987CA6BB5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11734800"/>
            <a:ext cx="43053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C4F73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4C4F73"/>
                </a:solidFill>
                <a:latin typeface="Malgun Gothic"/>
                <a:ea typeface="Malgun Gothic"/>
                <a:cs typeface="Malgun Gothic"/>
              </a:rPr>
              <a:t>동시 접속 · 불가능 이동 · 비허용 위치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2FDFD684-B992-4142-A309-2173DB082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11050" y="11696700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214E"/>
          </a:solidFill>
          <a:ln xmlns:a="http://schemas.openxmlformats.org/drawingml/2006/main" w="0">
            <a:solidFill>
              <a:srgbClr val="25214E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72D4C51A-2697-45B3-9601-B34368C55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34900" y="10953750"/>
            <a:ext cx="546735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F4B321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5171759F-4C4D-4FD3-86A1-FD57DC291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34900" y="10953750"/>
            <a:ext cx="74295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321"/>
          </a:solidFill>
          <a:ln xmlns:a="http://schemas.openxmlformats.org/drawingml/2006/main" w="0">
            <a:solidFill>
              <a:srgbClr val="F4B321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1E6FEA02-742C-4F41-82E6-275454A55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34900" y="11258550"/>
            <a:ext cx="742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04B5A551-6B38-439F-B0D0-95E00A08B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87400" y="11220450"/>
            <a:ext cx="4305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2B2A55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2B2A55"/>
                </a:solidFill>
                <a:latin typeface="Malgun Gothic"/>
                <a:ea typeface="Malgun Gothic"/>
                <a:cs typeface="Malgun Gothic"/>
              </a:rPr>
              <a:t>위험 산정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DA7DC10A-2954-47EF-A322-614E8ED1F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87400" y="11734800"/>
            <a:ext cx="43053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C4F73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4C4F73"/>
                </a:solidFill>
                <a:latin typeface="Malgun Gothic"/>
                <a:ea typeface="Malgun Gothic"/>
                <a:cs typeface="Malgun Gothic"/>
              </a:rPr>
              <a:t>민감도 + 환경 + 행위 - 업무 적합도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664D01D6-D939-46DC-8A66-FFA5A2537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0" y="11696700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214E"/>
          </a:solidFill>
          <a:ln xmlns:a="http://schemas.openxmlformats.org/drawingml/2006/main" w="0">
            <a:solidFill>
              <a:srgbClr val="25214E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66D6A243-C70C-48E8-B057-ABE9A96A3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26100" y="10953750"/>
            <a:ext cx="546735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4472C4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A0BC428E-EB7A-45FD-8EC6-95713533B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26100" y="10953750"/>
            <a:ext cx="74295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72C4"/>
          </a:solidFill>
          <a:ln xmlns:a="http://schemas.openxmlformats.org/drawingml/2006/main" w="0">
            <a:solidFill>
              <a:srgbClr val="4472C4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D916C457-32CD-41C0-84EB-71CCA79DF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26100" y="11258550"/>
            <a:ext cx="742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0CA2E9DE-188F-4E49-869C-AB5090EB9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78600" y="11220450"/>
            <a:ext cx="4305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2B2A55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2B2A55"/>
                </a:solidFill>
                <a:latin typeface="Malgun Gothic"/>
                <a:ea typeface="Malgun Gothic"/>
                <a:cs typeface="Malgun Gothic"/>
              </a:rPr>
              <a:t>접근 결정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54B678A8-06A6-4C9D-9391-4B90B1EC5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78600" y="11734800"/>
            <a:ext cx="43053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C4F73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4C4F73"/>
                </a:solidFill>
                <a:latin typeface="Malgun Gothic"/>
                <a:ea typeface="Malgun Gothic"/>
                <a:cs typeface="Malgun Gothic"/>
              </a:rPr>
              <a:t>L1 허용 · L2 열람 · L3 재인증 · L4 승인 · L5 차단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D1471C67-0214-443C-B561-7E4BE933B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93450" y="11696700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214E"/>
          </a:solidFill>
          <a:ln xmlns:a="http://schemas.openxmlformats.org/drawingml/2006/main" w="0">
            <a:solidFill>
              <a:srgbClr val="25214E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8FC83F21-E1A1-4BE0-B19D-D9B5FFDCC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17300" y="10953750"/>
            <a:ext cx="546735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6F5AA7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4FD1F098-ABA5-4EE7-8108-D63EE09D0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17300" y="10953750"/>
            <a:ext cx="74295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5AA7"/>
          </a:solidFill>
          <a:ln xmlns:a="http://schemas.openxmlformats.org/drawingml/2006/main" w="0">
            <a:solidFill>
              <a:srgbClr val="6F5AA7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4889BE82-DF27-4350-BF15-76F111F21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17300" y="11258550"/>
            <a:ext cx="742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82EAD730-8D9E-4A83-9D9C-9C00A2B66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69800" y="11220450"/>
            <a:ext cx="4305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2B2A55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2B2A55"/>
                </a:solidFill>
                <a:latin typeface="Malgun Gothic"/>
                <a:ea typeface="Malgun Gothic"/>
                <a:cs typeface="Malgun Gothic"/>
              </a:rPr>
              <a:t>감사/리뷰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CCA652EB-7EF5-480A-8F8C-B2345B0D4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69800" y="11734800"/>
            <a:ext cx="43053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C4F73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4C4F73"/>
                </a:solidFill>
                <a:latin typeface="Malgun Gothic"/>
                <a:ea typeface="Malgun Gothic"/>
                <a:cs typeface="Malgun Gothic"/>
              </a:rPr>
              <a:t>조작 로그 · 감사 로그 · 민감 로그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A47AD564-3700-4358-B9FA-888F204CA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3392150"/>
            <a:ext cx="6286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F"/>
          </a:solidFill>
          <a:ln xmlns:a="http://schemas.openxmlformats.org/drawingml/2006/main" w="28575">
            <a:solidFill>
              <a:srgbClr val="4472C4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B7AAC6D6-11E2-4A8B-8A48-B1034AECE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3601700"/>
            <a:ext cx="590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2B2A55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2B2A55"/>
                </a:solidFill>
                <a:latin typeface="Malgun Gothic"/>
                <a:ea typeface="Malgun Gothic"/>
                <a:cs typeface="Malgun Gothic"/>
              </a:rPr>
              <a:t>상태 저장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2174E983-8E3C-4B58-B27E-58A5C16E8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3973175"/>
            <a:ext cx="5905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4C4F73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4C4F73"/>
                </a:solidFill>
                <a:latin typeface="Malgun Gothic"/>
                <a:ea typeface="Malgun Gothic"/>
                <a:cs typeface="Malgun Gothic"/>
              </a:rPr>
              <a:t>MFA 상태 · 이전 승인 · 위험 누적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9248A80D-4057-4705-BAA0-113CF7FE9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25875" y="13392150"/>
            <a:ext cx="6286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0FF"/>
          </a:solidFill>
          <a:ln xmlns:a="http://schemas.openxmlformats.org/drawingml/2006/main" w="28575">
            <a:solidFill>
              <a:srgbClr val="6F5AA7"/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7B47003A-7DE5-49DB-955E-DF399452B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16375" y="13601700"/>
            <a:ext cx="590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2B2A55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2B2A55"/>
                </a:solidFill>
                <a:latin typeface="Malgun Gothic"/>
                <a:ea typeface="Malgun Gothic"/>
                <a:cs typeface="Malgun Gothic"/>
              </a:rPr>
              <a:t>관리자 견제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713C4106-B0D1-4F89-88E8-E8C7BD9A7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16375" y="13973175"/>
            <a:ext cx="5905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4C4F73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4C4F73"/>
                </a:solidFill>
                <a:latin typeface="Malgun Gothic"/>
                <a:ea typeface="Malgun Gothic"/>
                <a:cs typeface="Malgun Gothic"/>
              </a:rPr>
              <a:t>L4 승인 · 자기 승인 차단 · 사후 리뷰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DA1B3ECC-CC20-4F2C-A662-B9EE15C02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12630150"/>
            <a:ext cx="1524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72C4"/>
          </a:solidFill>
          <a:ln xmlns:a="http://schemas.openxmlformats.org/drawingml/2006/main" w="0">
            <a:solidFill>
              <a:srgbClr val="4472C4"/>
            </a:solidFill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D9EB9193-3FE7-422A-AEB4-9FBEFBE58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64350" y="12630150"/>
            <a:ext cx="1524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5AA7"/>
          </a:solidFill>
          <a:ln xmlns:a="http://schemas.openxmlformats.org/drawingml/2006/main" w="0">
            <a:solidFill>
              <a:srgbClr val="6F5AA7"/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A470D8E1-AF03-4B89-B800-545180825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383125"/>
            <a:ext cx="13906500" cy="1019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ED6E8"/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831EB42F-EAF9-4B74-9338-3C6ADD0C4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383125"/>
            <a:ext cx="114300" cy="1019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72C4"/>
          </a:solidFill>
          <a:ln xmlns:a="http://schemas.openxmlformats.org/drawingml/2006/main" w="0">
            <a:solidFill>
              <a:srgbClr val="4472C4"/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0CEEA514-0D4D-496C-96BA-A3E7A0525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17630775"/>
            <a:ext cx="1323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2B2A55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2B2A55"/>
                </a:solidFill>
                <a:latin typeface="Malgun Gothic"/>
                <a:ea typeface="Malgun Gothic"/>
                <a:cs typeface="Malgun Gothic"/>
              </a:rPr>
              <a:t>기존 방식 대비 차별점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0267613E-6FF2-4B16-8557-9594C80B9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8278475"/>
            <a:ext cx="2857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4C4F73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4C4F73"/>
                </a:solidFill>
                <a:latin typeface="Malgun Gothic"/>
                <a:ea typeface="Malgun Gothic"/>
                <a:cs typeface="Malgun Gothic"/>
              </a:rPr>
              <a:t>한계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66E5B701-86E9-4A73-9D2D-E84BD2584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8278475"/>
            <a:ext cx="2857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4C4F73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4C4F73"/>
                </a:solidFill>
                <a:latin typeface="Malgun Gothic"/>
                <a:ea typeface="Malgun Gothic"/>
                <a:cs typeface="Malgun Gothic"/>
              </a:rPr>
              <a:t>기존 접근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513AEEEE-6EE7-41BF-AFD8-D5EDB4583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18278475"/>
            <a:ext cx="6191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4472C4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4472C4"/>
                </a:solidFill>
                <a:latin typeface="Malgun Gothic"/>
                <a:ea typeface="Malgun Gothic"/>
                <a:cs typeface="Malgun Gothic"/>
              </a:rPr>
              <a:t>제안 시스템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90CCCFBA-88DF-41C6-B57C-F3270DF53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18507075"/>
            <a:ext cx="13258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C"/>
          </a:solidFill>
          <a:ln xmlns:a="http://schemas.openxmlformats.org/drawingml/2006/main" w="0">
            <a:solidFill>
              <a:srgbClr val="D7DEEC"/>
            </a:solidFill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AED2EA83-6164-48AE-99CD-22E6EF9A5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8830925"/>
            <a:ext cx="2571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B2A55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2B2A55"/>
                </a:solidFill>
                <a:latin typeface="Malgun Gothic"/>
                <a:ea typeface="Malgun Gothic"/>
                <a:cs typeface="Malgun Gothic"/>
              </a:rPr>
              <a:t>정적 권한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F6F6631D-83CF-415C-A322-072D20F82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8830925"/>
            <a:ext cx="3048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4C4F73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4C4F73"/>
                </a:solidFill>
                <a:latin typeface="Malgun Gothic"/>
                <a:ea typeface="Malgun Gothic"/>
                <a:cs typeface="Malgun Gothic"/>
              </a:rPr>
              <a:t>역할만 확인</a:t>
            </a:r>
          </a:p>
        </p:txBody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6E5C53F4-C9E5-4EF0-B266-4A33EA270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18773775"/>
            <a:ext cx="6096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B2A55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2B2A55"/>
                </a:solidFill>
                <a:latin typeface="Malgun Gothic"/>
                <a:ea typeface="Malgun Gothic"/>
                <a:cs typeface="Malgun Gothic"/>
              </a:rPr>
              <a:t>담당 사건·위치·기기까지 매 요청 재평가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68A7347C-4540-49F0-AFF2-4A193FEE3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0583525"/>
            <a:ext cx="13258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C"/>
          </a:solidFill>
          <a:ln xmlns:a="http://schemas.openxmlformats.org/drawingml/2006/main" w="0">
            <a:solidFill>
              <a:srgbClr val="D7DEEC"/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FBCE5815-A8A9-4198-ACAA-A4B6EE9EC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0907375"/>
            <a:ext cx="2571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B2A55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2B2A55"/>
                </a:solidFill>
                <a:latin typeface="Malgun Gothic"/>
                <a:ea typeface="Malgun Gothic"/>
                <a:cs typeface="Malgun Gothic"/>
              </a:rPr>
              <a:t>사후 대응</a:t>
            </a:r>
          </a:p>
        </p:txBody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5772F494-3453-49B1-81F1-77BBB5903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0907375"/>
            <a:ext cx="3048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4C4F73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4C4F73"/>
                </a:solidFill>
                <a:latin typeface="Malgun Gothic"/>
                <a:ea typeface="Malgun Gothic"/>
                <a:cs typeface="Malgun Gothic"/>
              </a:rPr>
              <a:t>유출 후 조사</a:t>
            </a:r>
          </a:p>
        </p:txBody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48594EBA-525E-4395-9E40-91F5805B2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0850225"/>
            <a:ext cx="6096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B2A55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2B2A55"/>
                </a:solidFill>
                <a:latin typeface="Malgun Gothic"/>
                <a:ea typeface="Malgun Gothic"/>
                <a:cs typeface="Malgun Gothic"/>
              </a:rPr>
              <a:t>고위험 다운로드·비허용 위치는 사전 차단</a:t>
            </a:r>
          </a:p>
        </p:txBody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41F9B167-3335-4154-AE46-03FB46BF5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2659975"/>
            <a:ext cx="13258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C"/>
          </a:solidFill>
          <a:ln xmlns:a="http://schemas.openxmlformats.org/drawingml/2006/main" w="0">
            <a:solidFill>
              <a:srgbClr val="D7DEEC"/>
            </a:solidFill>
            <a:prstDash val="solid"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979CA263-2F48-45BC-BCDD-206428E61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2983825"/>
            <a:ext cx="2571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B2A55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2B2A55"/>
                </a:solidFill>
                <a:latin typeface="Malgun Gothic"/>
                <a:ea typeface="Malgun Gothic"/>
                <a:cs typeface="Malgun Gothic"/>
              </a:rPr>
              <a:t>전부 허용/거부</a:t>
            </a:r>
          </a:p>
        </p:txBody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7391960F-3458-448A-9F17-DED2E0016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2983825"/>
            <a:ext cx="3048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4C4F73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4C4F73"/>
                </a:solidFill>
                <a:latin typeface="Malgun Gothic"/>
                <a:ea typeface="Malgun Gothic"/>
                <a:cs typeface="Malgun Gothic"/>
              </a:rPr>
              <a:t>중간 통제 부족</a:t>
            </a:r>
          </a:p>
        </p:txBody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DFD43880-9258-46FE-99BA-6C738FE2F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2926675"/>
            <a:ext cx="6096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B2A55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2B2A55"/>
                </a:solidFill>
                <a:latin typeface="Malgun Gothic"/>
                <a:ea typeface="Malgun Gothic"/>
                <a:cs typeface="Malgun Gothic"/>
              </a:rPr>
              <a:t>열람 전용·마스킹·재인증·관리자 승인으로 세분화</a:t>
            </a:r>
          </a:p>
        </p:txBody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F29A18C0-8B05-44D1-A969-E4995456D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4736425"/>
            <a:ext cx="13258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C"/>
          </a:solidFill>
          <a:ln xmlns:a="http://schemas.openxmlformats.org/drawingml/2006/main" w="0">
            <a:solidFill>
              <a:srgbClr val="D7DEEC"/>
            </a:solidFill>
            <a:prstDash val="solid"/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CF96EA13-389C-45AE-B2B3-882B50607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5060275"/>
            <a:ext cx="2571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B2A55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2B2A55"/>
                </a:solidFill>
                <a:latin typeface="Malgun Gothic"/>
                <a:ea typeface="Malgun Gothic"/>
                <a:cs typeface="Malgun Gothic"/>
              </a:rPr>
              <a:t>비상 접근 공백</a:t>
            </a:r>
          </a:p>
        </p:txBody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1AA363C4-9C4A-4EE0-80D5-4A289A1CA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5060275"/>
            <a:ext cx="3048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4C4F73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4C4F73"/>
                </a:solidFill>
                <a:latin typeface="Malgun Gothic"/>
                <a:ea typeface="Malgun Gothic"/>
                <a:cs typeface="Malgun Gothic"/>
              </a:rPr>
              <a:t>긴급 상황 예외 처리 불명확</a:t>
            </a:r>
          </a:p>
        </p:txBody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4FF72264-3DDD-48E4-AC5A-E0188C1A7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5003125"/>
            <a:ext cx="6096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B2A55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2B2A55"/>
                </a:solidFill>
                <a:latin typeface="Malgun Gothic"/>
                <a:ea typeface="Malgun Gothic"/>
                <a:cs typeface="Malgun Gothic"/>
              </a:rPr>
              <a:t>MFA·범위·유효시간·사후 심사를 강제</a:t>
            </a:r>
          </a:p>
        </p:txBody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EF1F7314-A11B-4535-8D3A-F3AC682B2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0" y="17383125"/>
            <a:ext cx="13906500" cy="1019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ED6E8"/>
            </a:solidFill>
            <a:prstDash val="solid"/>
          </a:ln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5D3063DB-AB2D-42AC-818E-393D52B67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0" y="17383125"/>
            <a:ext cx="114300" cy="1019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72C4"/>
          </a:solidFill>
          <a:ln xmlns:a="http://schemas.openxmlformats.org/drawingml/2006/main" w="0">
            <a:solidFill>
              <a:srgbClr val="4472C4"/>
            </a:solidFill>
            <a:prstDash val="solid"/>
          </a:ln>
        </p:spPr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95BB8F94-EC85-4BEB-B0FE-42D1AF988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44850" y="17630775"/>
            <a:ext cx="1323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2B2A55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2B2A55"/>
                </a:solidFill>
                <a:latin typeface="Malgun Gothic"/>
                <a:ea typeface="Malgun Gothic"/>
                <a:cs typeface="Malgun Gothic"/>
              </a:rPr>
              <a:t>기능과 신규성</a:t>
            </a:r>
          </a:p>
        </p:txBody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F6349901-43E0-47F9-B40D-6AA373CA2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59150" y="18526125"/>
            <a:ext cx="6286500" cy="2419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F"/>
          </a:solidFill>
          <a:ln xmlns:a="http://schemas.openxmlformats.org/drawingml/2006/main" w="19050">
            <a:solidFill>
              <a:srgbClr val="D8E0EE"/>
            </a:solidFill>
            <a:prstDash val="solid"/>
          </a:ln>
        </p:spPr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E4369C25-B5A8-4D5B-A06B-D79498B5E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59150" y="18526125"/>
            <a:ext cx="95250" cy="2419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72C4"/>
          </a:solidFill>
          <a:ln xmlns:a="http://schemas.openxmlformats.org/drawingml/2006/main" w="0">
            <a:solidFill>
              <a:srgbClr val="4472C4"/>
            </a:solidFill>
            <a:prstDash val="solid"/>
          </a:ln>
        </p:spPr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871C2C59-6987-46DE-8B6A-9651F71AA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0" y="18792825"/>
            <a:ext cx="5695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B2A55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2B2A55"/>
                </a:solidFill>
                <a:latin typeface="Malgun Gothic"/>
                <a:ea typeface="Malgun Gothic"/>
                <a:cs typeface="Malgun Gothic"/>
              </a:rPr>
              <a:t>업무 적합도</a:t>
            </a:r>
          </a:p>
        </p:txBody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657D9D6F-559F-4084-9C9D-52CF0E341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0" y="19307175"/>
            <a:ext cx="56959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C4F73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4C4F73"/>
                </a:solidFill>
                <a:latin typeface="Malgun Gothic"/>
                <a:ea typeface="Malgun Gothic"/>
                <a:cs typeface="Malgun Gothic"/>
              </a:rPr>
              <a:t>담당 사건과 경찰 업무 태그를 위험 점수에서 감점 요소로 반영</a:t>
            </a:r>
          </a:p>
        </p:txBody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7CD9D08E-801A-4E28-882C-6448DD661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0" y="18526125"/>
            <a:ext cx="6286500" cy="2419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0"/>
          </a:solidFill>
          <a:ln xmlns:a="http://schemas.openxmlformats.org/drawingml/2006/main" w="19050">
            <a:solidFill>
              <a:srgbClr val="D8E0EE"/>
            </a:solidFill>
            <a:prstDash val="solid"/>
          </a:ln>
        </p:spPr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E21F0B40-9C86-4ECB-B36A-0578EDF91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0" y="18526125"/>
            <a:ext cx="95250" cy="2419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321"/>
          </a:solidFill>
          <a:ln xmlns:a="http://schemas.openxmlformats.org/drawingml/2006/main" w="0">
            <a:solidFill>
              <a:srgbClr val="F4B321"/>
            </a:solidFill>
            <a:prstDash val="solid"/>
          </a:ln>
        </p:spPr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276F52C1-4FE5-43DF-8836-5FFFC6FE5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83850" y="18792825"/>
            <a:ext cx="5695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B2A55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2B2A55"/>
                </a:solidFill>
                <a:latin typeface="Malgun Gothic"/>
                <a:ea typeface="Malgun Gothic"/>
                <a:cs typeface="Malgun Gothic"/>
              </a:rPr>
              <a:t>신뢰도 안전판</a:t>
            </a:r>
          </a:p>
        </p:txBody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88AD4E89-D4BC-4935-8D64-8F96D87E1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83850" y="19307175"/>
            <a:ext cx="56959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C4F73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4C4F73"/>
                </a:solidFill>
                <a:latin typeface="Malgun Gothic"/>
                <a:ea typeface="Malgun Gothic"/>
                <a:cs typeface="Malgun Gothic"/>
              </a:rPr>
              <a:t>판단 신뢰도가 낮으면 무리한 허용/차단 대신 승인 또는 열람 전용으로 수렴</a:t>
            </a:r>
          </a:p>
        </p:txBody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6BE540AC-D6A2-4316-9D4F-C7B341AAA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59150" y="21269325"/>
            <a:ext cx="6286500" cy="2419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1"/>
          </a:solidFill>
          <a:ln xmlns:a="http://schemas.openxmlformats.org/drawingml/2006/main" w="19050">
            <a:solidFill>
              <a:srgbClr val="D8E0EE"/>
            </a:solidFill>
            <a:prstDash val="solid"/>
          </a:ln>
        </p:spPr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4DA45D03-3393-47A3-AFC3-55EFDDE12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59150" y="21269325"/>
            <a:ext cx="95250" cy="2419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9A58"/>
          </a:solidFill>
          <a:ln xmlns:a="http://schemas.openxmlformats.org/drawingml/2006/main" w="0">
            <a:solidFill>
              <a:srgbClr val="4B9A58"/>
            </a:solidFill>
            <a:prstDash val="solid"/>
          </a:ln>
        </p:spPr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507E6B4D-91DF-40DB-BD09-F7BD2F501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0" y="21536025"/>
            <a:ext cx="5695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B2A55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2B2A55"/>
                </a:solidFill>
                <a:latin typeface="Malgun Gothic"/>
                <a:ea typeface="Malgun Gothic"/>
                <a:cs typeface="Malgun Gothic"/>
              </a:rPr>
              <a:t>마스킹 제어</a:t>
            </a:r>
          </a:p>
        </p:txBody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012802AE-C8B9-45E4-BC2D-C6E97BE41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0" y="22050375"/>
            <a:ext cx="56959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C4F73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4C4F73"/>
                </a:solidFill>
                <a:latin typeface="Malgun Gothic"/>
                <a:ea typeface="Malgun Gothic"/>
                <a:cs typeface="Malgun Gothic"/>
              </a:rPr>
              <a:t>자료 등급과 위험 수준에 따라 원문, 부분 마스킹, 다운로드 차단을 분리</a:t>
            </a:r>
          </a:p>
        </p:txBody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6C03CCE0-18AF-4985-B423-DE7F28DF6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0" y="21269325"/>
            <a:ext cx="6286500" cy="2419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F"/>
          </a:solidFill>
          <a:ln xmlns:a="http://schemas.openxmlformats.org/drawingml/2006/main" w="19050">
            <a:solidFill>
              <a:srgbClr val="D8E0EE"/>
            </a:solidFill>
            <a:prstDash val="solid"/>
          </a:ln>
        </p:spPr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9721142D-7448-427D-BAD5-E37C40707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0" y="21269325"/>
            <a:ext cx="95250" cy="2419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72C4"/>
          </a:solidFill>
          <a:ln xmlns:a="http://schemas.openxmlformats.org/drawingml/2006/main" w="0">
            <a:solidFill>
              <a:srgbClr val="4472C4"/>
            </a:solidFill>
            <a:prstDash val="solid"/>
          </a:ln>
        </p:spPr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18F362C8-AB3F-4976-92D3-7659D70A2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83850" y="21536025"/>
            <a:ext cx="5695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B2A55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2B2A55"/>
                </a:solidFill>
                <a:latin typeface="Malgun Gothic"/>
                <a:ea typeface="Malgun Gothic"/>
                <a:cs typeface="Malgun Gothic"/>
              </a:rPr>
              <a:t>감사 무결성</a:t>
            </a:r>
          </a:p>
        </p:txBody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C48478BB-FA73-4B77-9967-28B52131C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83850" y="22050375"/>
            <a:ext cx="56959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C4F73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4C4F73"/>
                </a:solidFill>
                <a:latin typeface="Malgun Gothic"/>
                <a:ea typeface="Malgun Gothic"/>
                <a:cs typeface="Malgun Gothic"/>
              </a:rPr>
              <a:t>운영 로그·감사 로그·민감 로그를 분리하고 추가 전용 구조로 보존</a:t>
            </a:r>
          </a:p>
        </p:txBody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20FABD51-D84C-4388-9AA1-CC634935C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59150" y="24012525"/>
            <a:ext cx="6286500" cy="2419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0"/>
          </a:solidFill>
          <a:ln xmlns:a="http://schemas.openxmlformats.org/drawingml/2006/main" w="19050">
            <a:solidFill>
              <a:srgbClr val="D8E0EE"/>
            </a:solidFill>
            <a:prstDash val="solid"/>
          </a:ln>
        </p:spPr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E821E796-52F2-4B88-B69A-CDB0F7B84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59150" y="24012525"/>
            <a:ext cx="95250" cy="2419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321"/>
          </a:solidFill>
          <a:ln xmlns:a="http://schemas.openxmlformats.org/drawingml/2006/main" w="0">
            <a:solidFill>
              <a:srgbClr val="F4B321"/>
            </a:solidFill>
            <a:prstDash val="solid"/>
          </a:ln>
        </p:spPr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B4DCA200-A3DC-472B-A8AD-4F568E9E1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0" y="24279225"/>
            <a:ext cx="5695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B2A55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2B2A55"/>
                </a:solidFill>
                <a:latin typeface="Malgun Gothic"/>
                <a:ea typeface="Malgun Gothic"/>
                <a:cs typeface="Malgun Gothic"/>
              </a:rPr>
              <a:t>관리자 견제</a:t>
            </a:r>
          </a:p>
        </p:txBody>
      </p:sp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07C734F2-A571-4883-ACDA-E16B903CE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0" y="24793575"/>
            <a:ext cx="56959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C4F73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4C4F73"/>
                </a:solidFill>
                <a:latin typeface="Malgun Gothic"/>
                <a:ea typeface="Malgun Gothic"/>
                <a:cs typeface="Malgun Gothic"/>
              </a:rPr>
              <a:t>자기 승인·자기 리뷰를 차단해 특권자 우회를 줄임</a:t>
            </a:r>
          </a:p>
        </p:txBody>
      </p: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0DCD4414-D0A5-4B42-8030-0ECE28C3C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0" y="24012525"/>
            <a:ext cx="6286500" cy="2419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1"/>
          </a:solidFill>
          <a:ln xmlns:a="http://schemas.openxmlformats.org/drawingml/2006/main" w="19050">
            <a:solidFill>
              <a:srgbClr val="D8E0EE"/>
            </a:solidFill>
            <a:prstDash val="solid"/>
          </a:ln>
        </p:spPr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844F949D-0D3B-4EFC-946B-135C20797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0" y="24012525"/>
            <a:ext cx="95250" cy="2419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9A58"/>
          </a:solidFill>
          <a:ln xmlns:a="http://schemas.openxmlformats.org/drawingml/2006/main" w="0">
            <a:solidFill>
              <a:srgbClr val="4B9A58"/>
            </a:solidFill>
            <a:prstDash val="solid"/>
          </a:ln>
        </p:spPr>
      </p:sp>
      <p:sp>
        <p:nvSp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18FD8742-06AE-4539-9B16-DD5CF5586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83850" y="24279225"/>
            <a:ext cx="5695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B2A55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2B2A55"/>
                </a:solidFill>
                <a:latin typeface="Malgun Gothic"/>
                <a:ea typeface="Malgun Gothic"/>
                <a:cs typeface="Malgun Gothic"/>
              </a:rPr>
              <a:t>비상 접근</a:t>
            </a:r>
          </a:p>
        </p:txBody>
      </p: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01C319C0-8FD4-436A-83BD-AE58F4E9D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83850" y="24793575"/>
            <a:ext cx="56959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C4F73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4C4F73"/>
                </a:solidFill>
                <a:latin typeface="Malgun Gothic"/>
                <a:ea typeface="Malgun Gothic"/>
                <a:cs typeface="Malgun Gothic"/>
              </a:rPr>
              <a:t>긴급 조회도 토큰 확인, 사유, 범위, 만료, 사후 검토를 남김</a:t>
            </a:r>
          </a:p>
        </p:txBody>
      </p:sp>
      <p:sp>
        <p:nvSpPr>
          <p:cNvPr id="170" name="">
            <a:extLst xmlns:a="http://schemas.openxmlformats.org/drawingml/2006/main">
              <a:ext uri="{FF2B5EF4-FFF2-40B4-BE49-F238E27FC236}">
                <a16:creationId xmlns:a16="http://schemas.microsoft.com/office/drawing/2014/main" id="{DC23058C-EAFE-4208-9E30-91D5495EA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717875"/>
            <a:ext cx="28575000" cy="619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ED6E8"/>
            </a:solidFill>
            <a:prstDash val="solid"/>
          </a:ln>
        </p:spPr>
      </p:sp>
      <p:sp>
        <p:nvSpPr>
          <p:cNvPr id="171" name="">
            <a:extLst xmlns:a="http://schemas.openxmlformats.org/drawingml/2006/main">
              <a:ext uri="{FF2B5EF4-FFF2-40B4-BE49-F238E27FC236}">
                <a16:creationId xmlns:a16="http://schemas.microsoft.com/office/drawing/2014/main" id="{E8AD0F9F-5DEA-4E32-82C5-117B1FEE6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717875"/>
            <a:ext cx="114300" cy="619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72C4"/>
          </a:solidFill>
          <a:ln xmlns:a="http://schemas.openxmlformats.org/drawingml/2006/main" w="0">
            <a:solidFill>
              <a:srgbClr val="4472C4"/>
            </a:solidFill>
            <a:prstDash val="solid"/>
          </a:ln>
        </p:spPr>
      </p:sp>
      <p:sp>
        <p:nvSpPr>
          <p:cNvPr id="172" name="">
            <a:extLst xmlns:a="http://schemas.openxmlformats.org/drawingml/2006/main">
              <a:ext uri="{FF2B5EF4-FFF2-40B4-BE49-F238E27FC236}">
                <a16:creationId xmlns:a16="http://schemas.microsoft.com/office/drawing/2014/main" id="{E86B664A-D828-40CC-944F-AFB091924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8965525"/>
            <a:ext cx="27908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2B2A55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2B2A55"/>
                </a:solidFill>
                <a:latin typeface="Malgun Gothic"/>
                <a:ea typeface="Malgun Gothic"/>
                <a:cs typeface="Malgun Gothic"/>
              </a:rPr>
              <a:t>시연으로 확인한 효과</a:t>
            </a:r>
          </a:p>
        </p:txBody>
      </p:sp>
      <p:sp>
        <p:nvSp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E7D1DB15-8ECE-44CE-9C00-123EA0B39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0146625"/>
            <a:ext cx="866775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DED"/>
          </a:solidFill>
          <a:ln xmlns:a="http://schemas.openxmlformats.org/drawingml/2006/main" w="19050">
            <a:solidFill>
              <a:srgbClr val="D6DCEA"/>
            </a:solidFill>
            <a:prstDash val="solid"/>
          </a:ln>
        </p:spPr>
      </p:sp>
      <p:sp>
        <p:nvSpPr>
          <p:cNvPr id="174" name="">
            <a:extLst xmlns:a="http://schemas.openxmlformats.org/drawingml/2006/main">
              <a:ext uri="{FF2B5EF4-FFF2-40B4-BE49-F238E27FC236}">
                <a16:creationId xmlns:a16="http://schemas.microsoft.com/office/drawing/2014/main" id="{8B1A914F-B749-424A-AF9B-7CF19AB11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0413325"/>
            <a:ext cx="7810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C91414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C91414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80CB769D-2DF2-458D-BAFB-1C6303289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0432375"/>
            <a:ext cx="7143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B2A55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2B2A55"/>
                </a:solidFill>
                <a:latin typeface="Malgun Gothic"/>
                <a:ea typeface="Malgun Gothic"/>
                <a:cs typeface="Malgun Gothic"/>
              </a:rPr>
              <a:t>비담당 사건 조회</a:t>
            </a:r>
          </a:p>
        </p:txBody>
      </p:sp>
      <p:sp>
        <p:nvSp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B8171E4A-0227-41A5-A3F4-1E428E377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1242000"/>
            <a:ext cx="695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1414"/>
          </a:solidFill>
          <a:ln xmlns:a="http://schemas.openxmlformats.org/drawingml/2006/main" w="0">
            <a:solidFill>
              <a:srgbClr val="C91414"/>
            </a:solidFill>
            <a:prstDash val="solid"/>
          </a:ln>
        </p:spPr>
      </p:sp>
      <p:sp>
        <p:nvSpPr>
          <p:cNvPr id="177" name="">
            <a:extLst xmlns:a="http://schemas.openxmlformats.org/drawingml/2006/main">
              <a:ext uri="{FF2B5EF4-FFF2-40B4-BE49-F238E27FC236}">
                <a16:creationId xmlns:a16="http://schemas.microsoft.com/office/drawing/2014/main" id="{9AAED274-F8DB-4B46-87F4-486721A8A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1575375"/>
            <a:ext cx="7048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4C4F73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4C4F73"/>
                </a:solidFill>
                <a:latin typeface="Malgun Gothic"/>
                <a:ea typeface="Malgun Gothic"/>
                <a:cs typeface="Malgun Gothic"/>
              </a:rPr>
              <a:t>4·5등급 자료 접근은 관리자 승인과 마스킹으로 전환</a:t>
            </a:r>
          </a:p>
        </p:txBody>
      </p:sp>
      <p:sp>
        <p:nvSpPr>
          <p:cNvPr id="178" name="">
            <a:extLst xmlns:a="http://schemas.openxmlformats.org/drawingml/2006/main">
              <a:ext uri="{FF2B5EF4-FFF2-40B4-BE49-F238E27FC236}">
                <a16:creationId xmlns:a16="http://schemas.microsoft.com/office/drawing/2014/main" id="{B62020C2-4197-41A1-8E6E-5F9B44B53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30146625"/>
            <a:ext cx="866775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0"/>
          </a:solidFill>
          <a:ln xmlns:a="http://schemas.openxmlformats.org/drawingml/2006/main" w="19050">
            <a:solidFill>
              <a:srgbClr val="D6DCEA"/>
            </a:solidFill>
            <a:prstDash val="solid"/>
          </a:ln>
        </p:spPr>
      </p:sp>
      <p:sp>
        <p:nvSpPr>
          <p:cNvPr id="179" name="">
            <a:extLst xmlns:a="http://schemas.openxmlformats.org/drawingml/2006/main">
              <a:ext uri="{FF2B5EF4-FFF2-40B4-BE49-F238E27FC236}">
                <a16:creationId xmlns:a16="http://schemas.microsoft.com/office/drawing/2014/main" id="{46161FAD-51B2-4E2C-B182-BD5ED3AAB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30413325"/>
            <a:ext cx="7810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4B321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F4B321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80" name="">
            <a:extLst xmlns:a="http://schemas.openxmlformats.org/drawingml/2006/main">
              <a:ext uri="{FF2B5EF4-FFF2-40B4-BE49-F238E27FC236}">
                <a16:creationId xmlns:a16="http://schemas.microsoft.com/office/drawing/2014/main" id="{CC2700AA-E76D-4A97-98FA-60F6CBBEF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30432375"/>
            <a:ext cx="7143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B2A55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2B2A55"/>
                </a:solidFill>
                <a:latin typeface="Malgun Gothic"/>
                <a:ea typeface="Malgun Gothic"/>
                <a:cs typeface="Malgun Gothic"/>
              </a:rPr>
              <a:t>비허용 위치 접근</a:t>
            </a:r>
          </a:p>
        </p:txBody>
      </p:sp>
      <p:sp>
        <p:nvSpPr>
          <p:cNvPr id="181" name="">
            <a:extLst xmlns:a="http://schemas.openxmlformats.org/drawingml/2006/main">
              <a:ext uri="{FF2B5EF4-FFF2-40B4-BE49-F238E27FC236}">
                <a16:creationId xmlns:a16="http://schemas.microsoft.com/office/drawing/2014/main" id="{DE6506FA-7B97-4EB8-B9F8-7400C9479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31242000"/>
            <a:ext cx="695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321"/>
          </a:solidFill>
          <a:ln xmlns:a="http://schemas.openxmlformats.org/drawingml/2006/main" w="0">
            <a:solidFill>
              <a:srgbClr val="F4B321"/>
            </a:solidFill>
            <a:prstDash val="solid"/>
          </a:ln>
        </p:spPr>
      </p:sp>
      <p:sp>
        <p:nvSpPr>
          <p:cNvPr id="182" name="">
            <a:extLst xmlns:a="http://schemas.openxmlformats.org/drawingml/2006/main">
              <a:ext uri="{FF2B5EF4-FFF2-40B4-BE49-F238E27FC236}">
                <a16:creationId xmlns:a16="http://schemas.microsoft.com/office/drawing/2014/main" id="{332B69CF-1ACB-486B-942B-DABB7B9D0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31575375"/>
            <a:ext cx="7048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4C4F73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4C4F73"/>
                </a:solidFill>
                <a:latin typeface="Malgun Gothic"/>
                <a:ea typeface="Malgun Gothic"/>
                <a:cs typeface="Malgun Gothic"/>
              </a:rPr>
              <a:t>로그인 또는 다운로드 단계에서 즉시 차단</a:t>
            </a:r>
          </a:p>
        </p:txBody>
      </p:sp>
      <p:sp>
        <p:nvSpPr>
          <p:cNvPr id="183" name="">
            <a:extLst xmlns:a="http://schemas.openxmlformats.org/drawingml/2006/main">
              <a:ext uri="{FF2B5EF4-FFF2-40B4-BE49-F238E27FC236}">
                <a16:creationId xmlns:a16="http://schemas.microsoft.com/office/drawing/2014/main" id="{C7BCF0EF-6DB6-43EA-AED2-A8E45766F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0" y="30146625"/>
            <a:ext cx="866775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F"/>
          </a:solidFill>
          <a:ln xmlns:a="http://schemas.openxmlformats.org/drawingml/2006/main" w="19050">
            <a:solidFill>
              <a:srgbClr val="D6DCEA"/>
            </a:solidFill>
            <a:prstDash val="solid"/>
          </a:ln>
        </p:spPr>
      </p:sp>
      <p:sp>
        <p:nvSpPr>
          <p:cNvPr id="184" name="">
            <a:extLst xmlns:a="http://schemas.openxmlformats.org/drawingml/2006/main">
              <a:ext uri="{FF2B5EF4-FFF2-40B4-BE49-F238E27FC236}">
                <a16:creationId xmlns:a16="http://schemas.microsoft.com/office/drawing/2014/main" id="{FC587538-5EBB-4764-9199-628D38E70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59700" y="30413325"/>
            <a:ext cx="7810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4472C4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4472C4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85" name="">
            <a:extLst xmlns:a="http://schemas.openxmlformats.org/drawingml/2006/main">
              <a:ext uri="{FF2B5EF4-FFF2-40B4-BE49-F238E27FC236}">
                <a16:creationId xmlns:a16="http://schemas.microsoft.com/office/drawing/2014/main" id="{64595C9A-3348-426D-9421-052647637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0" y="30432375"/>
            <a:ext cx="7143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B2A55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2B2A55"/>
                </a:solidFill>
                <a:latin typeface="Malgun Gothic"/>
                <a:ea typeface="Malgun Gothic"/>
                <a:cs typeface="Malgun Gothic"/>
              </a:rPr>
              <a:t>반복 무단 열람</a:t>
            </a:r>
          </a:p>
        </p:txBody>
      </p:sp>
      <p:sp>
        <p:nvSpPr>
          <p:cNvPr id="186" name="">
            <a:extLst xmlns:a="http://schemas.openxmlformats.org/drawingml/2006/main">
              <a:ext uri="{FF2B5EF4-FFF2-40B4-BE49-F238E27FC236}">
                <a16:creationId xmlns:a16="http://schemas.microsoft.com/office/drawing/2014/main" id="{F96F70C3-3BBC-49BA-8613-C64C59363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0" y="31242000"/>
            <a:ext cx="695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72C4"/>
          </a:solidFill>
          <a:ln xmlns:a="http://schemas.openxmlformats.org/drawingml/2006/main" w="0">
            <a:solidFill>
              <a:srgbClr val="4472C4"/>
            </a:solidFill>
            <a:prstDash val="solid"/>
          </a:ln>
        </p:spPr>
      </p:sp>
      <p:sp>
        <p:nvSpPr>
          <p:cNvPr id="187" name="">
            <a:extLst xmlns:a="http://schemas.openxmlformats.org/drawingml/2006/main">
              <a:ext uri="{FF2B5EF4-FFF2-40B4-BE49-F238E27FC236}">
                <a16:creationId xmlns:a16="http://schemas.microsoft.com/office/drawing/2014/main" id="{2011755C-938E-48CF-A91E-D3E2A2AFE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0" y="31575375"/>
            <a:ext cx="7048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4C4F73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4C4F73"/>
                </a:solidFill>
                <a:latin typeface="Malgun Gothic"/>
                <a:ea typeface="Malgun Gothic"/>
                <a:cs typeface="Malgun Gothic"/>
              </a:rPr>
              <a:t>행동위험도 누적으로 접근 레벨 상승 및 권한 강등</a:t>
            </a:r>
          </a:p>
        </p:txBody>
      </p:sp>
      <p:sp>
        <p:nvSpPr>
          <p:cNvPr id="188" name="">
            <a:extLst xmlns:a="http://schemas.openxmlformats.org/drawingml/2006/main">
              <a:ext uri="{FF2B5EF4-FFF2-40B4-BE49-F238E27FC236}">
                <a16:creationId xmlns:a16="http://schemas.microsoft.com/office/drawing/2014/main" id="{C4B50590-B5DA-47D2-99FC-DA8E93E40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814000"/>
            <a:ext cx="285750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34B"/>
          </a:solidFill>
          <a:ln xmlns:a="http://schemas.openxmlformats.org/drawingml/2006/main" w="0">
            <a:solidFill>
              <a:srgbClr val="1F234B"/>
            </a:solidFill>
            <a:prstDash val="solid"/>
          </a:ln>
        </p:spPr>
      </p:sp>
      <p:sp>
        <p:nvSpPr>
          <p:cNvPr id="189" name="">
            <a:extLst xmlns:a="http://schemas.openxmlformats.org/drawingml/2006/main">
              <a:ext uri="{FF2B5EF4-FFF2-40B4-BE49-F238E27FC236}">
                <a16:creationId xmlns:a16="http://schemas.microsoft.com/office/drawing/2014/main" id="{5A565F08-750A-45F0-BD87-25AA4A74F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6480750"/>
            <a:ext cx="27527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신규성: 일반적인 제로트러스트 원칙을 경찰 수사정보의 사건 배정, 관할 위치, 자료 등급, 행동 누적에 맞춘 정책 엔진으로 구체화했다.</a:t>
            </a:r>
          </a:p>
        </p:txBody>
      </p:sp>
      <p:sp>
        <p:nvSpPr>
          <p:cNvPr id="190" name="">
            <a:extLst xmlns:a="http://schemas.openxmlformats.org/drawingml/2006/main">
              <a:ext uri="{FF2B5EF4-FFF2-40B4-BE49-F238E27FC236}">
                <a16:creationId xmlns:a16="http://schemas.microsoft.com/office/drawing/2014/main" id="{8A5E2185-5699-4158-B738-9E8DA2367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7861875"/>
            <a:ext cx="27527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DCE5FF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DCE5FF"/>
                </a:solidFill>
                <a:latin typeface="Malgun Gothic"/>
                <a:ea typeface="Malgun Gothic"/>
                <a:cs typeface="Malgun Gothic"/>
              </a:rPr>
              <a:t>설계 초점: 권한을 한 번 부여하는 시스템이 아니라, 위험이 바뀔 때마다 권한도 함께 바꾸는 수사정보 보안 체계</a:t>
            </a:r>
          </a:p>
        </p:txBody>
      </p:sp>
    </p:spTree>
    <p:extLst>
      <p:ext uri="{BB962C8B-B14F-4D97-AF65-F5344CB8AC3E}">
        <p14:creationId xmlns:p14="http://schemas.microsoft.com/office/powerpoint/2010/main" val="2561063437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2026-06-12T12:24:23.8100000Z</dcterms:created>
  <dcterms:modified xsi:type="dcterms:W3CDTF">2026-06-12T12:24:23.8100000Z</dcterms:modified>
</coreProperties>
</file>