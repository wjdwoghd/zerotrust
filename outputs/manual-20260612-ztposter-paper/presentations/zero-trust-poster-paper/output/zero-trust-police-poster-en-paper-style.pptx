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b3503e9b1649c9" /><Relationship Type="http://schemas.openxmlformats.org/officeDocument/2006/relationships/extended-properties" Target="/docProps/app.xml" Id="R0f54a52bc3494731" /><Relationship Type="http://schemas.openxmlformats.org/officeDocument/2006/relationships/officeDocument" Target="/ppt/presentation.xml" Id="R04dd3ab57d494ced" /></Relationships>
</file>

<file path=ppt/presentation.xml><?xml version="1.0" encoding="utf-8"?>
<p:presentation xmlns:p="http://schemas.openxmlformats.org/presentationml/2006/main">
  <p:sldMasterIdLst>
    <p:sldMasterId xmlns:r="http://schemas.openxmlformats.org/officeDocument/2006/relationships" id="2147483648" r:id="R09c189fd06284d70"/>
  </p:sldMasterIdLst>
  <p:notesMasterIdLst>
    <p:notesMasterId xmlns:r="http://schemas.openxmlformats.org/officeDocument/2006/relationships" r:id="Rf4d07cd425114938"/>
  </p:notesMasterIdLst>
  <p:sldIdLst>
    <p:sldId xmlns:r="http://schemas.openxmlformats.org/officeDocument/2006/relationships" id="256" r:id="R244f5cf9b48641f7"/>
  </p:sldIdLst>
  <p:sldSz cx="30275213" cy="42803763"/>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ee18efa8cc74b9b" /><Relationship Type="http://schemas.openxmlformats.org/officeDocument/2006/relationships/slideMaster" Target="/ppt/slideMasters/slideMaster1.xml" Id="R09c189fd06284d70" /><Relationship Type="http://schemas.openxmlformats.org/officeDocument/2006/relationships/notesMaster" Target="/ppt/notesMasters/notesMaster1.xml" Id="Rf4d07cd425114938" /><Relationship Type="http://schemas.openxmlformats.org/officeDocument/2006/relationships/presProps" Target="/ppt/presProps.xml" Id="R225f5180a57a4c43" /><Relationship Type="http://schemas.openxmlformats.org/officeDocument/2006/relationships/viewProps" Target="/ppt/viewProps.xml" Id="Ra58d9573185d4afa" /><Relationship Type="http://schemas.openxmlformats.org/officeDocument/2006/relationships/tableStyles" Target="/ppt/tableStyles.xml" Id="Ree43e9e41c924848" /><Relationship Type="http://schemas.openxmlformats.org/officeDocument/2006/relationships/slide" Target="/ppt/slides/slide1.xml" Id="R244f5cf9b48641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a9c0a410ce4b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4136166961461d" /><Relationship Type="http://schemas.openxmlformats.org/officeDocument/2006/relationships/notesMaster" Target="/ppt/notesMasters/notesMaster1.xml" Id="Rbf75892cfb1b49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2ca603d261e47a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9bee56655f5462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1879d6bf0a7483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8ea48bca3ea4b1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09a61df139c49d2" /></Relationships>
</file>

<file path=ppt/slideLayouts/slideLayout1.xml><?xml version="1.0" encoding="utf-8"?>
<p:sldLayout xmlns:p="http://schemas.openxmlformats.org/presentationml/2006/main" type="obj" preserve="1">
  <p:cSld name="Title Slide">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C2BE2E78-5EE5-4EBE-8E42-90BD2B9CA8EA}"/>
              </a:ext>
            </a:extLst>
          </p:cNvPr>
          <p:cNvSpPr>
            <a:spLocks xmlns:a="http://schemas.openxmlformats.org/drawingml/2006/main" noGrp="1"/>
          </p:cNvSpPr>
          <p:nvPr>
            <p:ph type="ctrTitle" idx="0"/>
          </p:nvPr>
        </p:nvSpPr>
        <p:spPr>
          <a:xfrm xmlns:a="http://schemas.openxmlformats.org/drawingml/2006/main">
            <a:off x="2272546" y="13269164"/>
            <a:ext cx="25755554" cy="66172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9625D93C-D487-4420-83BF-B3E54E571D9E}"/>
              </a:ext>
            </a:extLst>
          </p:cNvPr>
          <p:cNvSpPr>
            <a:spLocks xmlns:a="http://schemas.openxmlformats.org/drawingml/2006/main" noGrp="1"/>
          </p:cNvSpPr>
          <p:nvPr>
            <p:ph type="subTitle" idx="4"/>
          </p:nvPr>
        </p:nvSpPr>
        <p:spPr>
          <a:xfrm xmlns:a="http://schemas.openxmlformats.org/drawingml/2006/main">
            <a:off x="4545098" y="23970113"/>
            <a:ext cx="21210458" cy="276999"/>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FF3D5D55-EE4E-491A-AD2F-3D8DE35C8E62}"/>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AD6466F7-6ECA-4ED1-9F9E-8ED8B55DA27E}"/>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6" name="Holder 6">
            <a:extLst xmlns:a="http://schemas.openxmlformats.org/drawingml/2006/main">
              <a:ext uri="{FF2B5EF4-FFF2-40B4-BE49-F238E27FC236}">
                <a16:creationId xmlns:a16="http://schemas.microsoft.com/office/drawing/2014/main" id="{64DBFADC-31EA-4E96-A4B6-89DD141CCA71}"/>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4794A862-76D8-44F5-81BC-B2D04190816D}"/>
              </a:ext>
            </a:extLst>
          </p:cNvPr>
          <p:cNvSpPr>
            <a:spLocks xmlns:a="http://schemas.openxmlformats.org/drawingml/2006/main" noGrp="1"/>
          </p:cNvSpPr>
          <p:nvPr>
            <p:ph type="title" idx="0"/>
          </p:nvPr>
        </p:nvSpPr>
        <p:spPr>
          <a:xfrm xmlns:a="http://schemas.openxmlformats.org/drawingml/2006/main">
            <a:off x="1332416" y="1330512"/>
            <a:ext cx="27635831" cy="2647200"/>
          </a:xfrm>
        </p:spPr>
        <p:txBody>
          <a:bodyPr xmlns:a="http://schemas.openxmlformats.org/drawingml/2006/main" lIns="0" tIns="0" rIns="0" bIns="0"/>
          <a:lstStyle xmlns:a="http://schemas.openxmlformats.org/drawingml/2006/main">
            <a:lvl1pPr>
              <a:buNone/>
              <a:defRPr sz="17202" b="0" i="0">
                <a:solidFill>
                  <a:srgbClr val="373362"/>
                </a:solidFill>
                <a:latin typeface="Tahoma"/>
                <a:ea typeface="Tahoma"/>
                <a:cs typeface="Tahoma"/>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B05DA6BB-5DAD-47D6-9956-2B8BDE8B20F2}"/>
              </a:ext>
            </a:extLst>
          </p:cNvPr>
          <p:cNvSpPr>
            <a:spLocks xmlns:a="http://schemas.openxmlformats.org/drawingml/2006/main" noGrp="1"/>
          </p:cNvSpPr>
          <p:nvPr>
            <p:ph type="body" idx="1"/>
          </p:nvPr>
        </p:nvSpPr>
        <p:spPr/>
        <p:txBody>
          <a:bodyPr xmlns:a="http://schemas.openxmlformats.org/drawingml/2006/main" lIns="0" tIns="0" rIns="0" bIns="0"/>
          <a:lstStyle xmlns:a="http://schemas.openxmlformats.org/drawingml/2006/main">
            <a:lvl1pPr>
              <a:buNone/>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890B3E69-BC2C-4732-A34F-A4E4754FF094}"/>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CE1815C1-2116-4B09-B86B-8D5EF69510D2}"/>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6" name="Holder 6">
            <a:extLst xmlns:a="http://schemas.openxmlformats.org/drawingml/2006/main">
              <a:ext uri="{FF2B5EF4-FFF2-40B4-BE49-F238E27FC236}">
                <a16:creationId xmlns:a16="http://schemas.microsoft.com/office/drawing/2014/main" id="{3005B063-4225-493C-879B-9BD01920D383}"/>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sldLayout>
</file>

<file path=ppt/slideLayouts/slideLayout3.xml><?xml version="1.0" encoding="utf-8"?>
<p:sldLayout xmlns:p="http://schemas.openxmlformats.org/presentationml/2006/main" type="obj" preserve="1">
  <p:cSld name="Two Content">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375D737A-E972-4014-817D-6F24566D9F3F}"/>
              </a:ext>
            </a:extLst>
          </p:cNvPr>
          <p:cNvSpPr>
            <a:spLocks xmlns:a="http://schemas.openxmlformats.org/drawingml/2006/main" noGrp="1"/>
          </p:cNvSpPr>
          <p:nvPr>
            <p:ph type="title" idx="0"/>
          </p:nvPr>
        </p:nvSpPr>
        <p:spPr>
          <a:xfrm xmlns:a="http://schemas.openxmlformats.org/drawingml/2006/main">
            <a:off x="1332416" y="1330512"/>
            <a:ext cx="27635831" cy="2647200"/>
          </a:xfrm>
        </p:spPr>
        <p:txBody>
          <a:bodyPr xmlns:a="http://schemas.openxmlformats.org/drawingml/2006/main" lIns="0" tIns="0" rIns="0" bIns="0"/>
          <a:lstStyle xmlns:a="http://schemas.openxmlformats.org/drawingml/2006/main">
            <a:lvl1pPr>
              <a:buNone/>
              <a:defRPr sz="17202" b="0" i="0">
                <a:solidFill>
                  <a:srgbClr val="373362"/>
                </a:solidFill>
                <a:latin typeface="Tahoma"/>
                <a:ea typeface="Tahoma"/>
                <a:cs typeface="Tahoma"/>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5A93BD1D-1E64-430B-9191-127E3ABE49D1}"/>
              </a:ext>
            </a:extLst>
          </p:cNvPr>
          <p:cNvSpPr>
            <a:spLocks xmlns:a="http://schemas.openxmlformats.org/drawingml/2006/main" noGrp="1"/>
          </p:cNvSpPr>
          <p:nvPr>
            <p:ph idx="2"/>
          </p:nvPr>
        </p:nvSpPr>
        <p:spPr>
          <a:xfrm xmlns:a="http://schemas.openxmlformats.org/drawingml/2006/main">
            <a:off x="1515037" y="9844870"/>
            <a:ext cx="13180782" cy="276999"/>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8E192FA5-1607-406D-A2E6-787FC399A6F5}"/>
              </a:ext>
            </a:extLst>
          </p:cNvPr>
          <p:cNvSpPr>
            <a:spLocks xmlns:a="http://schemas.openxmlformats.org/drawingml/2006/main" noGrp="1"/>
          </p:cNvSpPr>
          <p:nvPr>
            <p:ph idx="3"/>
          </p:nvPr>
        </p:nvSpPr>
        <p:spPr>
          <a:xfrm xmlns:a="http://schemas.openxmlformats.org/drawingml/2006/main">
            <a:off x="16153871" y="11536227"/>
            <a:ext cx="11270520" cy="615621"/>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sz="4000" b="1" i="0">
                <a:solidFill>
                  <a:schemeClr val="tx1"/>
                </a:solidFill>
                <a:latin typeface="Book Antiqua"/>
                <a:ea typeface="Book Antiqua"/>
                <a:cs typeface="Book Antiqua"/>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723F4882-0D01-4A77-82C2-BC2D592A57BA}"/>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6" name="Holder 6">
            <a:extLst xmlns:a="http://schemas.openxmlformats.org/drawingml/2006/main">
              <a:ext uri="{FF2B5EF4-FFF2-40B4-BE49-F238E27FC236}">
                <a16:creationId xmlns:a16="http://schemas.microsoft.com/office/drawing/2014/main" id="{58BA99A5-DBDF-4570-ACA9-9F392E2B12F8}"/>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7" name="Holder 7">
            <a:extLst xmlns:a="http://schemas.openxmlformats.org/drawingml/2006/main">
              <a:ext uri="{FF2B5EF4-FFF2-40B4-BE49-F238E27FC236}">
                <a16:creationId xmlns:a16="http://schemas.microsoft.com/office/drawing/2014/main" id="{B08E87B8-898C-4D19-B7A2-DFC092A1C7CC}"/>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sldLayout>
</file>

<file path=ppt/slideLayouts/slideLayout4.xml><?xml version="1.0" encoding="utf-8"?>
<p:sldLayout xmlns:p="http://schemas.openxmlformats.org/presentationml/2006/main" type="obj" preserve="1">
  <p:cSld name="Title Only">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CEF36C51-AFFF-4F25-964C-B1FCE3DFF721}"/>
              </a:ext>
            </a:extLst>
          </p:cNvPr>
          <p:cNvSpPr>
            <a:spLocks xmlns:a="http://schemas.openxmlformats.org/drawingml/2006/main" noGrp="1"/>
          </p:cNvSpPr>
          <p:nvPr>
            <p:ph type="title" idx="0"/>
          </p:nvPr>
        </p:nvSpPr>
        <p:spPr>
          <a:xfrm xmlns:a="http://schemas.openxmlformats.org/drawingml/2006/main">
            <a:off x="1332416" y="1330512"/>
            <a:ext cx="27635831" cy="2647200"/>
          </a:xfrm>
        </p:spPr>
        <p:txBody>
          <a:bodyPr xmlns:a="http://schemas.openxmlformats.org/drawingml/2006/main" lIns="0" tIns="0" rIns="0" bIns="0"/>
          <a:lstStyle xmlns:a="http://schemas.openxmlformats.org/drawingml/2006/main">
            <a:lvl1pPr>
              <a:buNone/>
              <a:defRPr sz="17202" b="0" i="0">
                <a:solidFill>
                  <a:srgbClr val="373362"/>
                </a:solidFill>
                <a:latin typeface="Tahoma"/>
                <a:ea typeface="Tahoma"/>
                <a:cs typeface="Tahoma"/>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5D06B33E-7CB0-48A0-BD43-497EF5E6AFE4}"/>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EC524AF8-4E72-4216-A5D1-3A5518666F4E}"/>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5" name="Holder 5">
            <a:extLst xmlns:a="http://schemas.openxmlformats.org/drawingml/2006/main">
              <a:ext uri="{FF2B5EF4-FFF2-40B4-BE49-F238E27FC236}">
                <a16:creationId xmlns:a16="http://schemas.microsoft.com/office/drawing/2014/main" id="{7DC2D0D1-5819-4E01-B36A-AAAB23B2A4C2}"/>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sldLayout>
</file>

<file path=ppt/slideLayouts/slideLayout5.xml><?xml version="1.0" encoding="utf-8"?>
<p:sldLayout xmlns:p="http://schemas.openxmlformats.org/presentationml/2006/main" type="obj" preserve="1">
  <p:cSld name="Blank">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FCCEA099-3361-478D-9FDB-D34627E4A186}"/>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3D4F5A11-CBF8-401B-AB2E-F0117BE356E6}"/>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4" name="Holder 4">
            <a:extLst xmlns:a="http://schemas.openxmlformats.org/drawingml/2006/main">
              <a:ext uri="{FF2B5EF4-FFF2-40B4-BE49-F238E27FC236}">
                <a16:creationId xmlns:a16="http://schemas.microsoft.com/office/drawing/2014/main" id="{6D41FCB3-0967-4DBD-B56D-A4647416FFA5}"/>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f7b00e78db4a4303" /><Relationship Type="http://schemas.openxmlformats.org/officeDocument/2006/relationships/theme" Target="/ppt/slideMasters/theme/theme2.xml" Id="R5dcd638a2d2a4fdb" /><Relationship Type="http://schemas.openxmlformats.org/officeDocument/2006/relationships/slideLayout" Target="/ppt/slideLayouts/slideLayout1.xml" Id="R4d723331a5144c63" /><Relationship Type="http://schemas.openxmlformats.org/officeDocument/2006/relationships/slideLayout" Target="/ppt/slideLayouts/slideLayout2.xml" Id="R78eced3a1fac433f" /><Relationship Type="http://schemas.openxmlformats.org/officeDocument/2006/relationships/slideLayout" Target="/ppt/slideLayouts/slideLayout3.xml" Id="R55ba64ad65954cdc" /><Relationship Type="http://schemas.openxmlformats.org/officeDocument/2006/relationships/slideLayout" Target="/ppt/slideLayouts/slideLayout4.xml" Id="R059d35c0809542fe" /><Relationship Type="http://schemas.openxmlformats.org/officeDocument/2006/relationships/slideLayout" Target="/ppt/slideLayouts/slideLayout5.xml" Id="Re96eca4c3816444d" /></Relationships>
</file>

<file path=ppt/slideMasters/slideMaster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pic>
        <p:nvPicPr>
          <p:cNvPr id="1" name="bg object 16"/>
          <p:cNvPicPr>
            <a:picLocks xmlns:a="http://schemas.openxmlformats.org/drawingml/2006/main" noChangeAspect="1"/>
          </p:cNvPicPr>
          <p:nvPr/>
        </p:nvPicPr>
        <p:blipFill>
          <a:blip xmlns:r="http://schemas.openxmlformats.org/officeDocument/2006/relationships" xmlns:a="http://schemas.openxmlformats.org/drawingml/2006/main" r:embed="Rf7b00e78db4a4303"/>
          <a:stretch xmlns:a="http://schemas.openxmlformats.org/drawingml/2006/main">
            <a:fillRect l="0" t="0" r="0" b="0"/>
          </a:stretch>
        </p:blipFill>
        <p:spPr>
          <a:xfrm xmlns:a="http://schemas.openxmlformats.org/drawingml/2006/main">
            <a:off x="0" y="881056"/>
            <a:ext cx="30300654" cy="41910001"/>
          </a:xfrm>
          <a:prstGeom xmlns:a="http://schemas.openxmlformats.org/drawingml/2006/main" prst="rect">
            <a:avLst/>
          </a:prstGeom>
        </p:spPr>
      </p:pic>
      <p:sp>
        <p:nvSpPr>
          <p:cNvPr id="17" name="bg object 17">
            <a:extLst xmlns:a="http://schemas.openxmlformats.org/drawingml/2006/main">
              <a:ext uri="{FF2B5EF4-FFF2-40B4-BE49-F238E27FC236}">
                <a16:creationId xmlns:a16="http://schemas.microsoft.com/office/drawing/2014/main" id="{96EC0D05-044A-4545-91CB-29257ADAB0AC}"/>
              </a:ext>
            </a:extLst>
          </p:cNvPr>
          <p:cNvSpPr>
            <a:spLocks xmlns:a="http://schemas.openxmlformats.org/drawingml/2006/main" noGrp="1"/>
          </p:cNvSpPr>
          <p:nvPr/>
        </p:nvSpPr>
        <p:spPr>
          <a:xfrm xmlns:a="http://schemas.openxmlformats.org/drawingml/2006/main">
            <a:off x="0" y="0"/>
            <a:ext cx="30300654" cy="42791112"/>
          </a:xfrm>
          <a:custGeom xmlns:a="http://schemas.openxmlformats.org/drawingml/2006/main">
            <a:rect l="l" t="t" r="r" b="b"/>
            <a:pathLst>
              <a:path w="7562850" h="10696575">
                <a:moveTo>
                  <a:pt x="507479" y="0"/>
                </a:moveTo>
                <a:lnTo>
                  <a:pt x="408584" y="0"/>
                </a:lnTo>
                <a:lnTo>
                  <a:pt x="0" y="408584"/>
                </a:lnTo>
                <a:lnTo>
                  <a:pt x="0" y="507479"/>
                </a:lnTo>
                <a:lnTo>
                  <a:pt x="507479" y="0"/>
                </a:lnTo>
                <a:close/>
              </a:path>
              <a:path w="7562850" h="10696575">
                <a:moveTo>
                  <a:pt x="537692" y="10696575"/>
                </a:moveTo>
                <a:lnTo>
                  <a:pt x="0" y="10158908"/>
                </a:lnTo>
                <a:lnTo>
                  <a:pt x="0" y="10257803"/>
                </a:lnTo>
                <a:lnTo>
                  <a:pt x="438759" y="10696575"/>
                </a:lnTo>
                <a:lnTo>
                  <a:pt x="537692" y="10696575"/>
                </a:lnTo>
                <a:close/>
              </a:path>
              <a:path w="7562850" h="10696575">
                <a:moveTo>
                  <a:pt x="1534642" y="757351"/>
                </a:moveTo>
                <a:lnTo>
                  <a:pt x="1435658" y="658418"/>
                </a:lnTo>
                <a:lnTo>
                  <a:pt x="1435658" y="757351"/>
                </a:lnTo>
                <a:lnTo>
                  <a:pt x="1294447" y="898575"/>
                </a:lnTo>
                <a:lnTo>
                  <a:pt x="1153236" y="757351"/>
                </a:lnTo>
                <a:lnTo>
                  <a:pt x="1294447" y="616140"/>
                </a:lnTo>
                <a:lnTo>
                  <a:pt x="1435658" y="757351"/>
                </a:lnTo>
                <a:lnTo>
                  <a:pt x="1435658" y="658418"/>
                </a:lnTo>
                <a:lnTo>
                  <a:pt x="1393367" y="616140"/>
                </a:lnTo>
                <a:lnTo>
                  <a:pt x="1294447" y="517258"/>
                </a:lnTo>
                <a:lnTo>
                  <a:pt x="1054341" y="757351"/>
                </a:lnTo>
                <a:lnTo>
                  <a:pt x="1294447" y="997458"/>
                </a:lnTo>
                <a:lnTo>
                  <a:pt x="1319187" y="972718"/>
                </a:lnTo>
                <a:lnTo>
                  <a:pt x="1534642" y="757351"/>
                </a:lnTo>
                <a:close/>
              </a:path>
              <a:path w="7562850" h="10696575">
                <a:moveTo>
                  <a:pt x="1570672" y="9945065"/>
                </a:moveTo>
                <a:lnTo>
                  <a:pt x="1471688" y="9846132"/>
                </a:lnTo>
                <a:lnTo>
                  <a:pt x="1471688" y="9945065"/>
                </a:lnTo>
                <a:lnTo>
                  <a:pt x="1330477" y="10086276"/>
                </a:lnTo>
                <a:lnTo>
                  <a:pt x="1189266" y="9945065"/>
                </a:lnTo>
                <a:lnTo>
                  <a:pt x="1330477" y="9803854"/>
                </a:lnTo>
                <a:lnTo>
                  <a:pt x="1471688" y="9945065"/>
                </a:lnTo>
                <a:lnTo>
                  <a:pt x="1471688" y="9846132"/>
                </a:lnTo>
                <a:lnTo>
                  <a:pt x="1429397" y="9803854"/>
                </a:lnTo>
                <a:lnTo>
                  <a:pt x="1330477" y="9704959"/>
                </a:lnTo>
                <a:lnTo>
                  <a:pt x="1090371" y="9945065"/>
                </a:lnTo>
                <a:lnTo>
                  <a:pt x="1330477" y="10185171"/>
                </a:lnTo>
                <a:lnTo>
                  <a:pt x="1355217" y="10160419"/>
                </a:lnTo>
                <a:lnTo>
                  <a:pt x="1570672" y="9945065"/>
                </a:lnTo>
                <a:close/>
              </a:path>
              <a:path w="7562850" h="10696575">
                <a:moveTo>
                  <a:pt x="1781644" y="757351"/>
                </a:moveTo>
                <a:lnTo>
                  <a:pt x="1682762" y="658495"/>
                </a:lnTo>
                <a:lnTo>
                  <a:pt x="1682762" y="757351"/>
                </a:lnTo>
                <a:lnTo>
                  <a:pt x="1294447" y="1145590"/>
                </a:lnTo>
                <a:lnTo>
                  <a:pt x="906221" y="757351"/>
                </a:lnTo>
                <a:lnTo>
                  <a:pt x="1294447" y="369138"/>
                </a:lnTo>
                <a:lnTo>
                  <a:pt x="1682762" y="757351"/>
                </a:lnTo>
                <a:lnTo>
                  <a:pt x="1682762" y="658495"/>
                </a:lnTo>
                <a:lnTo>
                  <a:pt x="1393355" y="369138"/>
                </a:lnTo>
                <a:lnTo>
                  <a:pt x="1294447" y="270243"/>
                </a:lnTo>
                <a:lnTo>
                  <a:pt x="807326" y="757351"/>
                </a:lnTo>
                <a:lnTo>
                  <a:pt x="1294447" y="1244561"/>
                </a:lnTo>
                <a:lnTo>
                  <a:pt x="1319187" y="1219822"/>
                </a:lnTo>
                <a:lnTo>
                  <a:pt x="1269695" y="1170330"/>
                </a:lnTo>
                <a:lnTo>
                  <a:pt x="1294536" y="1195070"/>
                </a:lnTo>
                <a:lnTo>
                  <a:pt x="1319187" y="1219822"/>
                </a:lnTo>
                <a:lnTo>
                  <a:pt x="1781644" y="757351"/>
                </a:lnTo>
                <a:close/>
              </a:path>
              <a:path w="7562850" h="10696575">
                <a:moveTo>
                  <a:pt x="1817674" y="9945065"/>
                </a:moveTo>
                <a:lnTo>
                  <a:pt x="1718792" y="9846208"/>
                </a:lnTo>
                <a:lnTo>
                  <a:pt x="1718792" y="9945065"/>
                </a:lnTo>
                <a:lnTo>
                  <a:pt x="1330477" y="10333291"/>
                </a:lnTo>
                <a:lnTo>
                  <a:pt x="942251" y="9945065"/>
                </a:lnTo>
                <a:lnTo>
                  <a:pt x="1330477" y="9556839"/>
                </a:lnTo>
                <a:lnTo>
                  <a:pt x="1718792" y="9945065"/>
                </a:lnTo>
                <a:lnTo>
                  <a:pt x="1718792" y="9846208"/>
                </a:lnTo>
                <a:lnTo>
                  <a:pt x="1429385" y="9556839"/>
                </a:lnTo>
                <a:lnTo>
                  <a:pt x="1330477" y="9457944"/>
                </a:lnTo>
                <a:lnTo>
                  <a:pt x="843356" y="9945065"/>
                </a:lnTo>
                <a:lnTo>
                  <a:pt x="1330477" y="10432275"/>
                </a:lnTo>
                <a:lnTo>
                  <a:pt x="1355217" y="10407523"/>
                </a:lnTo>
                <a:lnTo>
                  <a:pt x="1305725" y="10358031"/>
                </a:lnTo>
                <a:lnTo>
                  <a:pt x="1330566" y="10382783"/>
                </a:lnTo>
                <a:lnTo>
                  <a:pt x="1355217" y="10407523"/>
                </a:lnTo>
                <a:lnTo>
                  <a:pt x="1817674" y="9945065"/>
                </a:lnTo>
                <a:close/>
              </a:path>
              <a:path w="7562850" h="10696575">
                <a:moveTo>
                  <a:pt x="2037232" y="757351"/>
                </a:moveTo>
                <a:lnTo>
                  <a:pt x="1938248" y="658393"/>
                </a:lnTo>
                <a:lnTo>
                  <a:pt x="1938248" y="757351"/>
                </a:lnTo>
                <a:lnTo>
                  <a:pt x="1294447" y="1401165"/>
                </a:lnTo>
                <a:lnTo>
                  <a:pt x="650722" y="757351"/>
                </a:lnTo>
                <a:lnTo>
                  <a:pt x="1294447" y="113550"/>
                </a:lnTo>
                <a:lnTo>
                  <a:pt x="1938248" y="757351"/>
                </a:lnTo>
                <a:lnTo>
                  <a:pt x="1938248" y="658393"/>
                </a:lnTo>
                <a:lnTo>
                  <a:pt x="1393342" y="113550"/>
                </a:lnTo>
                <a:lnTo>
                  <a:pt x="1294447" y="14655"/>
                </a:lnTo>
                <a:lnTo>
                  <a:pt x="551738" y="757351"/>
                </a:lnTo>
                <a:lnTo>
                  <a:pt x="1294447" y="1500060"/>
                </a:lnTo>
                <a:lnTo>
                  <a:pt x="1319187" y="1475308"/>
                </a:lnTo>
                <a:lnTo>
                  <a:pt x="2037232" y="757351"/>
                </a:lnTo>
                <a:close/>
              </a:path>
              <a:path w="7562850" h="10696575">
                <a:moveTo>
                  <a:pt x="2073262" y="9945065"/>
                </a:moveTo>
                <a:lnTo>
                  <a:pt x="1974278" y="9846094"/>
                </a:lnTo>
                <a:lnTo>
                  <a:pt x="1974278" y="9945065"/>
                </a:lnTo>
                <a:lnTo>
                  <a:pt x="1330477" y="10588866"/>
                </a:lnTo>
                <a:lnTo>
                  <a:pt x="686752" y="9945065"/>
                </a:lnTo>
                <a:lnTo>
                  <a:pt x="1330477" y="9301264"/>
                </a:lnTo>
                <a:lnTo>
                  <a:pt x="1974278" y="9945065"/>
                </a:lnTo>
                <a:lnTo>
                  <a:pt x="1974278" y="9846094"/>
                </a:lnTo>
                <a:lnTo>
                  <a:pt x="1429385" y="9301264"/>
                </a:lnTo>
                <a:lnTo>
                  <a:pt x="1330477" y="9202369"/>
                </a:lnTo>
                <a:lnTo>
                  <a:pt x="587781" y="9945065"/>
                </a:lnTo>
                <a:lnTo>
                  <a:pt x="1330477" y="10687761"/>
                </a:lnTo>
                <a:lnTo>
                  <a:pt x="1355217" y="10663022"/>
                </a:lnTo>
                <a:lnTo>
                  <a:pt x="2073262" y="9945065"/>
                </a:lnTo>
                <a:close/>
              </a:path>
              <a:path w="7562850" h="10696575">
                <a:moveTo>
                  <a:pt x="4024084" y="757351"/>
                </a:moveTo>
                <a:lnTo>
                  <a:pt x="3925112" y="658418"/>
                </a:lnTo>
                <a:lnTo>
                  <a:pt x="3925112" y="757351"/>
                </a:lnTo>
                <a:lnTo>
                  <a:pt x="3783901" y="898575"/>
                </a:lnTo>
                <a:lnTo>
                  <a:pt x="3642677" y="757351"/>
                </a:lnTo>
                <a:lnTo>
                  <a:pt x="3783901" y="616140"/>
                </a:lnTo>
                <a:lnTo>
                  <a:pt x="3925112" y="757351"/>
                </a:lnTo>
                <a:lnTo>
                  <a:pt x="3925112" y="658418"/>
                </a:lnTo>
                <a:lnTo>
                  <a:pt x="3882821" y="616140"/>
                </a:lnTo>
                <a:lnTo>
                  <a:pt x="3783901" y="517258"/>
                </a:lnTo>
                <a:lnTo>
                  <a:pt x="3543795" y="757351"/>
                </a:lnTo>
                <a:lnTo>
                  <a:pt x="3783901" y="997458"/>
                </a:lnTo>
                <a:lnTo>
                  <a:pt x="3808641" y="972718"/>
                </a:lnTo>
                <a:lnTo>
                  <a:pt x="4024084" y="757351"/>
                </a:lnTo>
                <a:close/>
              </a:path>
              <a:path w="7562850" h="10696575">
                <a:moveTo>
                  <a:pt x="4052392" y="9945065"/>
                </a:moveTo>
                <a:lnTo>
                  <a:pt x="3953408" y="9846119"/>
                </a:lnTo>
                <a:lnTo>
                  <a:pt x="3953408" y="9945065"/>
                </a:lnTo>
                <a:lnTo>
                  <a:pt x="3812197" y="10086276"/>
                </a:lnTo>
                <a:lnTo>
                  <a:pt x="3670985" y="9945065"/>
                </a:lnTo>
                <a:lnTo>
                  <a:pt x="3812197" y="9803854"/>
                </a:lnTo>
                <a:lnTo>
                  <a:pt x="3953408" y="9945065"/>
                </a:lnTo>
                <a:lnTo>
                  <a:pt x="3953408" y="9846119"/>
                </a:lnTo>
                <a:lnTo>
                  <a:pt x="3911130" y="9803854"/>
                </a:lnTo>
                <a:lnTo>
                  <a:pt x="3812197" y="9704959"/>
                </a:lnTo>
                <a:lnTo>
                  <a:pt x="3572091" y="9945065"/>
                </a:lnTo>
                <a:lnTo>
                  <a:pt x="3812197" y="10185171"/>
                </a:lnTo>
                <a:lnTo>
                  <a:pt x="3836936" y="10160419"/>
                </a:lnTo>
                <a:lnTo>
                  <a:pt x="4052392" y="9945065"/>
                </a:lnTo>
                <a:close/>
              </a:path>
              <a:path w="7562850" h="10696575">
                <a:moveTo>
                  <a:pt x="4271099" y="757351"/>
                </a:moveTo>
                <a:lnTo>
                  <a:pt x="4172204" y="658482"/>
                </a:lnTo>
                <a:lnTo>
                  <a:pt x="4172204" y="757351"/>
                </a:lnTo>
                <a:lnTo>
                  <a:pt x="3783901" y="1145590"/>
                </a:lnTo>
                <a:lnTo>
                  <a:pt x="3395675" y="757351"/>
                </a:lnTo>
                <a:lnTo>
                  <a:pt x="3783901" y="369138"/>
                </a:lnTo>
                <a:lnTo>
                  <a:pt x="4172204" y="757351"/>
                </a:lnTo>
                <a:lnTo>
                  <a:pt x="4172204" y="658482"/>
                </a:lnTo>
                <a:lnTo>
                  <a:pt x="3882809" y="369138"/>
                </a:lnTo>
                <a:lnTo>
                  <a:pt x="3783901" y="270243"/>
                </a:lnTo>
                <a:lnTo>
                  <a:pt x="3296780" y="757351"/>
                </a:lnTo>
                <a:lnTo>
                  <a:pt x="3783901" y="1244561"/>
                </a:lnTo>
                <a:lnTo>
                  <a:pt x="3808641" y="1219822"/>
                </a:lnTo>
                <a:lnTo>
                  <a:pt x="3759149" y="1170330"/>
                </a:lnTo>
                <a:lnTo>
                  <a:pt x="3783977" y="1195070"/>
                </a:lnTo>
                <a:lnTo>
                  <a:pt x="3808641" y="1219822"/>
                </a:lnTo>
                <a:lnTo>
                  <a:pt x="4271099" y="757351"/>
                </a:lnTo>
                <a:close/>
              </a:path>
              <a:path w="7562850" h="10696575">
                <a:moveTo>
                  <a:pt x="4299407" y="9945065"/>
                </a:moveTo>
                <a:lnTo>
                  <a:pt x="4200512" y="9846196"/>
                </a:lnTo>
                <a:lnTo>
                  <a:pt x="4200512" y="9945065"/>
                </a:lnTo>
                <a:lnTo>
                  <a:pt x="3812197" y="10333291"/>
                </a:lnTo>
                <a:lnTo>
                  <a:pt x="3423970" y="9945065"/>
                </a:lnTo>
                <a:lnTo>
                  <a:pt x="3812197" y="9556839"/>
                </a:lnTo>
                <a:lnTo>
                  <a:pt x="4200512" y="9945065"/>
                </a:lnTo>
                <a:lnTo>
                  <a:pt x="4200512" y="9846196"/>
                </a:lnTo>
                <a:lnTo>
                  <a:pt x="3911104" y="9556839"/>
                </a:lnTo>
                <a:lnTo>
                  <a:pt x="3812197" y="9457944"/>
                </a:lnTo>
                <a:lnTo>
                  <a:pt x="3325076" y="9945065"/>
                </a:lnTo>
                <a:lnTo>
                  <a:pt x="3812197" y="10432275"/>
                </a:lnTo>
                <a:lnTo>
                  <a:pt x="3836936" y="10407523"/>
                </a:lnTo>
                <a:lnTo>
                  <a:pt x="3787457" y="10358031"/>
                </a:lnTo>
                <a:lnTo>
                  <a:pt x="3812286" y="10382783"/>
                </a:lnTo>
                <a:lnTo>
                  <a:pt x="3836936" y="10407523"/>
                </a:lnTo>
                <a:lnTo>
                  <a:pt x="4299407" y="9945065"/>
                </a:lnTo>
                <a:close/>
              </a:path>
              <a:path w="7562850" h="10696575">
                <a:moveTo>
                  <a:pt x="4526686" y="757351"/>
                </a:moveTo>
                <a:lnTo>
                  <a:pt x="4427702" y="658393"/>
                </a:lnTo>
                <a:lnTo>
                  <a:pt x="4427702" y="757351"/>
                </a:lnTo>
                <a:lnTo>
                  <a:pt x="3783901" y="1401165"/>
                </a:lnTo>
                <a:lnTo>
                  <a:pt x="3140176" y="757351"/>
                </a:lnTo>
                <a:lnTo>
                  <a:pt x="3783901" y="113550"/>
                </a:lnTo>
                <a:lnTo>
                  <a:pt x="4427702" y="757351"/>
                </a:lnTo>
                <a:lnTo>
                  <a:pt x="4427702" y="658393"/>
                </a:lnTo>
                <a:lnTo>
                  <a:pt x="3882796" y="113550"/>
                </a:lnTo>
                <a:lnTo>
                  <a:pt x="3783901" y="14655"/>
                </a:lnTo>
                <a:lnTo>
                  <a:pt x="3041192" y="757351"/>
                </a:lnTo>
                <a:lnTo>
                  <a:pt x="3783901" y="1500060"/>
                </a:lnTo>
                <a:lnTo>
                  <a:pt x="3808641" y="1475308"/>
                </a:lnTo>
                <a:lnTo>
                  <a:pt x="4526686" y="757351"/>
                </a:lnTo>
                <a:close/>
              </a:path>
              <a:path w="7562850" h="10696575">
                <a:moveTo>
                  <a:pt x="4554982" y="9945065"/>
                </a:moveTo>
                <a:lnTo>
                  <a:pt x="4455998" y="9846094"/>
                </a:lnTo>
                <a:lnTo>
                  <a:pt x="4455998" y="9945065"/>
                </a:lnTo>
                <a:lnTo>
                  <a:pt x="3812197" y="10588866"/>
                </a:lnTo>
                <a:lnTo>
                  <a:pt x="3168472" y="9945065"/>
                </a:lnTo>
                <a:lnTo>
                  <a:pt x="3812197" y="9301264"/>
                </a:lnTo>
                <a:lnTo>
                  <a:pt x="4455998" y="9945065"/>
                </a:lnTo>
                <a:lnTo>
                  <a:pt x="4455998" y="9846094"/>
                </a:lnTo>
                <a:lnTo>
                  <a:pt x="3911104" y="9301264"/>
                </a:lnTo>
                <a:lnTo>
                  <a:pt x="3812197" y="9202369"/>
                </a:lnTo>
                <a:lnTo>
                  <a:pt x="3069501" y="9945065"/>
                </a:lnTo>
                <a:lnTo>
                  <a:pt x="3812197" y="10687761"/>
                </a:lnTo>
                <a:lnTo>
                  <a:pt x="3836936" y="10663022"/>
                </a:lnTo>
                <a:lnTo>
                  <a:pt x="4554982" y="9945065"/>
                </a:lnTo>
                <a:close/>
              </a:path>
              <a:path w="7562850" h="10696575">
                <a:moveTo>
                  <a:pt x="6497523" y="757351"/>
                </a:moveTo>
                <a:lnTo>
                  <a:pt x="6398539" y="658418"/>
                </a:lnTo>
                <a:lnTo>
                  <a:pt x="6398539" y="757351"/>
                </a:lnTo>
                <a:lnTo>
                  <a:pt x="6257328" y="898575"/>
                </a:lnTo>
                <a:lnTo>
                  <a:pt x="6116117" y="757351"/>
                </a:lnTo>
                <a:lnTo>
                  <a:pt x="6257328" y="616140"/>
                </a:lnTo>
                <a:lnTo>
                  <a:pt x="6398539" y="757351"/>
                </a:lnTo>
                <a:lnTo>
                  <a:pt x="6398539" y="658418"/>
                </a:lnTo>
                <a:lnTo>
                  <a:pt x="6356248" y="616140"/>
                </a:lnTo>
                <a:lnTo>
                  <a:pt x="6257328" y="517258"/>
                </a:lnTo>
                <a:lnTo>
                  <a:pt x="6017222" y="757351"/>
                </a:lnTo>
                <a:lnTo>
                  <a:pt x="6257328" y="997458"/>
                </a:lnTo>
                <a:lnTo>
                  <a:pt x="6282067" y="972718"/>
                </a:lnTo>
                <a:lnTo>
                  <a:pt x="6497523" y="757351"/>
                </a:lnTo>
                <a:close/>
              </a:path>
              <a:path w="7562850" h="10696575">
                <a:moveTo>
                  <a:pt x="6744525" y="757351"/>
                </a:moveTo>
                <a:lnTo>
                  <a:pt x="6645643" y="658495"/>
                </a:lnTo>
                <a:lnTo>
                  <a:pt x="6645643" y="757351"/>
                </a:lnTo>
                <a:lnTo>
                  <a:pt x="6257328" y="1145590"/>
                </a:lnTo>
                <a:lnTo>
                  <a:pt x="5869102" y="757351"/>
                </a:lnTo>
                <a:lnTo>
                  <a:pt x="6257328" y="369138"/>
                </a:lnTo>
                <a:lnTo>
                  <a:pt x="6645643" y="757351"/>
                </a:lnTo>
                <a:lnTo>
                  <a:pt x="6645643" y="658495"/>
                </a:lnTo>
                <a:lnTo>
                  <a:pt x="6356236" y="369138"/>
                </a:lnTo>
                <a:lnTo>
                  <a:pt x="6257328" y="270243"/>
                </a:lnTo>
                <a:lnTo>
                  <a:pt x="5770207" y="757351"/>
                </a:lnTo>
                <a:lnTo>
                  <a:pt x="6257328" y="1244561"/>
                </a:lnTo>
                <a:lnTo>
                  <a:pt x="6282067" y="1219822"/>
                </a:lnTo>
                <a:lnTo>
                  <a:pt x="6232576" y="1170330"/>
                </a:lnTo>
                <a:lnTo>
                  <a:pt x="6257417" y="1195070"/>
                </a:lnTo>
                <a:lnTo>
                  <a:pt x="6282067" y="1219822"/>
                </a:lnTo>
                <a:lnTo>
                  <a:pt x="6744525" y="757351"/>
                </a:lnTo>
                <a:close/>
              </a:path>
              <a:path w="7562850" h="10696575">
                <a:moveTo>
                  <a:pt x="7000113" y="757351"/>
                </a:moveTo>
                <a:lnTo>
                  <a:pt x="6901129" y="658393"/>
                </a:lnTo>
                <a:lnTo>
                  <a:pt x="6901129" y="757351"/>
                </a:lnTo>
                <a:lnTo>
                  <a:pt x="6257328" y="1401165"/>
                </a:lnTo>
                <a:lnTo>
                  <a:pt x="5613603" y="757351"/>
                </a:lnTo>
                <a:lnTo>
                  <a:pt x="6257328" y="113550"/>
                </a:lnTo>
                <a:lnTo>
                  <a:pt x="6901129" y="757351"/>
                </a:lnTo>
                <a:lnTo>
                  <a:pt x="6901129" y="658393"/>
                </a:lnTo>
                <a:lnTo>
                  <a:pt x="6356223" y="113550"/>
                </a:lnTo>
                <a:lnTo>
                  <a:pt x="6257328" y="14655"/>
                </a:lnTo>
                <a:lnTo>
                  <a:pt x="5514619" y="757351"/>
                </a:lnTo>
                <a:lnTo>
                  <a:pt x="6257328" y="1500060"/>
                </a:lnTo>
                <a:lnTo>
                  <a:pt x="6282067" y="1475308"/>
                </a:lnTo>
                <a:lnTo>
                  <a:pt x="7000113" y="757351"/>
                </a:lnTo>
                <a:close/>
              </a:path>
              <a:path w="7562850" h="10696575">
                <a:moveTo>
                  <a:pt x="7036143" y="9945065"/>
                </a:moveTo>
                <a:lnTo>
                  <a:pt x="6937159" y="9846094"/>
                </a:lnTo>
                <a:lnTo>
                  <a:pt x="6937159" y="9945065"/>
                </a:lnTo>
                <a:lnTo>
                  <a:pt x="6293358" y="10588866"/>
                </a:lnTo>
                <a:lnTo>
                  <a:pt x="5649633" y="9945065"/>
                </a:lnTo>
                <a:lnTo>
                  <a:pt x="6293358" y="9301264"/>
                </a:lnTo>
                <a:lnTo>
                  <a:pt x="6937159" y="9945065"/>
                </a:lnTo>
                <a:lnTo>
                  <a:pt x="6937159" y="9846094"/>
                </a:lnTo>
                <a:lnTo>
                  <a:pt x="6392265" y="9301264"/>
                </a:lnTo>
                <a:lnTo>
                  <a:pt x="6293358" y="9202369"/>
                </a:lnTo>
                <a:lnTo>
                  <a:pt x="5550662" y="9945065"/>
                </a:lnTo>
                <a:lnTo>
                  <a:pt x="6293358" y="10687761"/>
                </a:lnTo>
                <a:lnTo>
                  <a:pt x="6318097" y="10663022"/>
                </a:lnTo>
                <a:lnTo>
                  <a:pt x="7036143" y="9945065"/>
                </a:lnTo>
                <a:close/>
              </a:path>
              <a:path w="7562850" h="10696575">
                <a:moveTo>
                  <a:pt x="7562850" y="10219817"/>
                </a:moveTo>
                <a:lnTo>
                  <a:pt x="7086092" y="10696575"/>
                </a:lnTo>
                <a:lnTo>
                  <a:pt x="7185076" y="10696575"/>
                </a:lnTo>
                <a:lnTo>
                  <a:pt x="7562850" y="10318801"/>
                </a:lnTo>
                <a:lnTo>
                  <a:pt x="7562850" y="10219817"/>
                </a:lnTo>
                <a:close/>
              </a:path>
              <a:path w="7562850" h="10696575">
                <a:moveTo>
                  <a:pt x="7562850" y="9571330"/>
                </a:moveTo>
                <a:lnTo>
                  <a:pt x="6392253" y="8400732"/>
                </a:lnTo>
                <a:lnTo>
                  <a:pt x="6293358" y="8301837"/>
                </a:lnTo>
                <a:lnTo>
                  <a:pt x="5052771" y="9542424"/>
                </a:lnTo>
                <a:lnTo>
                  <a:pt x="5003292" y="9492945"/>
                </a:lnTo>
                <a:lnTo>
                  <a:pt x="5003292" y="9591904"/>
                </a:lnTo>
                <a:lnTo>
                  <a:pt x="4890173" y="9705022"/>
                </a:lnTo>
                <a:lnTo>
                  <a:pt x="4840694" y="9655556"/>
                </a:lnTo>
                <a:lnTo>
                  <a:pt x="4840694" y="9754502"/>
                </a:lnTo>
                <a:lnTo>
                  <a:pt x="4741405" y="9853790"/>
                </a:lnTo>
                <a:lnTo>
                  <a:pt x="3911092" y="9023464"/>
                </a:lnTo>
                <a:lnTo>
                  <a:pt x="3812197" y="8924569"/>
                </a:lnTo>
                <a:lnTo>
                  <a:pt x="2882696" y="9854070"/>
                </a:lnTo>
                <a:lnTo>
                  <a:pt x="2833205" y="9804578"/>
                </a:lnTo>
                <a:lnTo>
                  <a:pt x="2833205" y="9903562"/>
                </a:lnTo>
                <a:lnTo>
                  <a:pt x="2791701" y="9945065"/>
                </a:lnTo>
                <a:lnTo>
                  <a:pt x="2833205" y="9986581"/>
                </a:lnTo>
                <a:lnTo>
                  <a:pt x="2733916" y="10085870"/>
                </a:lnTo>
                <a:lnTo>
                  <a:pt x="2684437" y="10036391"/>
                </a:lnTo>
                <a:lnTo>
                  <a:pt x="2684437" y="10135349"/>
                </a:lnTo>
                <a:lnTo>
                  <a:pt x="2571292" y="10248494"/>
                </a:lnTo>
                <a:lnTo>
                  <a:pt x="2458174" y="10135387"/>
                </a:lnTo>
                <a:lnTo>
                  <a:pt x="2571331" y="10022256"/>
                </a:lnTo>
                <a:lnTo>
                  <a:pt x="2684437" y="10135349"/>
                </a:lnTo>
                <a:lnTo>
                  <a:pt x="2684437" y="10036391"/>
                </a:lnTo>
                <a:lnTo>
                  <a:pt x="2620822" y="9972764"/>
                </a:lnTo>
                <a:lnTo>
                  <a:pt x="2648521" y="9945065"/>
                </a:lnTo>
                <a:lnTo>
                  <a:pt x="2620822" y="9917379"/>
                </a:lnTo>
                <a:lnTo>
                  <a:pt x="2733929" y="9804273"/>
                </a:lnTo>
                <a:lnTo>
                  <a:pt x="2833205" y="9903562"/>
                </a:lnTo>
                <a:lnTo>
                  <a:pt x="2833205" y="9804578"/>
                </a:lnTo>
                <a:lnTo>
                  <a:pt x="2783421" y="9754781"/>
                </a:lnTo>
                <a:lnTo>
                  <a:pt x="3812197" y="8726005"/>
                </a:lnTo>
                <a:lnTo>
                  <a:pt x="4840694" y="9754502"/>
                </a:lnTo>
                <a:lnTo>
                  <a:pt x="4840694" y="9655556"/>
                </a:lnTo>
                <a:lnTo>
                  <a:pt x="3911092" y="8726005"/>
                </a:lnTo>
                <a:lnTo>
                  <a:pt x="3812197" y="8627110"/>
                </a:lnTo>
                <a:lnTo>
                  <a:pt x="2733929" y="9705302"/>
                </a:lnTo>
                <a:lnTo>
                  <a:pt x="2684437" y="9655810"/>
                </a:lnTo>
                <a:lnTo>
                  <a:pt x="2684437" y="9754794"/>
                </a:lnTo>
                <a:lnTo>
                  <a:pt x="2571331" y="9867887"/>
                </a:lnTo>
                <a:lnTo>
                  <a:pt x="2521839" y="9818408"/>
                </a:lnTo>
                <a:lnTo>
                  <a:pt x="2521839" y="9917379"/>
                </a:lnTo>
                <a:lnTo>
                  <a:pt x="2494153" y="9945065"/>
                </a:lnTo>
                <a:lnTo>
                  <a:pt x="2521839" y="9972764"/>
                </a:lnTo>
                <a:lnTo>
                  <a:pt x="2408694" y="10085908"/>
                </a:lnTo>
                <a:lnTo>
                  <a:pt x="2309406" y="9986620"/>
                </a:lnTo>
                <a:lnTo>
                  <a:pt x="2350960" y="9945065"/>
                </a:lnTo>
                <a:lnTo>
                  <a:pt x="2309406" y="9903523"/>
                </a:lnTo>
                <a:lnTo>
                  <a:pt x="2408694" y="9804235"/>
                </a:lnTo>
                <a:lnTo>
                  <a:pt x="2521839" y="9917379"/>
                </a:lnTo>
                <a:lnTo>
                  <a:pt x="2521839" y="9818408"/>
                </a:lnTo>
                <a:lnTo>
                  <a:pt x="2458174" y="9754756"/>
                </a:lnTo>
                <a:lnTo>
                  <a:pt x="2571292" y="9641637"/>
                </a:lnTo>
                <a:lnTo>
                  <a:pt x="2684437" y="9754794"/>
                </a:lnTo>
                <a:lnTo>
                  <a:pt x="2684437" y="9655810"/>
                </a:lnTo>
                <a:lnTo>
                  <a:pt x="2620784" y="9592145"/>
                </a:lnTo>
                <a:lnTo>
                  <a:pt x="3812197" y="8400732"/>
                </a:lnTo>
                <a:lnTo>
                  <a:pt x="5003292" y="9591904"/>
                </a:lnTo>
                <a:lnTo>
                  <a:pt x="5003292" y="9492945"/>
                </a:lnTo>
                <a:lnTo>
                  <a:pt x="3911092" y="8400732"/>
                </a:lnTo>
                <a:lnTo>
                  <a:pt x="3812197" y="8301837"/>
                </a:lnTo>
                <a:lnTo>
                  <a:pt x="2571331" y="9542704"/>
                </a:lnTo>
                <a:lnTo>
                  <a:pt x="1429372" y="8400732"/>
                </a:lnTo>
                <a:lnTo>
                  <a:pt x="1330477" y="8301837"/>
                </a:lnTo>
                <a:lnTo>
                  <a:pt x="0" y="9632315"/>
                </a:lnTo>
                <a:lnTo>
                  <a:pt x="0" y="9731210"/>
                </a:lnTo>
                <a:lnTo>
                  <a:pt x="1330477" y="8400732"/>
                </a:lnTo>
                <a:lnTo>
                  <a:pt x="2521851" y="9592183"/>
                </a:lnTo>
                <a:lnTo>
                  <a:pt x="2408732" y="9705302"/>
                </a:lnTo>
                <a:lnTo>
                  <a:pt x="1429372" y="8726005"/>
                </a:lnTo>
                <a:lnTo>
                  <a:pt x="1330477" y="8627110"/>
                </a:lnTo>
                <a:lnTo>
                  <a:pt x="12433" y="9945065"/>
                </a:lnTo>
                <a:lnTo>
                  <a:pt x="763981" y="10696575"/>
                </a:lnTo>
                <a:lnTo>
                  <a:pt x="862914" y="10696575"/>
                </a:lnTo>
                <a:lnTo>
                  <a:pt x="111417" y="9945065"/>
                </a:lnTo>
                <a:lnTo>
                  <a:pt x="1330477" y="8726005"/>
                </a:lnTo>
                <a:lnTo>
                  <a:pt x="2359253" y="9754781"/>
                </a:lnTo>
                <a:lnTo>
                  <a:pt x="2259965" y="9854070"/>
                </a:lnTo>
                <a:lnTo>
                  <a:pt x="1429372" y="9023464"/>
                </a:lnTo>
                <a:lnTo>
                  <a:pt x="1330477" y="8924569"/>
                </a:lnTo>
                <a:lnTo>
                  <a:pt x="309981" y="9945065"/>
                </a:lnTo>
                <a:lnTo>
                  <a:pt x="1061491" y="10696575"/>
                </a:lnTo>
                <a:lnTo>
                  <a:pt x="1160449" y="10696575"/>
                </a:lnTo>
                <a:lnTo>
                  <a:pt x="408876" y="9945065"/>
                </a:lnTo>
                <a:lnTo>
                  <a:pt x="1330477" y="9023464"/>
                </a:lnTo>
                <a:lnTo>
                  <a:pt x="2210524" y="9903511"/>
                </a:lnTo>
                <a:lnTo>
                  <a:pt x="2168969" y="9945065"/>
                </a:lnTo>
                <a:lnTo>
                  <a:pt x="2210511" y="9986632"/>
                </a:lnTo>
                <a:lnTo>
                  <a:pt x="1500492" y="10696575"/>
                </a:lnTo>
                <a:lnTo>
                  <a:pt x="1599463" y="10696575"/>
                </a:lnTo>
                <a:lnTo>
                  <a:pt x="2259952" y="10036073"/>
                </a:lnTo>
                <a:lnTo>
                  <a:pt x="2359241" y="10135362"/>
                </a:lnTo>
                <a:lnTo>
                  <a:pt x="1798027" y="10696575"/>
                </a:lnTo>
                <a:lnTo>
                  <a:pt x="1896960" y="10696575"/>
                </a:lnTo>
                <a:lnTo>
                  <a:pt x="2408732" y="10184841"/>
                </a:lnTo>
                <a:lnTo>
                  <a:pt x="2521839" y="10297947"/>
                </a:lnTo>
                <a:lnTo>
                  <a:pt x="2123211" y="10696575"/>
                </a:lnTo>
                <a:lnTo>
                  <a:pt x="2222195" y="10696575"/>
                </a:lnTo>
                <a:lnTo>
                  <a:pt x="2571331" y="10347439"/>
                </a:lnTo>
                <a:lnTo>
                  <a:pt x="2920479" y="10696575"/>
                </a:lnTo>
                <a:lnTo>
                  <a:pt x="3019412" y="10696575"/>
                </a:lnTo>
                <a:lnTo>
                  <a:pt x="2620784" y="10297985"/>
                </a:lnTo>
                <a:lnTo>
                  <a:pt x="2733929" y="10184841"/>
                </a:lnTo>
                <a:lnTo>
                  <a:pt x="3245713" y="10696575"/>
                </a:lnTo>
                <a:lnTo>
                  <a:pt x="3344634" y="10696575"/>
                </a:lnTo>
                <a:lnTo>
                  <a:pt x="2783408" y="10135362"/>
                </a:lnTo>
                <a:lnTo>
                  <a:pt x="2882696" y="10036073"/>
                </a:lnTo>
                <a:lnTo>
                  <a:pt x="3543211" y="10696575"/>
                </a:lnTo>
                <a:lnTo>
                  <a:pt x="3642169" y="10696575"/>
                </a:lnTo>
                <a:lnTo>
                  <a:pt x="2932150" y="9986620"/>
                </a:lnTo>
                <a:lnTo>
                  <a:pt x="2973705" y="9945065"/>
                </a:lnTo>
                <a:lnTo>
                  <a:pt x="2932150" y="9903511"/>
                </a:lnTo>
                <a:lnTo>
                  <a:pt x="3812197" y="9023464"/>
                </a:lnTo>
                <a:lnTo>
                  <a:pt x="4691964" y="9903231"/>
                </a:lnTo>
                <a:lnTo>
                  <a:pt x="4650130" y="9945065"/>
                </a:lnTo>
                <a:lnTo>
                  <a:pt x="4691951" y="9986899"/>
                </a:lnTo>
                <a:lnTo>
                  <a:pt x="3982224" y="10696575"/>
                </a:lnTo>
                <a:lnTo>
                  <a:pt x="4081183" y="10696575"/>
                </a:lnTo>
                <a:lnTo>
                  <a:pt x="4741405" y="10036353"/>
                </a:lnTo>
                <a:lnTo>
                  <a:pt x="4840694" y="10135641"/>
                </a:lnTo>
                <a:lnTo>
                  <a:pt x="4279760" y="10696575"/>
                </a:lnTo>
                <a:lnTo>
                  <a:pt x="4378680" y="10696575"/>
                </a:lnTo>
                <a:lnTo>
                  <a:pt x="4890173" y="10185121"/>
                </a:lnTo>
                <a:lnTo>
                  <a:pt x="5003279" y="10298227"/>
                </a:lnTo>
                <a:lnTo>
                  <a:pt x="4604944" y="10696575"/>
                </a:lnTo>
                <a:lnTo>
                  <a:pt x="4703915" y="10696575"/>
                </a:lnTo>
                <a:lnTo>
                  <a:pt x="5052771" y="10347719"/>
                </a:lnTo>
                <a:lnTo>
                  <a:pt x="5401640" y="10696575"/>
                </a:lnTo>
                <a:lnTo>
                  <a:pt x="5500573" y="10696575"/>
                </a:lnTo>
                <a:lnTo>
                  <a:pt x="5102225" y="10298265"/>
                </a:lnTo>
                <a:lnTo>
                  <a:pt x="5215369" y="10185121"/>
                </a:lnTo>
                <a:lnTo>
                  <a:pt x="5726862" y="10696575"/>
                </a:lnTo>
                <a:lnTo>
                  <a:pt x="5825795" y="10696575"/>
                </a:lnTo>
                <a:lnTo>
                  <a:pt x="5264848" y="10135641"/>
                </a:lnTo>
                <a:lnTo>
                  <a:pt x="5364137" y="10036353"/>
                </a:lnTo>
                <a:lnTo>
                  <a:pt x="6024372" y="10696575"/>
                </a:lnTo>
                <a:lnTo>
                  <a:pt x="6123330" y="10696575"/>
                </a:lnTo>
                <a:lnTo>
                  <a:pt x="5413591" y="9986899"/>
                </a:lnTo>
                <a:lnTo>
                  <a:pt x="5455424" y="9945065"/>
                </a:lnTo>
                <a:lnTo>
                  <a:pt x="5413591" y="9903231"/>
                </a:lnTo>
                <a:lnTo>
                  <a:pt x="6293358" y="9023464"/>
                </a:lnTo>
                <a:lnTo>
                  <a:pt x="7214959" y="9945065"/>
                </a:lnTo>
                <a:lnTo>
                  <a:pt x="6463385" y="10696575"/>
                </a:lnTo>
                <a:lnTo>
                  <a:pt x="6562344" y="10696575"/>
                </a:lnTo>
                <a:lnTo>
                  <a:pt x="7313841" y="9945065"/>
                </a:lnTo>
                <a:lnTo>
                  <a:pt x="6392253" y="9023464"/>
                </a:lnTo>
                <a:lnTo>
                  <a:pt x="6293358" y="8924569"/>
                </a:lnTo>
                <a:lnTo>
                  <a:pt x="5364137" y="9853790"/>
                </a:lnTo>
                <a:lnTo>
                  <a:pt x="5314645" y="9804298"/>
                </a:lnTo>
                <a:lnTo>
                  <a:pt x="5314645" y="9903282"/>
                </a:lnTo>
                <a:lnTo>
                  <a:pt x="5272862" y="9945065"/>
                </a:lnTo>
                <a:lnTo>
                  <a:pt x="5314645" y="9986861"/>
                </a:lnTo>
                <a:lnTo>
                  <a:pt x="5215356" y="10086149"/>
                </a:lnTo>
                <a:lnTo>
                  <a:pt x="5165877" y="10036670"/>
                </a:lnTo>
                <a:lnTo>
                  <a:pt x="5165877" y="10135629"/>
                </a:lnTo>
                <a:lnTo>
                  <a:pt x="5052733" y="10248773"/>
                </a:lnTo>
                <a:lnTo>
                  <a:pt x="4939627" y="10135667"/>
                </a:lnTo>
                <a:lnTo>
                  <a:pt x="5052771" y="10022535"/>
                </a:lnTo>
                <a:lnTo>
                  <a:pt x="5165877" y="10135629"/>
                </a:lnTo>
                <a:lnTo>
                  <a:pt x="5165877" y="10036670"/>
                </a:lnTo>
                <a:lnTo>
                  <a:pt x="5102263" y="9973043"/>
                </a:lnTo>
                <a:lnTo>
                  <a:pt x="5130241" y="9945065"/>
                </a:lnTo>
                <a:lnTo>
                  <a:pt x="5102263" y="9917100"/>
                </a:lnTo>
                <a:lnTo>
                  <a:pt x="5215369" y="9803994"/>
                </a:lnTo>
                <a:lnTo>
                  <a:pt x="5314645" y="9903282"/>
                </a:lnTo>
                <a:lnTo>
                  <a:pt x="5314645" y="9804298"/>
                </a:lnTo>
                <a:lnTo>
                  <a:pt x="5264861" y="9754502"/>
                </a:lnTo>
                <a:lnTo>
                  <a:pt x="6293358" y="8726005"/>
                </a:lnTo>
                <a:lnTo>
                  <a:pt x="7512418" y="9945065"/>
                </a:lnTo>
                <a:lnTo>
                  <a:pt x="6760908" y="10696575"/>
                </a:lnTo>
                <a:lnTo>
                  <a:pt x="6859841" y="10696575"/>
                </a:lnTo>
                <a:lnTo>
                  <a:pt x="7562850" y="9993617"/>
                </a:lnTo>
                <a:lnTo>
                  <a:pt x="7562850" y="9896513"/>
                </a:lnTo>
                <a:lnTo>
                  <a:pt x="6392253" y="8726005"/>
                </a:lnTo>
                <a:lnTo>
                  <a:pt x="6293358" y="8627110"/>
                </a:lnTo>
                <a:lnTo>
                  <a:pt x="5215369" y="9705022"/>
                </a:lnTo>
                <a:lnTo>
                  <a:pt x="5165877" y="9655531"/>
                </a:lnTo>
                <a:lnTo>
                  <a:pt x="5165877" y="9754514"/>
                </a:lnTo>
                <a:lnTo>
                  <a:pt x="5052771" y="9867621"/>
                </a:lnTo>
                <a:lnTo>
                  <a:pt x="5003279" y="9818141"/>
                </a:lnTo>
                <a:lnTo>
                  <a:pt x="5003279" y="9917100"/>
                </a:lnTo>
                <a:lnTo>
                  <a:pt x="4975314" y="9945065"/>
                </a:lnTo>
                <a:lnTo>
                  <a:pt x="5003279" y="9973043"/>
                </a:lnTo>
                <a:lnTo>
                  <a:pt x="4890135" y="10086188"/>
                </a:lnTo>
                <a:lnTo>
                  <a:pt x="4790859" y="9986899"/>
                </a:lnTo>
                <a:lnTo>
                  <a:pt x="4832693" y="9945065"/>
                </a:lnTo>
                <a:lnTo>
                  <a:pt x="4790859" y="9903231"/>
                </a:lnTo>
                <a:lnTo>
                  <a:pt x="4890135" y="9803955"/>
                </a:lnTo>
                <a:lnTo>
                  <a:pt x="5003279" y="9917100"/>
                </a:lnTo>
                <a:lnTo>
                  <a:pt x="5003279" y="9818141"/>
                </a:lnTo>
                <a:lnTo>
                  <a:pt x="4939614" y="9754476"/>
                </a:lnTo>
                <a:lnTo>
                  <a:pt x="5052733" y="9641357"/>
                </a:lnTo>
                <a:lnTo>
                  <a:pt x="5165877" y="9754514"/>
                </a:lnTo>
                <a:lnTo>
                  <a:pt x="5165877" y="9655531"/>
                </a:lnTo>
                <a:lnTo>
                  <a:pt x="5102225" y="9591865"/>
                </a:lnTo>
                <a:lnTo>
                  <a:pt x="6293358" y="8400732"/>
                </a:lnTo>
                <a:lnTo>
                  <a:pt x="7562850" y="9670288"/>
                </a:lnTo>
                <a:lnTo>
                  <a:pt x="7562850" y="9571330"/>
                </a:lnTo>
                <a:close/>
              </a:path>
              <a:path w="7562850" h="10696575">
                <a:moveTo>
                  <a:pt x="7562850" y="744829"/>
                </a:moveTo>
                <a:lnTo>
                  <a:pt x="6817957" y="0"/>
                </a:lnTo>
                <a:lnTo>
                  <a:pt x="6719024" y="0"/>
                </a:lnTo>
                <a:lnTo>
                  <a:pt x="7476388" y="757351"/>
                </a:lnTo>
                <a:lnTo>
                  <a:pt x="6257328" y="1976424"/>
                </a:lnTo>
                <a:lnTo>
                  <a:pt x="5232679" y="951788"/>
                </a:lnTo>
                <a:lnTo>
                  <a:pt x="5331968" y="852500"/>
                </a:lnTo>
                <a:lnTo>
                  <a:pt x="6257328" y="1777847"/>
                </a:lnTo>
                <a:lnTo>
                  <a:pt x="6282067" y="1753108"/>
                </a:lnTo>
                <a:lnTo>
                  <a:pt x="6232576" y="1703616"/>
                </a:lnTo>
                <a:lnTo>
                  <a:pt x="6257417" y="1728355"/>
                </a:lnTo>
                <a:lnTo>
                  <a:pt x="6282067" y="1753108"/>
                </a:lnTo>
                <a:lnTo>
                  <a:pt x="7277811" y="757351"/>
                </a:lnTo>
                <a:lnTo>
                  <a:pt x="6520447" y="0"/>
                </a:lnTo>
                <a:lnTo>
                  <a:pt x="6421564" y="0"/>
                </a:lnTo>
                <a:lnTo>
                  <a:pt x="7178916" y="757351"/>
                </a:lnTo>
                <a:lnTo>
                  <a:pt x="6257328" y="1678863"/>
                </a:lnTo>
                <a:lnTo>
                  <a:pt x="5381422" y="803046"/>
                </a:lnTo>
                <a:lnTo>
                  <a:pt x="5427116" y="757351"/>
                </a:lnTo>
                <a:lnTo>
                  <a:pt x="5381422" y="711669"/>
                </a:lnTo>
                <a:lnTo>
                  <a:pt x="6093091" y="0"/>
                </a:lnTo>
                <a:lnTo>
                  <a:pt x="5994197" y="0"/>
                </a:lnTo>
                <a:lnTo>
                  <a:pt x="5331968" y="662216"/>
                </a:lnTo>
                <a:lnTo>
                  <a:pt x="5282489" y="612736"/>
                </a:lnTo>
                <a:lnTo>
                  <a:pt x="5282489" y="711695"/>
                </a:lnTo>
                <a:lnTo>
                  <a:pt x="5236832" y="757351"/>
                </a:lnTo>
                <a:lnTo>
                  <a:pt x="5282489" y="803021"/>
                </a:lnTo>
                <a:lnTo>
                  <a:pt x="5183200" y="902296"/>
                </a:lnTo>
                <a:lnTo>
                  <a:pt x="5133721" y="852817"/>
                </a:lnTo>
                <a:lnTo>
                  <a:pt x="5133721" y="951788"/>
                </a:lnTo>
                <a:lnTo>
                  <a:pt x="5020576" y="1064933"/>
                </a:lnTo>
                <a:lnTo>
                  <a:pt x="4971123" y="1015492"/>
                </a:lnTo>
                <a:lnTo>
                  <a:pt x="4971123" y="1114386"/>
                </a:lnTo>
                <a:lnTo>
                  <a:pt x="3783901" y="2301608"/>
                </a:lnTo>
                <a:lnTo>
                  <a:pt x="2588628" y="1106398"/>
                </a:lnTo>
                <a:lnTo>
                  <a:pt x="2701772" y="993254"/>
                </a:lnTo>
                <a:lnTo>
                  <a:pt x="3783901" y="2075307"/>
                </a:lnTo>
                <a:lnTo>
                  <a:pt x="3808641" y="2050567"/>
                </a:lnTo>
                <a:lnTo>
                  <a:pt x="4858004" y="1001268"/>
                </a:lnTo>
                <a:lnTo>
                  <a:pt x="4971123" y="1114386"/>
                </a:lnTo>
                <a:lnTo>
                  <a:pt x="4971123" y="1015492"/>
                </a:lnTo>
                <a:lnTo>
                  <a:pt x="4907458" y="951826"/>
                </a:lnTo>
                <a:lnTo>
                  <a:pt x="5020602" y="838682"/>
                </a:lnTo>
                <a:lnTo>
                  <a:pt x="5133721" y="951788"/>
                </a:lnTo>
                <a:lnTo>
                  <a:pt x="5133721" y="852817"/>
                </a:lnTo>
                <a:lnTo>
                  <a:pt x="5070094" y="789190"/>
                </a:lnTo>
                <a:lnTo>
                  <a:pt x="5101933" y="757351"/>
                </a:lnTo>
                <a:lnTo>
                  <a:pt x="5070094" y="725525"/>
                </a:lnTo>
                <a:lnTo>
                  <a:pt x="5183200" y="612419"/>
                </a:lnTo>
                <a:lnTo>
                  <a:pt x="5282489" y="711695"/>
                </a:lnTo>
                <a:lnTo>
                  <a:pt x="5282489" y="612736"/>
                </a:lnTo>
                <a:lnTo>
                  <a:pt x="5232692" y="562927"/>
                </a:lnTo>
                <a:lnTo>
                  <a:pt x="5795619" y="0"/>
                </a:lnTo>
                <a:lnTo>
                  <a:pt x="5696699" y="0"/>
                </a:lnTo>
                <a:lnTo>
                  <a:pt x="5183200" y="513448"/>
                </a:lnTo>
                <a:lnTo>
                  <a:pt x="5133721" y="463969"/>
                </a:lnTo>
                <a:lnTo>
                  <a:pt x="5133721" y="562927"/>
                </a:lnTo>
                <a:lnTo>
                  <a:pt x="5020602" y="676033"/>
                </a:lnTo>
                <a:lnTo>
                  <a:pt x="4971123" y="626567"/>
                </a:lnTo>
                <a:lnTo>
                  <a:pt x="4971123" y="725525"/>
                </a:lnTo>
                <a:lnTo>
                  <a:pt x="4939284" y="757351"/>
                </a:lnTo>
                <a:lnTo>
                  <a:pt x="4971123" y="789203"/>
                </a:lnTo>
                <a:lnTo>
                  <a:pt x="4857978" y="902347"/>
                </a:lnTo>
                <a:lnTo>
                  <a:pt x="4808525" y="852906"/>
                </a:lnTo>
                <a:lnTo>
                  <a:pt x="4808525" y="951788"/>
                </a:lnTo>
                <a:lnTo>
                  <a:pt x="3783901" y="1976424"/>
                </a:lnTo>
                <a:lnTo>
                  <a:pt x="2751251" y="943775"/>
                </a:lnTo>
                <a:lnTo>
                  <a:pt x="2850540" y="844486"/>
                </a:lnTo>
                <a:lnTo>
                  <a:pt x="3783901" y="1777847"/>
                </a:lnTo>
                <a:lnTo>
                  <a:pt x="3808641" y="1753108"/>
                </a:lnTo>
                <a:lnTo>
                  <a:pt x="3759149" y="1703616"/>
                </a:lnTo>
                <a:lnTo>
                  <a:pt x="3783977" y="1728355"/>
                </a:lnTo>
                <a:lnTo>
                  <a:pt x="3808641" y="1753108"/>
                </a:lnTo>
                <a:lnTo>
                  <a:pt x="4709236" y="852500"/>
                </a:lnTo>
                <a:lnTo>
                  <a:pt x="4808525" y="951788"/>
                </a:lnTo>
                <a:lnTo>
                  <a:pt x="4808525" y="852906"/>
                </a:lnTo>
                <a:lnTo>
                  <a:pt x="4758677" y="803059"/>
                </a:lnTo>
                <a:lnTo>
                  <a:pt x="4804384" y="757351"/>
                </a:lnTo>
                <a:lnTo>
                  <a:pt x="4758690" y="711669"/>
                </a:lnTo>
                <a:lnTo>
                  <a:pt x="4857978" y="612381"/>
                </a:lnTo>
                <a:lnTo>
                  <a:pt x="4971123" y="725525"/>
                </a:lnTo>
                <a:lnTo>
                  <a:pt x="4971123" y="626567"/>
                </a:lnTo>
                <a:lnTo>
                  <a:pt x="4907458" y="562902"/>
                </a:lnTo>
                <a:lnTo>
                  <a:pt x="5020576" y="449783"/>
                </a:lnTo>
                <a:lnTo>
                  <a:pt x="5133721" y="562927"/>
                </a:lnTo>
                <a:lnTo>
                  <a:pt x="5133721" y="463969"/>
                </a:lnTo>
                <a:lnTo>
                  <a:pt x="5070056" y="400304"/>
                </a:lnTo>
                <a:lnTo>
                  <a:pt x="5470360" y="0"/>
                </a:lnTo>
                <a:lnTo>
                  <a:pt x="5371465" y="0"/>
                </a:lnTo>
                <a:lnTo>
                  <a:pt x="5020602" y="350850"/>
                </a:lnTo>
                <a:lnTo>
                  <a:pt x="4669764" y="0"/>
                </a:lnTo>
                <a:lnTo>
                  <a:pt x="4570819" y="0"/>
                </a:lnTo>
                <a:lnTo>
                  <a:pt x="4971123" y="400329"/>
                </a:lnTo>
                <a:lnTo>
                  <a:pt x="4858004" y="513448"/>
                </a:lnTo>
                <a:lnTo>
                  <a:pt x="4344530" y="0"/>
                </a:lnTo>
                <a:lnTo>
                  <a:pt x="4245597" y="0"/>
                </a:lnTo>
                <a:lnTo>
                  <a:pt x="4808525" y="562927"/>
                </a:lnTo>
                <a:lnTo>
                  <a:pt x="4709236" y="662216"/>
                </a:lnTo>
                <a:lnTo>
                  <a:pt x="4047020" y="0"/>
                </a:lnTo>
                <a:lnTo>
                  <a:pt x="3948125" y="0"/>
                </a:lnTo>
                <a:lnTo>
                  <a:pt x="4659782" y="711669"/>
                </a:lnTo>
                <a:lnTo>
                  <a:pt x="4614100" y="757351"/>
                </a:lnTo>
                <a:lnTo>
                  <a:pt x="4659782" y="803046"/>
                </a:lnTo>
                <a:lnTo>
                  <a:pt x="3783901" y="1678863"/>
                </a:lnTo>
                <a:lnTo>
                  <a:pt x="2899981" y="795045"/>
                </a:lnTo>
                <a:lnTo>
                  <a:pt x="2937675" y="757351"/>
                </a:lnTo>
                <a:lnTo>
                  <a:pt x="2899981" y="719670"/>
                </a:lnTo>
                <a:lnTo>
                  <a:pt x="3619665" y="0"/>
                </a:lnTo>
                <a:lnTo>
                  <a:pt x="3520770" y="0"/>
                </a:lnTo>
                <a:lnTo>
                  <a:pt x="2850540" y="670229"/>
                </a:lnTo>
                <a:lnTo>
                  <a:pt x="2801048" y="620737"/>
                </a:lnTo>
                <a:lnTo>
                  <a:pt x="2801048" y="719709"/>
                </a:lnTo>
                <a:lnTo>
                  <a:pt x="2763405" y="757351"/>
                </a:lnTo>
                <a:lnTo>
                  <a:pt x="2801048" y="795007"/>
                </a:lnTo>
                <a:lnTo>
                  <a:pt x="2701760" y="894295"/>
                </a:lnTo>
                <a:lnTo>
                  <a:pt x="2652280" y="844816"/>
                </a:lnTo>
                <a:lnTo>
                  <a:pt x="2652280" y="943775"/>
                </a:lnTo>
                <a:lnTo>
                  <a:pt x="2539136" y="1056919"/>
                </a:lnTo>
                <a:lnTo>
                  <a:pt x="2426017" y="943813"/>
                </a:lnTo>
                <a:lnTo>
                  <a:pt x="2539161" y="830668"/>
                </a:lnTo>
                <a:lnTo>
                  <a:pt x="2652280" y="943775"/>
                </a:lnTo>
                <a:lnTo>
                  <a:pt x="2652280" y="844816"/>
                </a:lnTo>
                <a:lnTo>
                  <a:pt x="2588653" y="781189"/>
                </a:lnTo>
                <a:lnTo>
                  <a:pt x="2612491" y="757351"/>
                </a:lnTo>
                <a:lnTo>
                  <a:pt x="2588653" y="733526"/>
                </a:lnTo>
                <a:lnTo>
                  <a:pt x="2701760" y="620420"/>
                </a:lnTo>
                <a:lnTo>
                  <a:pt x="2801048" y="719709"/>
                </a:lnTo>
                <a:lnTo>
                  <a:pt x="2801048" y="620737"/>
                </a:lnTo>
                <a:lnTo>
                  <a:pt x="2751251" y="570941"/>
                </a:lnTo>
                <a:lnTo>
                  <a:pt x="3322193" y="0"/>
                </a:lnTo>
                <a:lnTo>
                  <a:pt x="3223272" y="0"/>
                </a:lnTo>
                <a:lnTo>
                  <a:pt x="2701772" y="521462"/>
                </a:lnTo>
                <a:lnTo>
                  <a:pt x="2652280" y="471970"/>
                </a:lnTo>
                <a:lnTo>
                  <a:pt x="2652280" y="570941"/>
                </a:lnTo>
                <a:lnTo>
                  <a:pt x="2539161" y="684047"/>
                </a:lnTo>
                <a:lnTo>
                  <a:pt x="2489682" y="634568"/>
                </a:lnTo>
                <a:lnTo>
                  <a:pt x="2489682" y="733539"/>
                </a:lnTo>
                <a:lnTo>
                  <a:pt x="2465857" y="757351"/>
                </a:lnTo>
                <a:lnTo>
                  <a:pt x="2489682" y="781189"/>
                </a:lnTo>
                <a:lnTo>
                  <a:pt x="2376538" y="894334"/>
                </a:lnTo>
                <a:lnTo>
                  <a:pt x="2277237" y="795045"/>
                </a:lnTo>
                <a:lnTo>
                  <a:pt x="2314930" y="757351"/>
                </a:lnTo>
                <a:lnTo>
                  <a:pt x="2277237" y="719683"/>
                </a:lnTo>
                <a:lnTo>
                  <a:pt x="2376525" y="620395"/>
                </a:lnTo>
                <a:lnTo>
                  <a:pt x="2489682" y="733539"/>
                </a:lnTo>
                <a:lnTo>
                  <a:pt x="2489682" y="634568"/>
                </a:lnTo>
                <a:lnTo>
                  <a:pt x="2426017" y="570903"/>
                </a:lnTo>
                <a:lnTo>
                  <a:pt x="2539123" y="457796"/>
                </a:lnTo>
                <a:lnTo>
                  <a:pt x="2652280" y="570941"/>
                </a:lnTo>
                <a:lnTo>
                  <a:pt x="2652280" y="471970"/>
                </a:lnTo>
                <a:lnTo>
                  <a:pt x="2588615" y="408305"/>
                </a:lnTo>
                <a:lnTo>
                  <a:pt x="2996920" y="0"/>
                </a:lnTo>
                <a:lnTo>
                  <a:pt x="2898038" y="0"/>
                </a:lnTo>
                <a:lnTo>
                  <a:pt x="2539174" y="358863"/>
                </a:lnTo>
                <a:lnTo>
                  <a:pt x="2180310" y="0"/>
                </a:lnTo>
                <a:lnTo>
                  <a:pt x="2081364" y="0"/>
                </a:lnTo>
                <a:lnTo>
                  <a:pt x="2489682" y="408343"/>
                </a:lnTo>
                <a:lnTo>
                  <a:pt x="2376563" y="521462"/>
                </a:lnTo>
                <a:lnTo>
                  <a:pt x="1855076" y="0"/>
                </a:lnTo>
                <a:lnTo>
                  <a:pt x="1756143" y="0"/>
                </a:lnTo>
                <a:lnTo>
                  <a:pt x="2327084" y="570941"/>
                </a:lnTo>
                <a:lnTo>
                  <a:pt x="2227796" y="670229"/>
                </a:lnTo>
                <a:lnTo>
                  <a:pt x="1557566" y="0"/>
                </a:lnTo>
                <a:lnTo>
                  <a:pt x="1458683" y="0"/>
                </a:lnTo>
                <a:lnTo>
                  <a:pt x="2178354" y="719670"/>
                </a:lnTo>
                <a:lnTo>
                  <a:pt x="2140674" y="757351"/>
                </a:lnTo>
                <a:lnTo>
                  <a:pt x="2178354" y="795045"/>
                </a:lnTo>
                <a:lnTo>
                  <a:pt x="1294447" y="1678863"/>
                </a:lnTo>
                <a:lnTo>
                  <a:pt x="372846" y="757351"/>
                </a:lnTo>
                <a:lnTo>
                  <a:pt x="1130211" y="0"/>
                </a:lnTo>
                <a:lnTo>
                  <a:pt x="1031316" y="0"/>
                </a:lnTo>
                <a:lnTo>
                  <a:pt x="273951" y="757351"/>
                </a:lnTo>
                <a:lnTo>
                  <a:pt x="1294447" y="1777847"/>
                </a:lnTo>
                <a:lnTo>
                  <a:pt x="1319187" y="1753108"/>
                </a:lnTo>
                <a:lnTo>
                  <a:pt x="1269695" y="1703616"/>
                </a:lnTo>
                <a:lnTo>
                  <a:pt x="1294536" y="1728355"/>
                </a:lnTo>
                <a:lnTo>
                  <a:pt x="1319187" y="1753108"/>
                </a:lnTo>
                <a:lnTo>
                  <a:pt x="2227796" y="844486"/>
                </a:lnTo>
                <a:lnTo>
                  <a:pt x="2327084" y="943775"/>
                </a:lnTo>
                <a:lnTo>
                  <a:pt x="1294447" y="1976424"/>
                </a:lnTo>
                <a:lnTo>
                  <a:pt x="75387" y="757351"/>
                </a:lnTo>
                <a:lnTo>
                  <a:pt x="832739" y="0"/>
                </a:lnTo>
                <a:lnTo>
                  <a:pt x="733818" y="0"/>
                </a:lnTo>
                <a:lnTo>
                  <a:pt x="0" y="733767"/>
                </a:lnTo>
                <a:lnTo>
                  <a:pt x="0" y="780948"/>
                </a:lnTo>
                <a:lnTo>
                  <a:pt x="1294447" y="2075307"/>
                </a:lnTo>
                <a:lnTo>
                  <a:pt x="1319187" y="2050567"/>
                </a:lnTo>
                <a:lnTo>
                  <a:pt x="2376563" y="993267"/>
                </a:lnTo>
                <a:lnTo>
                  <a:pt x="2489682" y="1106373"/>
                </a:lnTo>
                <a:lnTo>
                  <a:pt x="1294447" y="2301608"/>
                </a:lnTo>
                <a:lnTo>
                  <a:pt x="0" y="1007224"/>
                </a:lnTo>
                <a:lnTo>
                  <a:pt x="0" y="1106131"/>
                </a:lnTo>
                <a:lnTo>
                  <a:pt x="1294447" y="2400579"/>
                </a:lnTo>
                <a:lnTo>
                  <a:pt x="1319187" y="2375839"/>
                </a:lnTo>
                <a:lnTo>
                  <a:pt x="2539174" y="1155852"/>
                </a:lnTo>
                <a:lnTo>
                  <a:pt x="3783901" y="2400579"/>
                </a:lnTo>
                <a:lnTo>
                  <a:pt x="3808641" y="2375839"/>
                </a:lnTo>
                <a:lnTo>
                  <a:pt x="5020602" y="1163866"/>
                </a:lnTo>
                <a:lnTo>
                  <a:pt x="6257328" y="2400579"/>
                </a:lnTo>
                <a:lnTo>
                  <a:pt x="6282067" y="2375839"/>
                </a:lnTo>
                <a:lnTo>
                  <a:pt x="7562850" y="1095057"/>
                </a:lnTo>
                <a:lnTo>
                  <a:pt x="7562850" y="996086"/>
                </a:lnTo>
                <a:lnTo>
                  <a:pt x="6257328" y="2301608"/>
                </a:lnTo>
                <a:lnTo>
                  <a:pt x="5070056" y="1114412"/>
                </a:lnTo>
                <a:lnTo>
                  <a:pt x="5183200" y="1001268"/>
                </a:lnTo>
                <a:lnTo>
                  <a:pt x="6257328" y="2075307"/>
                </a:lnTo>
                <a:lnTo>
                  <a:pt x="6282067" y="2050567"/>
                </a:lnTo>
                <a:lnTo>
                  <a:pt x="7562850" y="769874"/>
                </a:lnTo>
                <a:lnTo>
                  <a:pt x="7562850" y="744829"/>
                </a:lnTo>
                <a:close/>
              </a:path>
              <a:path w="7562850" h="10696575">
                <a:moveTo>
                  <a:pt x="7562850" y="419646"/>
                </a:moveTo>
                <a:lnTo>
                  <a:pt x="7143191" y="0"/>
                </a:lnTo>
                <a:lnTo>
                  <a:pt x="7044245" y="0"/>
                </a:lnTo>
                <a:lnTo>
                  <a:pt x="7562850" y="518617"/>
                </a:lnTo>
                <a:lnTo>
                  <a:pt x="7562850" y="419646"/>
                </a:lnTo>
                <a:close/>
              </a:path>
            </a:pathLst>
          </a:custGeom>
          <a:solidFill xmlns:a="http://schemas.openxmlformats.org/drawingml/2006/main">
            <a:srgbClr val="373362"/>
          </a:solidFill>
        </p:spPr>
        <p:txBody>
          <a:bodyPr xmlns:a="http://schemas.openxmlformats.org/drawingml/2006/main" wrap="square" lIns="0" tIns="0" rIns="0" bIns="0"/>
          <a:lstStyle xmlns:a="http://schemas.openxmlformats.org/drawingml/2006/main"/>
          <a:p xmlns:a="http://schemas.openxmlformats.org/drawingml/2006/main"/>
        </p:txBody>
      </p:sp>
      <p:sp>
        <p:nvSpPr>
          <p:cNvPr id="18" name="bg object 18">
            <a:extLst xmlns:a="http://schemas.openxmlformats.org/drawingml/2006/main">
              <a:ext uri="{FF2B5EF4-FFF2-40B4-BE49-F238E27FC236}">
                <a16:creationId xmlns:a16="http://schemas.microsoft.com/office/drawing/2014/main" id="{7D781E56-AB8D-4920-BEFA-B654A5BBF24C}"/>
              </a:ext>
            </a:extLst>
          </p:cNvPr>
          <p:cNvSpPr>
            <a:spLocks xmlns:a="http://schemas.openxmlformats.org/drawingml/2006/main" noGrp="1"/>
          </p:cNvSpPr>
          <p:nvPr/>
        </p:nvSpPr>
        <p:spPr>
          <a:xfrm xmlns:a="http://schemas.openxmlformats.org/drawingml/2006/main">
            <a:off x="0" y="294481"/>
            <a:ext cx="30300654" cy="42214800"/>
          </a:xfrm>
          <a:custGeom xmlns:a="http://schemas.openxmlformats.org/drawingml/2006/main">
            <a:rect l="l" t="t" r="r" b="b"/>
            <a:pathLst>
              <a:path w="7562850" h="10191115">
                <a:moveTo>
                  <a:pt x="7562850" y="10190774"/>
                </a:moveTo>
                <a:lnTo>
                  <a:pt x="0" y="10190774"/>
                </a:lnTo>
                <a:lnTo>
                  <a:pt x="0" y="0"/>
                </a:lnTo>
                <a:lnTo>
                  <a:pt x="7562850" y="0"/>
                </a:lnTo>
                <a:lnTo>
                  <a:pt x="7562850" y="10190774"/>
                </a:lnTo>
                <a:close/>
              </a:path>
            </a:pathLst>
          </a:custGeom>
          <a:solidFill xmlns:a="http://schemas.openxmlformats.org/drawingml/2006/main">
            <a:srgbClr val="FFFFFF"/>
          </a:solidFill>
        </p:spPr>
        <p:txBody>
          <a:bodyPr xmlns:a="http://schemas.openxmlformats.org/drawingml/2006/main" wrap="square" lIns="0" tIns="0" rIns="0" bIns="0"/>
          <a:lstStyle xmlns:a="http://schemas.openxmlformats.org/drawingml/2006/main"/>
          <a:p xmlns:a="http://schemas.openxmlformats.org/drawingml/2006/main"/>
        </p:txBody>
      </p:sp>
      <p:sp>
        <p:nvSpPr>
          <p:cNvPr id="2" name="Holder 2">
            <a:extLst xmlns:a="http://schemas.openxmlformats.org/drawingml/2006/main">
              <a:ext uri="{FF2B5EF4-FFF2-40B4-BE49-F238E27FC236}">
                <a16:creationId xmlns:a16="http://schemas.microsoft.com/office/drawing/2014/main" id="{66481A61-817C-4D23-8F54-4F0CA6818F9A}"/>
              </a:ext>
            </a:extLst>
          </p:cNvPr>
          <p:cNvSpPr>
            <a:spLocks xmlns:a="http://schemas.openxmlformats.org/drawingml/2006/main" noGrp="1"/>
          </p:cNvSpPr>
          <p:nvPr>
            <p:ph type="title" idx="0"/>
          </p:nvPr>
        </p:nvSpPr>
        <p:spPr>
          <a:xfrm xmlns:a="http://schemas.openxmlformats.org/drawingml/2006/main">
            <a:off x="1332416" y="1330512"/>
            <a:ext cx="27635831" cy="66172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sz="4300" b="0" i="0">
                <a:solidFill>
                  <a:srgbClr val="373362"/>
                </a:solidFill>
                <a:latin typeface="Tahoma"/>
                <a:ea typeface="Tahoma"/>
                <a:cs typeface="Tahoma"/>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A8DA4E9E-E7DD-4812-9C67-BB8D7ACF272F}"/>
              </a:ext>
            </a:extLst>
          </p:cNvPr>
          <p:cNvSpPr>
            <a:spLocks xmlns:a="http://schemas.openxmlformats.org/drawingml/2006/main" noGrp="1"/>
          </p:cNvSpPr>
          <p:nvPr>
            <p:ph type="body" idx="1"/>
          </p:nvPr>
        </p:nvSpPr>
        <p:spPr>
          <a:xfrm xmlns:a="http://schemas.openxmlformats.org/drawingml/2006/main">
            <a:off x="1515037" y="9844870"/>
            <a:ext cx="27270589" cy="276999"/>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5D86D43A-8AE8-4AAB-8FF1-D06C06A4B9D7}"/>
              </a:ext>
            </a:extLst>
          </p:cNvPr>
          <p:cNvSpPr>
            <a:spLocks xmlns:a="http://schemas.openxmlformats.org/drawingml/2006/main" noGrp="1"/>
          </p:cNvSpPr>
          <p:nvPr>
            <p:ph type="ftr" idx="5"/>
          </p:nvPr>
        </p:nvSpPr>
        <p:spPr>
          <a:xfrm xmlns:a="http://schemas.openxmlformats.org/drawingml/2006/main">
            <a:off x="10302223" y="39807506"/>
            <a:ext cx="9696209" cy="1108763"/>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lgn="ctr">
              <a:buNone/>
              <a:defRPr>
                <a:solidFill>
                  <a:schemeClr val="tx1">
                    <a:tint val="75000"/>
                  </a:schemeClr>
                </a:solidFill>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3BB78B4B-A837-40FD-88FC-15D834E60D2B}"/>
              </a:ext>
            </a:extLst>
          </p:cNvPr>
          <p:cNvSpPr>
            <a:spLocks xmlns:a="http://schemas.openxmlformats.org/drawingml/2006/main" noGrp="1"/>
          </p:cNvSpPr>
          <p:nvPr>
            <p:ph type="dt" idx="6"/>
          </p:nvPr>
        </p:nvSpPr>
        <p:spPr>
          <a:xfrm xmlns:a="http://schemas.openxmlformats.org/drawingml/2006/main">
            <a:off x="1515037" y="39807506"/>
            <a:ext cx="6969148" cy="1108763"/>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6" name="Holder 6">
            <a:extLst xmlns:a="http://schemas.openxmlformats.org/drawingml/2006/main">
              <a:ext uri="{FF2B5EF4-FFF2-40B4-BE49-F238E27FC236}">
                <a16:creationId xmlns:a16="http://schemas.microsoft.com/office/drawing/2014/main" id="{1ADA1F0A-5847-41D6-BCEF-4A1C33FFB89C}"/>
              </a:ext>
            </a:extLst>
          </p:cNvPr>
          <p:cNvSpPr>
            <a:spLocks xmlns:a="http://schemas.openxmlformats.org/drawingml/2006/main" noGrp="1"/>
          </p:cNvSpPr>
          <p:nvPr>
            <p:ph type="sldNum" idx="7"/>
          </p:nvPr>
        </p:nvSpPr>
        <p:spPr>
          <a:xfrm xmlns:a="http://schemas.openxmlformats.org/drawingml/2006/main">
            <a:off x="21816473" y="39807506"/>
            <a:ext cx="6969148" cy="1108763"/>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723331a5144c63"/>
    <p:sldLayoutId xmlns:r="http://schemas.openxmlformats.org/officeDocument/2006/relationships" id="2147483650" r:id="R78eced3a1fac433f"/>
    <p:sldLayoutId xmlns:r="http://schemas.openxmlformats.org/officeDocument/2006/relationships" id="2147483651" r:id="R55ba64ad65954cdc"/>
    <p:sldLayoutId xmlns:r="http://schemas.openxmlformats.org/officeDocument/2006/relationships" id="2147483652" r:id="R059d35c0809542fe"/>
    <p:sldLayoutId xmlns:r="http://schemas.openxmlformats.org/officeDocument/2006/relationships" id="2147483653" r:id="Re96eca4c3816444d"/>
  </p:sldLayoutIdLst>
  <p:txStyles>
    <p:titleStyle>
      <a:lvl1pPr xmlns:a="http://schemas.openxmlformats.org/drawingml/2006/main">
        <a:buNone/>
        <a:defRPr>
          <a:latin typeface="+mj-lt"/>
          <a:ea typeface="+mj-lt"/>
          <a:cs typeface="+mj-lt"/>
        </a:defRPr>
      </a:lvl1pPr>
    </p:titleStyle>
    <p:bodyStyle>
      <a:lvl1pPr xmlns:a="http://schemas.openxmlformats.org/drawingml/2006/main" marL="0">
        <a:buNone/>
        <a:defRPr>
          <a:latin typeface="+mn-lt"/>
          <a:ea typeface="+mn-lt"/>
          <a:cs typeface="+mn-lt"/>
        </a:defRPr>
      </a:lvl1pPr>
      <a:lvl2pPr xmlns:a="http://schemas.openxmlformats.org/drawingml/2006/main" marL="1828983">
        <a:buNone/>
        <a:defRPr>
          <a:latin typeface="+mn-lt"/>
          <a:ea typeface="+mn-lt"/>
          <a:cs typeface="+mn-lt"/>
        </a:defRPr>
      </a:lvl2pPr>
      <a:lvl3pPr xmlns:a="http://schemas.openxmlformats.org/drawingml/2006/main" marL="3657966">
        <a:buNone/>
        <a:defRPr>
          <a:latin typeface="+mn-lt"/>
          <a:ea typeface="+mn-lt"/>
          <a:cs typeface="+mn-lt"/>
        </a:defRPr>
      </a:lvl3pPr>
      <a:lvl4pPr xmlns:a="http://schemas.openxmlformats.org/drawingml/2006/main" marL="5486949">
        <a:buNone/>
        <a:defRPr>
          <a:latin typeface="+mn-lt"/>
          <a:ea typeface="+mn-lt"/>
          <a:cs typeface="+mn-lt"/>
        </a:defRPr>
      </a:lvl4pPr>
      <a:lvl5pPr xmlns:a="http://schemas.openxmlformats.org/drawingml/2006/main" marL="7315932">
        <a:buNone/>
        <a:defRPr>
          <a:latin typeface="+mn-lt"/>
          <a:ea typeface="+mn-lt"/>
          <a:cs typeface="+mn-lt"/>
        </a:defRPr>
      </a:lvl5pPr>
      <a:lvl6pPr xmlns:a="http://schemas.openxmlformats.org/drawingml/2006/main" marL="9144914">
        <a:buNone/>
        <a:defRPr>
          <a:latin typeface="+mn-lt"/>
          <a:ea typeface="+mn-lt"/>
          <a:cs typeface="+mn-lt"/>
        </a:defRPr>
      </a:lvl6pPr>
      <a:lvl7pPr xmlns:a="http://schemas.openxmlformats.org/drawingml/2006/main" marL="10973897">
        <a:buNone/>
        <a:defRPr>
          <a:latin typeface="+mn-lt"/>
          <a:ea typeface="+mn-lt"/>
          <a:cs typeface="+mn-lt"/>
        </a:defRPr>
      </a:lvl7pPr>
      <a:lvl8pPr xmlns:a="http://schemas.openxmlformats.org/drawingml/2006/main" marL="12802880">
        <a:buNone/>
        <a:defRPr>
          <a:latin typeface="+mn-lt"/>
          <a:ea typeface="+mn-lt"/>
          <a:cs typeface="+mn-lt"/>
        </a:defRPr>
      </a:lvl8pPr>
      <a:lvl9pPr xmlns:a="http://schemas.openxmlformats.org/drawingml/2006/main" marL="14631863">
        <a:buNone/>
        <a:defRPr>
          <a:latin typeface="+mn-lt"/>
          <a:ea typeface="+mn-lt"/>
          <a:cs typeface="+mn-lt"/>
        </a:defRPr>
      </a:lvl9pPr>
    </p:bodyStyle>
    <p:otherStyle>
      <a:lvl1pPr xmlns:a="http://schemas.openxmlformats.org/drawingml/2006/main" marL="0">
        <a:buNone/>
        <a:defRPr>
          <a:latin typeface="+mn-lt"/>
          <a:ea typeface="+mn-lt"/>
          <a:cs typeface="+mn-lt"/>
        </a:defRPr>
      </a:lvl1pPr>
      <a:lvl2pPr xmlns:a="http://schemas.openxmlformats.org/drawingml/2006/main" marL="1828983">
        <a:buNone/>
        <a:defRPr>
          <a:latin typeface="+mn-lt"/>
          <a:ea typeface="+mn-lt"/>
          <a:cs typeface="+mn-lt"/>
        </a:defRPr>
      </a:lvl2pPr>
      <a:lvl3pPr xmlns:a="http://schemas.openxmlformats.org/drawingml/2006/main" marL="3657966">
        <a:buNone/>
        <a:defRPr>
          <a:latin typeface="+mn-lt"/>
          <a:ea typeface="+mn-lt"/>
          <a:cs typeface="+mn-lt"/>
        </a:defRPr>
      </a:lvl3pPr>
      <a:lvl4pPr xmlns:a="http://schemas.openxmlformats.org/drawingml/2006/main" marL="5486949">
        <a:buNone/>
        <a:defRPr>
          <a:latin typeface="+mn-lt"/>
          <a:ea typeface="+mn-lt"/>
          <a:cs typeface="+mn-lt"/>
        </a:defRPr>
      </a:lvl4pPr>
      <a:lvl5pPr xmlns:a="http://schemas.openxmlformats.org/drawingml/2006/main" marL="7315932">
        <a:buNone/>
        <a:defRPr>
          <a:latin typeface="+mn-lt"/>
          <a:ea typeface="+mn-lt"/>
          <a:cs typeface="+mn-lt"/>
        </a:defRPr>
      </a:lvl5pPr>
      <a:lvl6pPr xmlns:a="http://schemas.openxmlformats.org/drawingml/2006/main" marL="9144914">
        <a:buNone/>
        <a:defRPr>
          <a:latin typeface="+mn-lt"/>
          <a:ea typeface="+mn-lt"/>
          <a:cs typeface="+mn-lt"/>
        </a:defRPr>
      </a:lvl6pPr>
      <a:lvl7pPr xmlns:a="http://schemas.openxmlformats.org/drawingml/2006/main" marL="10973897">
        <a:buNone/>
        <a:defRPr>
          <a:latin typeface="+mn-lt"/>
          <a:ea typeface="+mn-lt"/>
          <a:cs typeface="+mn-lt"/>
        </a:defRPr>
      </a:lvl7pPr>
      <a:lvl8pPr xmlns:a="http://schemas.openxmlformats.org/drawingml/2006/main" marL="12802880">
        <a:buNone/>
        <a:defRPr>
          <a:latin typeface="+mn-lt"/>
          <a:ea typeface="+mn-lt"/>
          <a:cs typeface="+mn-lt"/>
        </a:defRPr>
      </a:lvl8pPr>
      <a:lvl9pPr xmlns:a="http://schemas.openxmlformats.org/drawingml/2006/main" marL="14631863">
        <a:buNone/>
        <a:defRPr>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6653ca421d2e4110" /><Relationship Type="http://schemas.openxmlformats.org/officeDocument/2006/relationships/image" Target="/ppt/media/image2.png" Id="Rd14fda6213bf4913" /><Relationship Type="http://schemas.openxmlformats.org/officeDocument/2006/relationships/image" Target="/ppt/media/image.svg" Id="Rfdafe3f9ca254eb5" /><Relationship Type="http://schemas.openxmlformats.org/officeDocument/2006/relationships/image" Target="/ppt/media/image.png" Id="Ra7db0a4921824dfc" /><Relationship Type="http://schemas.openxmlformats.org/officeDocument/2006/relationships/image" Target="/ppt/media/image2.svg" Id="R5adca3e82fe240ba" /><Relationship Type="http://schemas.openxmlformats.org/officeDocument/2006/relationships/notesSlide" Target="/ppt/notesSlides/notesSlide1.xml" Id="R204eb7e93dbb405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 name="그림 17"/>
          <p:cNvPicPr>
            <a:picLocks xmlns:a="http://schemas.openxmlformats.org/drawingml/2006/main" noChangeAspect="1"/>
          </p:cNvPicPr>
          <p:nvPr/>
        </p:nvPicPr>
        <p:blipFill>
          <a:blip xmlns:r="http://schemas.openxmlformats.org/officeDocument/2006/relationships" xmlns:a="http://schemas.openxmlformats.org/drawingml/2006/main" r:embed="Rd14fda6213bf4913"/>
          <a:stretch xmlns:a="http://schemas.openxmlformats.org/drawingml/2006/main">
            <a:fillRect l="0" t="0" r="0" b="0"/>
          </a:stretch>
        </p:blipFill>
        <p:spPr>
          <a:xfrm xmlns:a="http://schemas.openxmlformats.org/drawingml/2006/main">
            <a:off x="24510206" y="2141178"/>
            <a:ext cx="5181573" cy="3470677"/>
          </a:xfrm>
          <a:prstGeom xmlns:a="http://schemas.openxmlformats.org/drawingml/2006/main" prst="rect">
            <a:avLst/>
          </a:prstGeom>
        </p:spPr>
      </p:pic>
      <p:sp>
        <p:nvSpPr>
          <p:cNvPr id="2" name="object 2">
            <a:extLst xmlns:a="http://schemas.openxmlformats.org/drawingml/2006/main">
              <a:ext uri="{FF2B5EF4-FFF2-40B4-BE49-F238E27FC236}">
                <a16:creationId xmlns:a16="http://schemas.microsoft.com/office/drawing/2014/main" id="{C7203565-1505-47A6-A9A4-2D0DC5CCF24A}"/>
              </a:ext>
            </a:extLst>
          </p:cNvPr>
          <p:cNvSpPr>
            <a:spLocks xmlns:a="http://schemas.openxmlformats.org/drawingml/2006/main" noGrp="1"/>
          </p:cNvSpPr>
          <p:nvPr>
            <p:ph type="title" idx="0"/>
          </p:nvPr>
        </p:nvSpPr>
        <p:spPr>
          <a:xfrm xmlns:a="http://schemas.openxmlformats.org/drawingml/2006/main">
            <a:off x="1194896" y="-110897"/>
            <a:ext cx="28039656" cy="4129425"/>
          </a:xfrm>
          <a:prstGeom xmlns:a="http://schemas.openxmlformats.org/drawingml/2006/main" prst="rect">
            <a:avLst/>
          </a:prstGeom>
        </p:spPr>
        <p:txBody>
          <a:bodyPr xmlns:a="http://schemas.openxmlformats.org/drawingml/2006/main" vert="horz" wrap="square" lIns="0" tIns="797649" rIns="0" bIns="0">
            <a:spAutoFit/>
          </a:bodyPr>
          <a:lstStyle xmlns:a="http://schemas.openxmlformats.org/drawingml/2006/main"/>
          <a:p xmlns:a="http://schemas.openxmlformats.org/drawingml/2006/main">
            <a:pPr algn="l">
              <a:spcBef>
                <a:spcPts val="1200"/>
              </a:spcBef>
              <a:buNone/>
            </a:pPr>
            <a:r>
              <a:rPr sz="8800">
                <a:latin typeface="Norwester"/>
                <a:ea typeface="Norwester"/>
                <a:cs typeface="Norwester"/>
              </a:rPr>
              <a:t>Police-Specific Dynamic</a:t>
            </a:r>
          </a:p>
          <a:p xmlns:a="http://schemas.openxmlformats.org/drawingml/2006/main">
            <a:pPr algn="l">
              <a:spcBef>
                <a:spcPts val="1200"/>
              </a:spcBef>
              <a:buNone/>
            </a:pPr>
            <a:r>
              <a:rPr sz="8800">
                <a:latin typeface="Norwester"/>
                <a:ea typeface="Norwester"/>
                <a:cs typeface="Norwester"/>
              </a:rPr>
              <a:t>Zero Trust Access Control System</a:t>
            </a:r>
          </a:p>
        </p:txBody>
      </p:sp>
      <p:sp>
        <p:nvSpPr>
          <p:cNvPr id="13" name="직사각형 12">
            <a:extLst xmlns:a="http://schemas.openxmlformats.org/drawingml/2006/main">
              <a:ext uri="{FF2B5EF4-FFF2-40B4-BE49-F238E27FC236}">
                <a16:creationId xmlns:a16="http://schemas.microsoft.com/office/drawing/2014/main" id="{1A92AF71-3D27-4DBE-DF1D-864EF5DB3D12}"/>
              </a:ext>
            </a:extLst>
          </p:cNvPr>
          <p:cNvSpPr>
            <a:spLocks xmlns:a="http://schemas.openxmlformats.org/drawingml/2006/main" noGrp="1"/>
          </p:cNvSpPr>
          <p:nvPr/>
        </p:nvSpPr>
        <p:spPr>
          <a:xfrm xmlns:a="http://schemas.openxmlformats.org/drawingml/2006/main" flipV="1">
            <a:off x="704810" y="5663119"/>
            <a:ext cx="28865591" cy="122892"/>
          </a:xfrm>
          <a:prstGeom xmlns:a="http://schemas.openxmlformats.org/drawingml/2006/main" prst="rect">
            <a:avLst/>
          </a:prstGeom>
          <a:solidFill xmlns:a="http://schemas.openxmlformats.org/drawingml/2006/main">
            <a:srgbClr val="373362"/>
          </a:solidFill>
          <a:ln xmlns:a="http://schemas.openxmlformats.org/drawingml/2006/main">
            <a:solidFill>
              <a:srgbClr val="373362"/>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object 9">
            <a:extLst xmlns:a="http://schemas.openxmlformats.org/drawingml/2006/main">
              <a:ext uri="{FF2B5EF4-FFF2-40B4-BE49-F238E27FC236}">
                <a16:creationId xmlns:a16="http://schemas.microsoft.com/office/drawing/2014/main" id="{BE67EAB6-6A4A-44D2-BDB9-D4DA9A55D4AE}"/>
              </a:ext>
            </a:extLst>
          </p:cNvPr>
          <p:cNvSpPr>
            <a:spLocks xmlns:a="http://schemas.openxmlformats.org/drawingml/2006/main" noGrp="1"/>
          </p:cNvSpPr>
          <p:nvPr>
            <p:ph idx="3"/>
          </p:nvPr>
        </p:nvSpPr>
        <p:spPr>
          <a:xfrm xmlns:a="http://schemas.openxmlformats.org/drawingml/2006/main">
            <a:off x="435974" y="36413281"/>
            <a:ext cx="28798577" cy="5654077"/>
          </a:xfrm>
          <a:prstGeom xmlns:a="http://schemas.openxmlformats.org/drawingml/2006/main" prst="rect">
            <a:avLst/>
          </a:prstGeom>
        </p:spPr>
        <p:txBody>
          <a:bodyPr xmlns:a="http://schemas.openxmlformats.org/drawingml/2006/main" vert="horz" wrap="square" lIns="0" tIns="335317" rIns="0" bIns="0">
            <a:spAutoFit/>
          </a:bodyPr>
          <a:lstStyle xmlns:a="http://schemas.openxmlformats.org/drawingml/2006/main"/>
          <a:p xmlns:a="http://schemas.openxmlformats.org/drawingml/2006/main">
            <a:pPr marL="360000">
              <a:buNone/>
            </a:pPr>
            <a:r>
              <a:rPr sz="5400" b="0">
                <a:solidFill>
                  <a:srgbClr val="FFFFFF"/>
                </a:solidFill>
                <a:latin typeface="Norwester"/>
                <a:ea typeface="Norwester"/>
                <a:cs typeface="Norwester"/>
              </a:rPr>
              <a:t>.</a:t>
            </a:r>
          </a:p>
        </p:txBody>
      </p:sp>
      <p:sp>
        <p:nvSpPr>
          <p:cNvPr id="3" name="object 6">
            <a:extLst xmlns:a="http://schemas.openxmlformats.org/drawingml/2006/main">
              <a:ext uri="{FF2B5EF4-FFF2-40B4-BE49-F238E27FC236}">
                <a16:creationId xmlns:a16="http://schemas.microsoft.com/office/drawing/2014/main" id="{C12336CF-AB29-0524-4A2E-6F190EABB3D1}"/>
              </a:ext>
            </a:extLst>
          </p:cNvPr>
          <p:cNvSpPr>
            <a:spLocks xmlns:a="http://schemas.openxmlformats.org/drawingml/2006/main" noGrp="1"/>
          </p:cNvSpPr>
          <p:nvPr/>
        </p:nvSpPr>
        <p:spPr>
          <a:xfrm xmlns:a="http://schemas.openxmlformats.org/drawingml/2006/main">
            <a:off x="14913476" y="6191564"/>
            <a:ext cx="14174289" cy="22813941"/>
          </a:xfrm>
          <a:prstGeom xmlns:a="http://schemas.openxmlformats.org/drawingml/2006/main" prst="rect">
            <a:avLst/>
          </a:prstGeom>
        </p:spPr>
        <p:txBody>
          <a:bodyPr xmlns:a="http://schemas.openxmlformats.org/drawingml/2006/main" vert="horz" wrap="square" lIns="0" tIns="58423" rIns="0" bIns="0">
            <a:spAutoFit/>
          </a:bodyPr>
          <a:lstStyle xmlns:a="http://schemas.openxmlformats.org/drawingml/2006/main"/>
          <a:p xmlns:a="http://schemas.openxmlformats.org/drawingml/2006/main">
            <a:pPr marL="1795463" indent="-542925">
              <a:spcBef>
                <a:spcPts val="2800"/>
              </a:spcBef>
              <a:buChar char="§"/>
            </a:pPr>
            <a:r>
              <a:rPr sz="3600" b="1">
                <a:solidFill>
                  <a:srgbClr val="FFFFFF"/>
                </a:solidFill>
                <a:latin typeface="Lora"/>
                <a:ea typeface="Lora"/>
                <a:cs typeface="Lora"/>
              </a:rPr>
              <a:t>.</a:t>
            </a:r>
          </a:p>
        </p:txBody>
      </p:sp>
      <p:sp>
        <p:nvSpPr>
          <p:cNvPr id="14" name="TextBox 13">
            <a:extLst xmlns:a="http://schemas.openxmlformats.org/drawingml/2006/main">
              <a:ext uri="{FF2B5EF4-FFF2-40B4-BE49-F238E27FC236}">
                <a16:creationId xmlns:a16="http://schemas.microsoft.com/office/drawing/2014/main" id="{FA81A7C5-982B-1946-AE2A-616455949AB2}"/>
              </a:ext>
            </a:extLst>
          </p:cNvPr>
          <p:cNvSpPr>
            <a:spLocks xmlns:a="http://schemas.openxmlformats.org/drawingml/2006/main" noGrp="1"/>
          </p:cNvSpPr>
          <p:nvPr/>
        </p:nvSpPr>
        <p:spPr>
          <a:xfrm xmlns:a="http://schemas.openxmlformats.org/drawingml/2006/main">
            <a:off x="435974" y="6276912"/>
            <a:ext cx="14096503" cy="159838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1274400" indent="-914400">
              <a:buAutoNum type="arabicPeriod"/>
            </a:pPr>
            <a:r>
              <a:rPr sz="5400">
                <a:solidFill>
                  <a:srgbClr val="FFFFFF"/>
                </a:solidFill>
                <a:latin typeface="Norwester"/>
                <a:ea typeface="Norwester"/>
                <a:cs typeface="Norwester"/>
              </a:rPr>
              <a:t>.</a:t>
            </a:r>
          </a:p>
        </p:txBody>
      </p:sp>
      <p:sp>
        <p:nvSpPr>
          <p:cNvPr id="22" name="직사각형 21">
            <a:extLst xmlns:a="http://schemas.openxmlformats.org/drawingml/2006/main">
              <a:ext uri="{FF2B5EF4-FFF2-40B4-BE49-F238E27FC236}">
                <a16:creationId xmlns:a16="http://schemas.microsoft.com/office/drawing/2014/main" id="{8035F0D2-FCAB-562F-E5DD-37681C67D371}"/>
              </a:ext>
            </a:extLst>
          </p:cNvPr>
          <p:cNvSpPr>
            <a:spLocks xmlns:a="http://schemas.openxmlformats.org/drawingml/2006/main" noGrp="1"/>
          </p:cNvSpPr>
          <p:nvPr/>
        </p:nvSpPr>
        <p:spPr>
          <a:xfrm xmlns:a="http://schemas.openxmlformats.org/drawingml/2006/main">
            <a:off x="1268289" y="34228687"/>
            <a:ext cx="27892869" cy="1915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rmAutofit fontScale="100000"/>
          </a:bodyPr>
          <a:lstStyle xmlns:a="http://schemas.openxmlformats.org/drawingml/2006/main"/>
          <a:p xmlns:a="http://schemas.openxmlformats.org/drawingml/2006/main">
            <a:pPr algn="ctr">
              <a:buNone/>
            </a:pPr>
            <a:r>
              <a:rPr sz="3600" b="1">
                <a:solidFill>
                  <a:srgbClr val="FFFFFF"/>
                </a:solidFill>
                <a:latin typeface="Lora"/>
                <a:ea typeface="Lora"/>
                <a:cs typeface="Lora"/>
              </a:rPr>
              <a:t>.</a:t>
            </a:r>
          </a:p>
        </p:txBody>
      </p:sp>
      <p:sp>
        <p:nvSpPr>
          <p:cNvPr id="5" name="TextBox 4">
            <a:extLst xmlns:a="http://schemas.openxmlformats.org/drawingml/2006/main">
              <a:ext uri="{FF2B5EF4-FFF2-40B4-BE49-F238E27FC236}">
                <a16:creationId xmlns:a16="http://schemas.microsoft.com/office/drawing/2014/main" id="{D5017946-4E8C-A50F-F98A-A4946BAD72A2}"/>
              </a:ext>
            </a:extLst>
          </p:cNvPr>
          <p:cNvSpPr>
            <a:spLocks xmlns:a="http://schemas.openxmlformats.org/drawingml/2006/main" noGrp="1"/>
          </p:cNvSpPr>
          <p:nvPr/>
        </p:nvSpPr>
        <p:spPr>
          <a:xfrm xmlns:a="http://schemas.openxmlformats.org/drawingml/2006/main">
            <a:off x="4047855" y="3502285"/>
            <a:ext cx="22167596" cy="182139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ts val="7000"/>
              </a:lnSpc>
              <a:buNone/>
            </a:pPr>
            <a:r>
              <a:rPr sz="4800">
                <a:solidFill>
                  <a:srgbClr val="373362"/>
                </a:solidFill>
                <a:latin typeface="Lora"/>
                <a:ea typeface="Lora"/>
                <a:cs typeface="Lora"/>
              </a:rPr>
              <a:t>Zero Trust Security Team  |  Jae-Hong Jung · Jun Huh · Jun-Won Hong</a:t>
            </a:r>
          </a:p>
          <a:p xmlns:a="http://schemas.openxmlformats.org/drawingml/2006/main">
            <a:pPr algn="ctr">
              <a:lnSpc>
                <a:spcPts val="7000"/>
              </a:lnSpc>
              <a:buNone/>
            </a:pPr>
            <a:r>
              <a:rPr sz="4800">
                <a:solidFill>
                  <a:srgbClr val="373362"/>
                </a:solidFill>
                <a:latin typeface="Lora"/>
                <a:ea typeface="Lora"/>
                <a:cs typeface="Lora"/>
              </a:rPr>
              <a:t>Advisor: Prof. Taekyoung Yoon · Dept. of Cyber Security, Dankook Univ.</a:t>
            </a:r>
          </a:p>
        </p:txBody>
      </p:sp>
      <p:sp>
        <p:nvSpPr>
          <p:cNvPr id="24" name="직사각형 23">
            <a:extLst xmlns:a="http://schemas.openxmlformats.org/drawingml/2006/main">
              <a:ext uri="{FF2B5EF4-FFF2-40B4-BE49-F238E27FC236}">
                <a16:creationId xmlns:a16="http://schemas.microsoft.com/office/drawing/2014/main" id="{7F0DF47E-C912-4489-2D0F-F9F898CA7124}"/>
              </a:ext>
            </a:extLst>
          </p:cNvPr>
          <p:cNvSpPr>
            <a:spLocks xmlns:a="http://schemas.openxmlformats.org/drawingml/2006/main" noGrp="1"/>
          </p:cNvSpPr>
          <p:nvPr/>
        </p:nvSpPr>
        <p:spPr>
          <a:xfrm xmlns:a="http://schemas.openxmlformats.org/drawingml/2006/main">
            <a:off x="126206" y="294481"/>
            <a:ext cx="30022800" cy="42214800"/>
          </a:xfrm>
          <a:prstGeom xmlns:a="http://schemas.openxmlformats.org/drawingml/2006/main" prst="rect">
            <a:avLst/>
          </a:prstGeom>
          <a:noFill xmlns:a="http://schemas.openxmlformats.org/drawingml/2006/main"/>
          <a:ln xmlns:a="http://schemas.openxmlformats.org/drawingml/2006/main" w="76200">
            <a:solidFill>
              <a:srgbClr val="37336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5" name="그림 43"/>
          <p:cNvPicPr>
            <a:picLocks xmlns:a="http://schemas.openxmlformats.org/drawingml/2006/main" noChangeAspect="1"/>
          </p:cNvPicPr>
          <p:nvPr/>
        </p:nvPicPr>
        <p:blipFill>
          <a:blip xmlns:r="http://schemas.openxmlformats.org/officeDocument/2006/relationships" xmlns:a="http://schemas.openxmlformats.org/drawingml/2006/main" r:embed="Ra7db0a4921824dfc">
            <a:extLst>
              <a:ext uri="{96DAC541-7B7A-43D3-8B79-37D633B846F1}">
                <asvg:svgBlip xmlns:asvg="http://schemas.microsoft.com/office/drawing/2016/SVG/main" r:embed="Rfdafe3f9ca254eb5"/>
              </a:ext>
            </a:extLst>
          </a:blip>
          <a:stretch xmlns:a="http://schemas.openxmlformats.org/drawingml/2006/main">
            <a:fillRect l="0" t="0" r="0" b="0"/>
          </a:stretch>
        </p:blipFill>
        <p:spPr>
          <a:xfrm xmlns:a="http://schemas.openxmlformats.org/drawingml/2006/main">
            <a:off x="1194895" y="29326681"/>
            <a:ext cx="27892869" cy="4993218"/>
          </a:xfrm>
          <a:prstGeom xmlns:a="http://schemas.openxmlformats.org/drawingml/2006/main" prst="rect">
            <a:avLst/>
          </a:prstGeom>
        </p:spPr>
      </p:pic>
      <p:sp>
        <p:nvSpPr>
          <p:cNvPr id="26" name="직사각형 25">
            <a:extLst xmlns:a="http://schemas.openxmlformats.org/drawingml/2006/main">
              <a:ext uri="{FF2B5EF4-FFF2-40B4-BE49-F238E27FC236}">
                <a16:creationId xmlns:a16="http://schemas.microsoft.com/office/drawing/2014/main" id="{43BB195A-03B4-46ED-9490-B06A2951022E}"/>
              </a:ext>
            </a:extLst>
          </p:cNvPr>
          <p:cNvSpPr>
            <a:spLocks xmlns:a="http://schemas.openxmlformats.org/drawingml/2006/main" noGrp="1"/>
          </p:cNvSpPr>
          <p:nvPr/>
        </p:nvSpPr>
        <p:spPr>
          <a:xfrm xmlns:a="http://schemas.openxmlformats.org/drawingml/2006/main">
            <a:off x="795569" y="27867326"/>
            <a:ext cx="14701628" cy="11338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nchor="ctr">
            <a:normAutofit fontScale="100000"/>
          </a:bodyPr>
          <a:lstStyle xmlns:a="http://schemas.openxmlformats.org/drawingml/2006/main"/>
          <a:p xmlns:a="http://schemas.openxmlformats.org/drawingml/2006/main">
            <a:pPr algn="ctr">
              <a:buNone/>
            </a:pPr>
            <a:r>
              <a:rPr sz="3600" b="1">
                <a:solidFill>
                  <a:srgbClr val="FFFFFF"/>
                </a:solidFill>
                <a:latin typeface="Lora"/>
                <a:ea typeface="Lora"/>
                <a:cs typeface="Lora"/>
              </a:rPr>
              <a:t>.</a:t>
            </a:r>
          </a:p>
        </p:txBody>
      </p:sp>
      <p:sp>
        <p:nvSpPr>
          <p:cNvPr id="8" name="AutoShape 2">
            <a:extLst xmlns:a="http://schemas.openxmlformats.org/drawingml/2006/main">
              <a:ext uri="{FF2B5EF4-FFF2-40B4-BE49-F238E27FC236}">
                <a16:creationId xmlns:a16="http://schemas.microsoft.com/office/drawing/2014/main" id="{5AC33F30-6F74-4E68-B787-8797D72307B9}"/>
              </a:ext>
            </a:extLst>
          </p:cNvPr>
          <p:cNvSpPr>
            <a:spLocks xmlns:a="http://schemas.openxmlformats.org/drawingml/2006/main" noGrp="1"/>
          </p:cNvSpPr>
          <p:nvPr/>
        </p:nvSpPr>
        <p:spPr>
          <a:xfrm xmlns:a="http://schemas.openxmlformats.org/drawingml/2006/main" rot="0">
            <a:off x="14658623" y="23344618"/>
            <a:ext cx="301532" cy="196151"/>
          </a:xfrm>
          <a:prstGeom xmlns:a="http://schemas.openxmlformats.org/drawingml/2006/main" prst="rect">
            <a:avLst/>
          </a:prstGeom>
          <a:noFill xmlns:a="http://schemas.openxmlformats.org/drawingml/2006/main"/>
        </p:spPr>
        <p:txBody>
          <a:bodyPr xmlns:a="http://schemas.openxmlformats.org/drawingml/2006/main" vert="horz" wrap="square" lIns="91440" tIns="45720" rIns="91440" bIns="45720" anchor="t"/>
          <a:lstStyle xmlns:a="http://schemas.openxmlformats.org/drawingml/2006/main"/>
          <a:p xmlns:a="http://schemas.openxmlformats.org/drawingml/2006/main">
            <a:r>
              <a:rPr>
                <a:solidFill>
                  <a:srgbClr val="FFFFFF"/>
                </a:solidFill>
              </a:rPr>
              <a:t>.</a:t>
            </a:r>
          </a:p>
        </p:txBody>
      </p:sp>
      <p:cxnSp>
        <p:nvCxnSpPr>
          <p:cNvPr id="28" name="직선 연결선 8"/>
          <p:cNvCxnSpPr/>
          <p:nvPr/>
        </p:nvCxnSpPr>
        <p:spPr>
          <a:xfrm xmlns:a="http://schemas.openxmlformats.org/drawingml/2006/main" rot="0">
            <a:off x="1155167" y="25871818"/>
            <a:ext cx="13982440" cy="0"/>
          </a:xfrm>
          <a:prstGeom xmlns:a="http://schemas.openxmlformats.org/drawingml/2006/main" prst="line">
            <a:avLst/>
          </a:prstGeom>
          <a:ln xmlns:a="http://schemas.openxmlformats.org/drawingml/2006/main" w="76200">
            <a:solidFill>
              <a:srgbClr val="000000"/>
            </a:solidFill>
            <a:prstDash val="sysDash"/>
            <a:miter/>
          </a:ln>
        </p:spPr>
      </p:cxnSp>
      <p:sp>
        <p:nvSpPr>
          <p:cNvPr id="36" name="사각형: 둥근 모서리 9">
            <a:extLst xmlns:a="http://schemas.openxmlformats.org/drawingml/2006/main">
              <a:ext uri="{FF2B5EF4-FFF2-40B4-BE49-F238E27FC236}">
                <a16:creationId xmlns:a16="http://schemas.microsoft.com/office/drawing/2014/main" id="{607776B1-1921-47C0-B575-41F9237E30BB}"/>
              </a:ext>
            </a:extLst>
          </p:cNvPr>
          <p:cNvSpPr>
            <a:spLocks xmlns:a="http://schemas.openxmlformats.org/drawingml/2006/main" noGrp="1"/>
          </p:cNvSpPr>
          <p:nvPr/>
        </p:nvSpPr>
        <p:spPr>
          <a:xfrm xmlns:a="http://schemas.openxmlformats.org/drawingml/2006/main" rot="0">
            <a:off x="5280298" y="24310739"/>
            <a:ext cx="9828191" cy="1237906"/>
          </a:xfrm>
          <a:prstGeom xmlns:a="http://schemas.openxmlformats.org/drawingml/2006/main" prst="roundRect">
            <a:avLst>
              <a:gd name="adj" fmla="val 16667"/>
            </a:avLst>
          </a:prstGeom>
          <a:solidFill xmlns:a="http://schemas.openxmlformats.org/drawingml/2006/main">
            <a:schemeClr val="tx1"/>
          </a:solidFill>
          <a:ln xmlns:a="http://schemas.openxmlformats.org/drawingml/2006/main" w="12700">
            <a:solidFill>
              <a:srgbClr val="000000"/>
            </a:solidFill>
          </a:ln>
        </p:spPr>
        <p:txBody>
          <a:bodyPr xmlns:a="http://schemas.openxmlformats.org/drawingml/2006/main" anchor="ctr"/>
          <a:lstStyle xmlns:a="http://schemas.openxmlformats.org/drawingml/2006/main">
            <a:lvl1pPr>
              <a:buNone/>
              <a:defRPr>
                <a:solidFill>
                  <a:schemeClr val="tx1"/>
                </a:solidFill>
                <a:latin typeface="맑은 고딕"/>
                <a:ea typeface="맑은 고딕"/>
                <a:cs typeface="맑은 고딕"/>
              </a:defRPr>
            </a:lvl1pPr>
            <a:lvl2pPr marL="742950" indent="-285750">
              <a:buNone/>
              <a:defRPr>
                <a:solidFill>
                  <a:schemeClr val="tx1"/>
                </a:solidFill>
                <a:latin typeface="맑은 고딕"/>
                <a:ea typeface="맑은 고딕"/>
                <a:cs typeface="맑은 고딕"/>
              </a:defRPr>
            </a:lvl2pPr>
            <a:lvl3pPr marL="1143000" indent="-228600">
              <a:buNone/>
              <a:defRPr>
                <a:solidFill>
                  <a:schemeClr val="tx1"/>
                </a:solidFill>
                <a:latin typeface="맑은 고딕"/>
                <a:ea typeface="맑은 고딕"/>
                <a:cs typeface="맑은 고딕"/>
              </a:defRPr>
            </a:lvl3pPr>
            <a:lvl4pPr marL="1600200" indent="-228600">
              <a:buNone/>
              <a:defRPr>
                <a:solidFill>
                  <a:schemeClr val="tx1"/>
                </a:solidFill>
                <a:latin typeface="맑은 고딕"/>
                <a:ea typeface="맑은 고딕"/>
                <a:cs typeface="맑은 고딕"/>
              </a:defRPr>
            </a:lvl4pPr>
            <a:lvl5pPr marL="2057400" indent="-228600">
              <a:buNone/>
              <a:defRPr>
                <a:solidFill>
                  <a:schemeClr val="tx1"/>
                </a:solidFill>
                <a:latin typeface="맑은 고딕"/>
                <a:ea typeface="맑은 고딕"/>
                <a:cs typeface="맑은 고딕"/>
              </a:defRPr>
            </a:lvl5pPr>
            <a:lvl6pPr marL="2514600" indent="-228600">
              <a:spcBef>
                <a:spcPts val="0"/>
              </a:spcBef>
              <a:spcAft>
                <a:spcPts val="0"/>
              </a:spcAft>
              <a:buNone/>
              <a:defRPr>
                <a:solidFill>
                  <a:schemeClr val="tx1"/>
                </a:solidFill>
                <a:latin typeface="맑은 고딕"/>
                <a:ea typeface="맑은 고딕"/>
                <a:cs typeface="맑은 고딕"/>
              </a:defRPr>
            </a:lvl6pPr>
            <a:lvl7pPr marL="2971800" indent="-228600">
              <a:spcBef>
                <a:spcPts val="0"/>
              </a:spcBef>
              <a:spcAft>
                <a:spcPts val="0"/>
              </a:spcAft>
              <a:buNone/>
              <a:defRPr>
                <a:solidFill>
                  <a:schemeClr val="tx1"/>
                </a:solidFill>
                <a:latin typeface="맑은 고딕"/>
                <a:ea typeface="맑은 고딕"/>
                <a:cs typeface="맑은 고딕"/>
              </a:defRPr>
            </a:lvl7pPr>
            <a:lvl8pPr marL="3429000" indent="-228600">
              <a:spcBef>
                <a:spcPts val="0"/>
              </a:spcBef>
              <a:spcAft>
                <a:spcPts val="0"/>
              </a:spcAft>
              <a:buNone/>
              <a:defRPr>
                <a:solidFill>
                  <a:schemeClr val="tx1"/>
                </a:solidFill>
                <a:latin typeface="맑은 고딕"/>
                <a:ea typeface="맑은 고딕"/>
                <a:cs typeface="맑은 고딕"/>
              </a:defRPr>
            </a:lvl8pPr>
            <a:lvl9pPr marL="3886200" indent="-228600">
              <a:spcBef>
                <a:spcPts val="0"/>
              </a:spcBef>
              <a:spcAft>
                <a:spcPts val="0"/>
              </a:spcAft>
              <a:buNone/>
              <a:defRPr>
                <a:solidFill>
                  <a:schemeClr val="tx1"/>
                </a:solidFill>
                <a:latin typeface="맑은 고딕"/>
                <a:ea typeface="맑은 고딕"/>
                <a:cs typeface="맑은 고딕"/>
              </a:defRPr>
            </a:lvl9pPr>
          </a:lstStyle>
          <a:p xmlns:a="http://schemas.openxmlformats.org/drawingml/2006/main">
            <a:pPr algn="ctr">
              <a:buNone/>
            </a:pPr>
            <a:r>
              <a:rPr sz="4000">
                <a:solidFill>
                  <a:srgbClr val="FFFFFF"/>
                </a:solidFill>
                <a:latin typeface="함초롬바탕"/>
                <a:ea typeface="함초롬바탕"/>
                <a:cs typeface="함초롬바탕"/>
              </a:rPr>
              <a:t>.</a:t>
            </a:r>
          </a:p>
        </p:txBody>
      </p:sp>
      <p:sp>
        <p:nvSpPr>
          <p:cNvPr id="37" name="사각형: 둥근 모서리 10">
            <a:extLst xmlns:a="http://schemas.openxmlformats.org/drawingml/2006/main">
              <a:ext uri="{FF2B5EF4-FFF2-40B4-BE49-F238E27FC236}">
                <a16:creationId xmlns:a16="http://schemas.microsoft.com/office/drawing/2014/main" id="{62D808AE-BD80-40FE-98EF-C55B72DFE0A0}"/>
              </a:ext>
            </a:extLst>
          </p:cNvPr>
          <p:cNvSpPr>
            <a:spLocks xmlns:a="http://schemas.openxmlformats.org/drawingml/2006/main" noGrp="1"/>
          </p:cNvSpPr>
          <p:nvPr/>
        </p:nvSpPr>
        <p:spPr>
          <a:xfrm xmlns:a="http://schemas.openxmlformats.org/drawingml/2006/main" rot="0">
            <a:off x="1155162" y="26068269"/>
            <a:ext cx="13982444" cy="752641"/>
          </a:xfrm>
          <a:prstGeom xmlns:a="http://schemas.openxmlformats.org/drawingml/2006/main" prst="roundRect">
            <a:avLst>
              <a:gd name="adj" fmla="val 16667"/>
            </a:avLst>
          </a:prstGeom>
          <a:solidFill xmlns:a="http://schemas.openxmlformats.org/drawingml/2006/main">
            <a:srgbClr val="FFC000"/>
          </a:solidFill>
          <a:ln xmlns:a="http://schemas.openxmlformats.org/drawingml/2006/main" w="12700">
            <a:solidFill>
              <a:srgbClr val="2F528F"/>
            </a:solidFill>
          </a:ln>
        </p:spPr>
        <p:txBody>
          <a:bodyPr xmlns:a="http://schemas.openxmlformats.org/drawingml/2006/main" anchor="ctr"/>
          <a:lstStyle xmlns:a="http://schemas.openxmlformats.org/drawingml/2006/main">
            <a:lvl1pPr>
              <a:buNone/>
              <a:defRPr>
                <a:solidFill>
                  <a:schemeClr val="tx1"/>
                </a:solidFill>
                <a:latin typeface="맑은 고딕"/>
                <a:ea typeface="맑은 고딕"/>
                <a:cs typeface="맑은 고딕"/>
              </a:defRPr>
            </a:lvl1pPr>
            <a:lvl2pPr marL="742950" indent="-285750">
              <a:buNone/>
              <a:defRPr>
                <a:solidFill>
                  <a:schemeClr val="tx1"/>
                </a:solidFill>
                <a:latin typeface="맑은 고딕"/>
                <a:ea typeface="맑은 고딕"/>
                <a:cs typeface="맑은 고딕"/>
              </a:defRPr>
            </a:lvl2pPr>
            <a:lvl3pPr marL="1143000" indent="-228600">
              <a:buNone/>
              <a:defRPr>
                <a:solidFill>
                  <a:schemeClr val="tx1"/>
                </a:solidFill>
                <a:latin typeface="맑은 고딕"/>
                <a:ea typeface="맑은 고딕"/>
                <a:cs typeface="맑은 고딕"/>
              </a:defRPr>
            </a:lvl3pPr>
            <a:lvl4pPr marL="1600200" indent="-228600">
              <a:buNone/>
              <a:defRPr>
                <a:solidFill>
                  <a:schemeClr val="tx1"/>
                </a:solidFill>
                <a:latin typeface="맑은 고딕"/>
                <a:ea typeface="맑은 고딕"/>
                <a:cs typeface="맑은 고딕"/>
              </a:defRPr>
            </a:lvl4pPr>
            <a:lvl5pPr marL="2057400" indent="-228600">
              <a:buNone/>
              <a:defRPr>
                <a:solidFill>
                  <a:schemeClr val="tx1"/>
                </a:solidFill>
                <a:latin typeface="맑은 고딕"/>
                <a:ea typeface="맑은 고딕"/>
                <a:cs typeface="맑은 고딕"/>
              </a:defRPr>
            </a:lvl5pPr>
            <a:lvl6pPr marL="2514600" indent="-228600">
              <a:spcBef>
                <a:spcPts val="0"/>
              </a:spcBef>
              <a:spcAft>
                <a:spcPts val="0"/>
              </a:spcAft>
              <a:buNone/>
              <a:defRPr>
                <a:solidFill>
                  <a:schemeClr val="tx1"/>
                </a:solidFill>
                <a:latin typeface="맑은 고딕"/>
                <a:ea typeface="맑은 고딕"/>
                <a:cs typeface="맑은 고딕"/>
              </a:defRPr>
            </a:lvl6pPr>
            <a:lvl7pPr marL="2971800" indent="-228600">
              <a:spcBef>
                <a:spcPts val="0"/>
              </a:spcBef>
              <a:spcAft>
                <a:spcPts val="0"/>
              </a:spcAft>
              <a:buNone/>
              <a:defRPr>
                <a:solidFill>
                  <a:schemeClr val="tx1"/>
                </a:solidFill>
                <a:latin typeface="맑은 고딕"/>
                <a:ea typeface="맑은 고딕"/>
                <a:cs typeface="맑은 고딕"/>
              </a:defRPr>
            </a:lvl7pPr>
            <a:lvl8pPr marL="3429000" indent="-228600">
              <a:spcBef>
                <a:spcPts val="0"/>
              </a:spcBef>
              <a:spcAft>
                <a:spcPts val="0"/>
              </a:spcAft>
              <a:buNone/>
              <a:defRPr>
                <a:solidFill>
                  <a:schemeClr val="tx1"/>
                </a:solidFill>
                <a:latin typeface="맑은 고딕"/>
                <a:ea typeface="맑은 고딕"/>
                <a:cs typeface="맑은 고딕"/>
              </a:defRPr>
            </a:lvl8pPr>
            <a:lvl9pPr marL="3886200" indent="-228600">
              <a:spcBef>
                <a:spcPts val="0"/>
              </a:spcBef>
              <a:spcAft>
                <a:spcPts val="0"/>
              </a:spcAft>
              <a:buNone/>
              <a:defRPr>
                <a:solidFill>
                  <a:schemeClr val="tx1"/>
                </a:solidFill>
                <a:latin typeface="맑은 고딕"/>
                <a:ea typeface="맑은 고딕"/>
                <a:cs typeface="맑은 고딕"/>
              </a:defRPr>
            </a:lvl9pPr>
          </a:lstStyle>
          <a:p xmlns:a="http://schemas.openxmlformats.org/drawingml/2006/main">
            <a:pPr algn="ctr">
              <a:buNone/>
            </a:pPr>
            <a:r>
              <a:rPr sz="4000">
                <a:solidFill>
                  <a:srgbClr val="FFFFFF"/>
                </a:solidFill>
                <a:latin typeface="함초롬바탕"/>
                <a:ea typeface="함초롬바탕"/>
                <a:cs typeface="함초롬바탕"/>
              </a:rPr>
              <a:t>.</a:t>
            </a:r>
          </a:p>
        </p:txBody>
      </p:sp>
      <p:sp>
        <p:nvSpPr>
          <p:cNvPr id="38" name="사각형: 둥근 모서리 11">
            <a:extLst xmlns:a="http://schemas.openxmlformats.org/drawingml/2006/main">
              <a:ext uri="{FF2B5EF4-FFF2-40B4-BE49-F238E27FC236}">
                <a16:creationId xmlns:a16="http://schemas.microsoft.com/office/drawing/2014/main" id="{74362D0B-CDBC-45E2-9413-F24E00634D14}"/>
              </a:ext>
            </a:extLst>
          </p:cNvPr>
          <p:cNvSpPr>
            <a:spLocks xmlns:a="http://schemas.openxmlformats.org/drawingml/2006/main" noGrp="1"/>
          </p:cNvSpPr>
          <p:nvPr/>
        </p:nvSpPr>
        <p:spPr>
          <a:xfrm xmlns:a="http://schemas.openxmlformats.org/drawingml/2006/main" rot="0">
            <a:off x="1155162" y="26915309"/>
            <a:ext cx="11542347" cy="752641"/>
          </a:xfrm>
          <a:prstGeom xmlns:a="http://schemas.openxmlformats.org/drawingml/2006/main" prst="roundRect">
            <a:avLst>
              <a:gd name="adj" fmla="val 16667"/>
            </a:avLst>
          </a:prstGeom>
          <a:solidFill xmlns:a="http://schemas.openxmlformats.org/drawingml/2006/main">
            <a:srgbClr val="4472C4"/>
          </a:solidFill>
          <a:ln xmlns:a="http://schemas.openxmlformats.org/drawingml/2006/main" w="12700">
            <a:solidFill>
              <a:srgbClr val="2F528F"/>
            </a:solidFill>
          </a:ln>
        </p:spPr>
        <p:txBody>
          <a:bodyPr xmlns:a="http://schemas.openxmlformats.org/drawingml/2006/main" anchor="ctr"/>
          <a:lstStyle xmlns:a="http://schemas.openxmlformats.org/drawingml/2006/main">
            <a:lvl1pPr>
              <a:buNone/>
              <a:defRPr>
                <a:solidFill>
                  <a:schemeClr val="tx1"/>
                </a:solidFill>
                <a:latin typeface="맑은 고딕"/>
                <a:ea typeface="맑은 고딕"/>
                <a:cs typeface="맑은 고딕"/>
              </a:defRPr>
            </a:lvl1pPr>
            <a:lvl2pPr marL="742950" indent="-285750">
              <a:buNone/>
              <a:defRPr>
                <a:solidFill>
                  <a:schemeClr val="tx1"/>
                </a:solidFill>
                <a:latin typeface="맑은 고딕"/>
                <a:ea typeface="맑은 고딕"/>
                <a:cs typeface="맑은 고딕"/>
              </a:defRPr>
            </a:lvl2pPr>
            <a:lvl3pPr marL="1143000" indent="-228600">
              <a:buNone/>
              <a:defRPr>
                <a:solidFill>
                  <a:schemeClr val="tx1"/>
                </a:solidFill>
                <a:latin typeface="맑은 고딕"/>
                <a:ea typeface="맑은 고딕"/>
                <a:cs typeface="맑은 고딕"/>
              </a:defRPr>
            </a:lvl3pPr>
            <a:lvl4pPr marL="1600200" indent="-228600">
              <a:buNone/>
              <a:defRPr>
                <a:solidFill>
                  <a:schemeClr val="tx1"/>
                </a:solidFill>
                <a:latin typeface="맑은 고딕"/>
                <a:ea typeface="맑은 고딕"/>
                <a:cs typeface="맑은 고딕"/>
              </a:defRPr>
            </a:lvl4pPr>
            <a:lvl5pPr marL="2057400" indent="-228600">
              <a:buNone/>
              <a:defRPr>
                <a:solidFill>
                  <a:schemeClr val="tx1"/>
                </a:solidFill>
                <a:latin typeface="맑은 고딕"/>
                <a:ea typeface="맑은 고딕"/>
                <a:cs typeface="맑은 고딕"/>
              </a:defRPr>
            </a:lvl5pPr>
            <a:lvl6pPr marL="2514600" indent="-228600">
              <a:spcBef>
                <a:spcPts val="0"/>
              </a:spcBef>
              <a:spcAft>
                <a:spcPts val="0"/>
              </a:spcAft>
              <a:buNone/>
              <a:defRPr>
                <a:solidFill>
                  <a:schemeClr val="tx1"/>
                </a:solidFill>
                <a:latin typeface="맑은 고딕"/>
                <a:ea typeface="맑은 고딕"/>
                <a:cs typeface="맑은 고딕"/>
              </a:defRPr>
            </a:lvl6pPr>
            <a:lvl7pPr marL="2971800" indent="-228600">
              <a:spcBef>
                <a:spcPts val="0"/>
              </a:spcBef>
              <a:spcAft>
                <a:spcPts val="0"/>
              </a:spcAft>
              <a:buNone/>
              <a:defRPr>
                <a:solidFill>
                  <a:schemeClr val="tx1"/>
                </a:solidFill>
                <a:latin typeface="맑은 고딕"/>
                <a:ea typeface="맑은 고딕"/>
                <a:cs typeface="맑은 고딕"/>
              </a:defRPr>
            </a:lvl7pPr>
            <a:lvl8pPr marL="3429000" indent="-228600">
              <a:spcBef>
                <a:spcPts val="0"/>
              </a:spcBef>
              <a:spcAft>
                <a:spcPts val="0"/>
              </a:spcAft>
              <a:buNone/>
              <a:defRPr>
                <a:solidFill>
                  <a:schemeClr val="tx1"/>
                </a:solidFill>
                <a:latin typeface="맑은 고딕"/>
                <a:ea typeface="맑은 고딕"/>
                <a:cs typeface="맑은 고딕"/>
              </a:defRPr>
            </a:lvl8pPr>
            <a:lvl9pPr marL="3886200" indent="-228600">
              <a:spcBef>
                <a:spcPts val="0"/>
              </a:spcBef>
              <a:spcAft>
                <a:spcPts val="0"/>
              </a:spcAft>
              <a:buNone/>
              <a:defRPr>
                <a:solidFill>
                  <a:schemeClr val="tx1"/>
                </a:solidFill>
                <a:latin typeface="맑은 고딕"/>
                <a:ea typeface="맑은 고딕"/>
                <a:cs typeface="맑은 고딕"/>
              </a:defRPr>
            </a:lvl9pPr>
          </a:lstStyle>
          <a:p xmlns:a="http://schemas.openxmlformats.org/drawingml/2006/main">
            <a:pPr algn="ctr">
              <a:buNone/>
            </a:pPr>
            <a:r>
              <a:rPr sz="4000">
                <a:solidFill>
                  <a:srgbClr val="FFFFFF"/>
                </a:solidFill>
                <a:latin typeface="함초롬바탕"/>
                <a:ea typeface="함초롬바탕"/>
                <a:cs typeface="함초롬바탕"/>
              </a:rPr>
              <a:t>.</a:t>
            </a:r>
          </a:p>
        </p:txBody>
      </p:sp>
      <p:sp>
        <p:nvSpPr>
          <p:cNvPr id="39" name="사각형: 둥근 모서리 12">
            <a:extLst xmlns:a="http://schemas.openxmlformats.org/drawingml/2006/main">
              <a:ext uri="{FF2B5EF4-FFF2-40B4-BE49-F238E27FC236}">
                <a16:creationId xmlns:a16="http://schemas.microsoft.com/office/drawing/2014/main" id="{D71D34B9-417A-4F62-9CF5-FD80DAC1C25F}"/>
              </a:ext>
            </a:extLst>
          </p:cNvPr>
          <p:cNvSpPr>
            <a:spLocks xmlns:a="http://schemas.openxmlformats.org/drawingml/2006/main" noGrp="1"/>
          </p:cNvSpPr>
          <p:nvPr/>
        </p:nvSpPr>
        <p:spPr>
          <a:xfrm xmlns:a="http://schemas.openxmlformats.org/drawingml/2006/main" rot="0">
            <a:off x="13026679" y="26916937"/>
            <a:ext cx="2110928" cy="752640"/>
          </a:xfrm>
          <a:prstGeom xmlns:a="http://schemas.openxmlformats.org/drawingml/2006/main" prst="roundRect">
            <a:avLst>
              <a:gd name="adj" fmla="val 16667"/>
            </a:avLst>
          </a:prstGeom>
          <a:solidFill xmlns:a="http://schemas.openxmlformats.org/drawingml/2006/main">
            <a:srgbClr val="4472C4"/>
          </a:solidFill>
          <a:ln xmlns:a="http://schemas.openxmlformats.org/drawingml/2006/main" w="12700">
            <a:solidFill>
              <a:srgbClr val="2F528F"/>
            </a:solidFill>
          </a:ln>
        </p:spPr>
        <p:txBody>
          <a:bodyPr xmlns:a="http://schemas.openxmlformats.org/drawingml/2006/main" anchor="ctr"/>
          <a:lstStyle xmlns:a="http://schemas.openxmlformats.org/drawingml/2006/main">
            <a:lvl1pPr>
              <a:buNone/>
              <a:defRPr>
                <a:solidFill>
                  <a:schemeClr val="tx1"/>
                </a:solidFill>
                <a:latin typeface="맑은 고딕"/>
                <a:ea typeface="맑은 고딕"/>
                <a:cs typeface="맑은 고딕"/>
              </a:defRPr>
            </a:lvl1pPr>
            <a:lvl2pPr marL="742950" indent="-285750">
              <a:buNone/>
              <a:defRPr>
                <a:solidFill>
                  <a:schemeClr val="tx1"/>
                </a:solidFill>
                <a:latin typeface="맑은 고딕"/>
                <a:ea typeface="맑은 고딕"/>
                <a:cs typeface="맑은 고딕"/>
              </a:defRPr>
            </a:lvl2pPr>
            <a:lvl3pPr marL="1143000" indent="-228600">
              <a:buNone/>
              <a:defRPr>
                <a:solidFill>
                  <a:schemeClr val="tx1"/>
                </a:solidFill>
                <a:latin typeface="맑은 고딕"/>
                <a:ea typeface="맑은 고딕"/>
                <a:cs typeface="맑은 고딕"/>
              </a:defRPr>
            </a:lvl3pPr>
            <a:lvl4pPr marL="1600200" indent="-228600">
              <a:buNone/>
              <a:defRPr>
                <a:solidFill>
                  <a:schemeClr val="tx1"/>
                </a:solidFill>
                <a:latin typeface="맑은 고딕"/>
                <a:ea typeface="맑은 고딕"/>
                <a:cs typeface="맑은 고딕"/>
              </a:defRPr>
            </a:lvl4pPr>
            <a:lvl5pPr marL="2057400" indent="-228600">
              <a:buNone/>
              <a:defRPr>
                <a:solidFill>
                  <a:schemeClr val="tx1"/>
                </a:solidFill>
                <a:latin typeface="맑은 고딕"/>
                <a:ea typeface="맑은 고딕"/>
                <a:cs typeface="맑은 고딕"/>
              </a:defRPr>
            </a:lvl5pPr>
            <a:lvl6pPr marL="2514600" indent="-228600">
              <a:spcBef>
                <a:spcPts val="0"/>
              </a:spcBef>
              <a:spcAft>
                <a:spcPts val="0"/>
              </a:spcAft>
              <a:buNone/>
              <a:defRPr>
                <a:solidFill>
                  <a:schemeClr val="tx1"/>
                </a:solidFill>
                <a:latin typeface="맑은 고딕"/>
                <a:ea typeface="맑은 고딕"/>
                <a:cs typeface="맑은 고딕"/>
              </a:defRPr>
            </a:lvl6pPr>
            <a:lvl7pPr marL="2971800" indent="-228600">
              <a:spcBef>
                <a:spcPts val="0"/>
              </a:spcBef>
              <a:spcAft>
                <a:spcPts val="0"/>
              </a:spcAft>
              <a:buNone/>
              <a:defRPr>
                <a:solidFill>
                  <a:schemeClr val="tx1"/>
                </a:solidFill>
                <a:latin typeface="맑은 고딕"/>
                <a:ea typeface="맑은 고딕"/>
                <a:cs typeface="맑은 고딕"/>
              </a:defRPr>
            </a:lvl7pPr>
            <a:lvl8pPr marL="3429000" indent="-228600">
              <a:spcBef>
                <a:spcPts val="0"/>
              </a:spcBef>
              <a:spcAft>
                <a:spcPts val="0"/>
              </a:spcAft>
              <a:buNone/>
              <a:defRPr>
                <a:solidFill>
                  <a:schemeClr val="tx1"/>
                </a:solidFill>
                <a:latin typeface="맑은 고딕"/>
                <a:ea typeface="맑은 고딕"/>
                <a:cs typeface="맑은 고딕"/>
              </a:defRPr>
            </a:lvl8pPr>
            <a:lvl9pPr marL="3886200" indent="-228600">
              <a:spcBef>
                <a:spcPts val="0"/>
              </a:spcBef>
              <a:spcAft>
                <a:spcPts val="0"/>
              </a:spcAft>
              <a:buNone/>
              <a:defRPr>
                <a:solidFill>
                  <a:schemeClr val="tx1"/>
                </a:solidFill>
                <a:latin typeface="맑은 고딕"/>
                <a:ea typeface="맑은 고딕"/>
                <a:cs typeface="맑은 고딕"/>
              </a:defRPr>
            </a:lvl9pPr>
          </a:lstStyle>
          <a:p xmlns:a="http://schemas.openxmlformats.org/drawingml/2006/main">
            <a:pPr algn="ctr">
              <a:buNone/>
            </a:pPr>
            <a:r>
              <a:rPr sz="4000">
                <a:solidFill>
                  <a:srgbClr val="FFFFFF"/>
                </a:solidFill>
                <a:latin typeface="함초롬바탕"/>
                <a:ea typeface="함초롬바탕"/>
                <a:cs typeface="함초롬바탕"/>
              </a:rPr>
              <a:t>.</a:t>
            </a:r>
          </a:p>
        </p:txBody>
      </p:sp>
      <p:sp>
        <p:nvSpPr>
          <p:cNvPr id="40" name="사각형: 둥근 모서리 13">
            <a:extLst xmlns:a="http://schemas.openxmlformats.org/drawingml/2006/main">
              <a:ext uri="{FF2B5EF4-FFF2-40B4-BE49-F238E27FC236}">
                <a16:creationId xmlns:a16="http://schemas.microsoft.com/office/drawing/2014/main" id="{F217A805-5DF0-4D0C-8EEC-7FF12F8285B0}"/>
              </a:ext>
            </a:extLst>
          </p:cNvPr>
          <p:cNvSpPr>
            <a:spLocks xmlns:a="http://schemas.openxmlformats.org/drawingml/2006/main" noGrp="1"/>
          </p:cNvSpPr>
          <p:nvPr/>
        </p:nvSpPr>
        <p:spPr>
          <a:xfrm xmlns:a="http://schemas.openxmlformats.org/drawingml/2006/main" rot="0">
            <a:off x="1155162" y="24280718"/>
            <a:ext cx="3705536" cy="1237906"/>
          </a:xfrm>
          <a:prstGeom xmlns:a="http://schemas.openxmlformats.org/drawingml/2006/main" prst="roundRect">
            <a:avLst>
              <a:gd name="adj" fmla="val 16667"/>
            </a:avLst>
          </a:prstGeom>
          <a:solidFill xmlns:a="http://schemas.openxmlformats.org/drawingml/2006/main">
            <a:srgbClr val="C00000"/>
          </a:solidFill>
          <a:ln xmlns:a="http://schemas.openxmlformats.org/drawingml/2006/main" w="12700">
            <a:solidFill>
              <a:srgbClr val="2F528F"/>
            </a:solidFill>
          </a:ln>
        </p:spPr>
        <p:txBody>
          <a:bodyPr xmlns:a="http://schemas.openxmlformats.org/drawingml/2006/main" anchor="ctr"/>
          <a:lstStyle xmlns:a="http://schemas.openxmlformats.org/drawingml/2006/main">
            <a:lvl1pPr>
              <a:buNone/>
              <a:defRPr>
                <a:solidFill>
                  <a:schemeClr val="tx1"/>
                </a:solidFill>
                <a:latin typeface="맑은 고딕"/>
                <a:ea typeface="맑은 고딕"/>
                <a:cs typeface="맑은 고딕"/>
              </a:defRPr>
            </a:lvl1pPr>
            <a:lvl2pPr marL="742950" indent="-285750">
              <a:buNone/>
              <a:defRPr>
                <a:solidFill>
                  <a:schemeClr val="tx1"/>
                </a:solidFill>
                <a:latin typeface="맑은 고딕"/>
                <a:ea typeface="맑은 고딕"/>
                <a:cs typeface="맑은 고딕"/>
              </a:defRPr>
            </a:lvl2pPr>
            <a:lvl3pPr marL="1143000" indent="-228600">
              <a:buNone/>
              <a:defRPr>
                <a:solidFill>
                  <a:schemeClr val="tx1"/>
                </a:solidFill>
                <a:latin typeface="맑은 고딕"/>
                <a:ea typeface="맑은 고딕"/>
                <a:cs typeface="맑은 고딕"/>
              </a:defRPr>
            </a:lvl3pPr>
            <a:lvl4pPr marL="1600200" indent="-228600">
              <a:buNone/>
              <a:defRPr>
                <a:solidFill>
                  <a:schemeClr val="tx1"/>
                </a:solidFill>
                <a:latin typeface="맑은 고딕"/>
                <a:ea typeface="맑은 고딕"/>
                <a:cs typeface="맑은 고딕"/>
              </a:defRPr>
            </a:lvl4pPr>
            <a:lvl5pPr marL="2057400" indent="-228600">
              <a:buNone/>
              <a:defRPr>
                <a:solidFill>
                  <a:schemeClr val="tx1"/>
                </a:solidFill>
                <a:latin typeface="맑은 고딕"/>
                <a:ea typeface="맑은 고딕"/>
                <a:cs typeface="맑은 고딕"/>
              </a:defRPr>
            </a:lvl5pPr>
            <a:lvl6pPr marL="2514600" indent="-228600">
              <a:spcBef>
                <a:spcPts val="0"/>
              </a:spcBef>
              <a:spcAft>
                <a:spcPts val="0"/>
              </a:spcAft>
              <a:buNone/>
              <a:defRPr>
                <a:solidFill>
                  <a:schemeClr val="tx1"/>
                </a:solidFill>
                <a:latin typeface="맑은 고딕"/>
                <a:ea typeface="맑은 고딕"/>
                <a:cs typeface="맑은 고딕"/>
              </a:defRPr>
            </a:lvl6pPr>
            <a:lvl7pPr marL="2971800" indent="-228600">
              <a:spcBef>
                <a:spcPts val="0"/>
              </a:spcBef>
              <a:spcAft>
                <a:spcPts val="0"/>
              </a:spcAft>
              <a:buNone/>
              <a:defRPr>
                <a:solidFill>
                  <a:schemeClr val="tx1"/>
                </a:solidFill>
                <a:latin typeface="맑은 고딕"/>
                <a:ea typeface="맑은 고딕"/>
                <a:cs typeface="맑은 고딕"/>
              </a:defRPr>
            </a:lvl7pPr>
            <a:lvl8pPr marL="3429000" indent="-228600">
              <a:spcBef>
                <a:spcPts val="0"/>
              </a:spcBef>
              <a:spcAft>
                <a:spcPts val="0"/>
              </a:spcAft>
              <a:buNone/>
              <a:defRPr>
                <a:solidFill>
                  <a:schemeClr val="tx1"/>
                </a:solidFill>
                <a:latin typeface="맑은 고딕"/>
                <a:ea typeface="맑은 고딕"/>
                <a:cs typeface="맑은 고딕"/>
              </a:defRPr>
            </a:lvl8pPr>
            <a:lvl9pPr marL="3886200" indent="-228600">
              <a:spcBef>
                <a:spcPts val="0"/>
              </a:spcBef>
              <a:spcAft>
                <a:spcPts val="0"/>
              </a:spcAft>
              <a:buNone/>
              <a:defRPr>
                <a:solidFill>
                  <a:schemeClr val="tx1"/>
                </a:solidFill>
                <a:latin typeface="맑은 고딕"/>
                <a:ea typeface="맑은 고딕"/>
                <a:cs typeface="맑은 고딕"/>
              </a:defRPr>
            </a:lvl9pPr>
          </a:lstStyle>
          <a:p xmlns:a="http://schemas.openxmlformats.org/drawingml/2006/main">
            <a:pPr algn="ctr">
              <a:buNone/>
            </a:pPr>
            <a:r>
              <a:rPr sz="4000">
                <a:solidFill>
                  <a:srgbClr val="FFFFFF"/>
                </a:solidFill>
                <a:latin typeface="함초롬바탕"/>
                <a:ea typeface="함초롬바탕"/>
                <a:cs typeface="함초롬바탕"/>
              </a:rPr>
              <a:t>.</a:t>
            </a:r>
          </a:p>
        </p:txBody>
      </p:sp>
      <p:cxnSp>
        <p:nvCxnSpPr>
          <p:cNvPr id="41" name="직선 연결선 17"/>
          <p:cNvCxnSpPr/>
          <p:nvPr/>
        </p:nvCxnSpPr>
        <p:spPr>
          <a:xfrm xmlns:a="http://schemas.openxmlformats.org/drawingml/2006/main" rot="0">
            <a:off x="3952861" y="25594534"/>
            <a:ext cx="0" cy="1697095"/>
          </a:xfrm>
          <a:prstGeom xmlns:a="http://schemas.openxmlformats.org/drawingml/2006/main" prst="line">
            <a:avLst/>
          </a:prstGeom>
          <a:ln xmlns:a="http://schemas.openxmlformats.org/drawingml/2006/main" w="76200">
            <a:solidFill>
              <a:srgbClr val="000000"/>
            </a:solidFill>
            <a:miter/>
            <a:headEnd type="triangle" w="med" len="med"/>
            <a:tailEnd type="triangle" w="med" len="med"/>
          </a:ln>
        </p:spPr>
      </p:cxnSp>
      <p:cxnSp>
        <p:nvCxnSpPr>
          <p:cNvPr id="42" name="직선 연결선 17"/>
          <p:cNvCxnSpPr/>
          <p:nvPr/>
        </p:nvCxnSpPr>
        <p:spPr>
          <a:xfrm xmlns:a="http://schemas.openxmlformats.org/drawingml/2006/main" rot="0">
            <a:off x="12018403" y="25591956"/>
            <a:ext cx="0" cy="1697095"/>
          </a:xfrm>
          <a:prstGeom xmlns:a="http://schemas.openxmlformats.org/drawingml/2006/main" prst="line">
            <a:avLst/>
          </a:prstGeom>
          <a:ln xmlns:a="http://schemas.openxmlformats.org/drawingml/2006/main" w="76200">
            <a:solidFill>
              <a:srgbClr val="000000"/>
            </a:solidFill>
            <a:miter/>
            <a:headEnd type="triangle" w="med" len="med"/>
            <a:tailEnd type="triangle" w="med" len="med"/>
          </a:ln>
        </p:spPr>
      </p:cxnSp>
      <p:cxnSp>
        <p:nvCxnSpPr>
          <p:cNvPr id="43" name="연결선: 구부러짐 136"/>
          <p:cNvCxnSpPr/>
          <p:nvPr/>
        </p:nvCxnSpPr>
        <p:spPr>
          <a:xfrm xmlns:a="http://schemas.openxmlformats.org/drawingml/2006/main" rot="21600000" flipH="1">
            <a:off x="1073440" y="23006791"/>
            <a:ext cx="2499" cy="1922902"/>
          </a:xfrm>
          <a:prstGeom xmlns:a="http://schemas.openxmlformats.org/drawingml/2006/main" prst="curvedConnector3">
            <a:avLst>
              <a:gd name="adj1" fmla="val 28244044"/>
            </a:avLst>
          </a:prstGeom>
          <a:ln xmlns:a="http://schemas.openxmlformats.org/drawingml/2006/main" w="76200">
            <a:headEnd type="triangle"/>
            <a:tailEnd type="triangle"/>
          </a:ln>
        </p:spPr>
        <p: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p:style>
      </p:cxnSp>
      <p:sp>
        <p:nvSpPr>
          <p:cNvPr id="46" name="">
            <a:extLst xmlns:a="http://schemas.openxmlformats.org/drawingml/2006/main">
              <a:ext uri="{FF2B5EF4-FFF2-40B4-BE49-F238E27FC236}">
                <a16:creationId xmlns:a16="http://schemas.microsoft.com/office/drawing/2014/main" id="{48A730C7-BC21-4358-B18A-91BC649480F5}"/>
              </a:ext>
            </a:extLst>
          </p:cNvPr>
          <p:cNvSpPr>
            <a:spLocks xmlns:a="http://schemas.openxmlformats.org/drawingml/2006/main" noGrp="1"/>
          </p:cNvSpPr>
          <p:nvPr/>
        </p:nvSpPr>
        <p:spPr>
          <a:xfrm xmlns:a="http://schemas.openxmlformats.org/drawingml/2006/main">
            <a:off x="400050" y="6038850"/>
            <a:ext cx="14287500" cy="164782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47" name="">
            <a:extLst xmlns:a="http://schemas.openxmlformats.org/drawingml/2006/main">
              <a:ext uri="{FF2B5EF4-FFF2-40B4-BE49-F238E27FC236}">
                <a16:creationId xmlns:a16="http://schemas.microsoft.com/office/drawing/2014/main" id="{93C72A14-3DD7-4B48-9A1D-D737613758BD}"/>
              </a:ext>
            </a:extLst>
          </p:cNvPr>
          <p:cNvSpPr>
            <a:spLocks xmlns:a="http://schemas.openxmlformats.org/drawingml/2006/main" noGrp="1"/>
          </p:cNvSpPr>
          <p:nvPr/>
        </p:nvSpPr>
        <p:spPr>
          <a:xfrm xmlns:a="http://schemas.openxmlformats.org/drawingml/2006/main">
            <a:off x="438150" y="6191250"/>
            <a:ext cx="138112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3375" b="0">
                <a:solidFill>
                  <a:srgbClr val="FFFFFF"/>
                </a:solidFill>
                <a:latin typeface="Segoe UI"/>
                <a:ea typeface="Segoe UI"/>
                <a:cs typeface="Segoe UI"/>
              </a:rPr>
              <a:t>.</a:t>
            </a:r>
          </a:p>
        </p:txBody>
      </p:sp>
      <p:sp>
        <p:nvSpPr>
          <p:cNvPr id="48" name="">
            <a:extLst xmlns:a="http://schemas.openxmlformats.org/drawingml/2006/main">
              <a:ext uri="{FF2B5EF4-FFF2-40B4-BE49-F238E27FC236}">
                <a16:creationId xmlns:a16="http://schemas.microsoft.com/office/drawing/2014/main" id="{7AEBA61C-3AB4-4889-AFA8-00BF82414CE4}"/>
              </a:ext>
            </a:extLst>
          </p:cNvPr>
          <p:cNvSpPr>
            <a:spLocks xmlns:a="http://schemas.openxmlformats.org/drawingml/2006/main" noGrp="1"/>
          </p:cNvSpPr>
          <p:nvPr/>
        </p:nvSpPr>
        <p:spPr>
          <a:xfrm xmlns:a="http://schemas.openxmlformats.org/drawingml/2006/main">
            <a:off x="676275" y="7029450"/>
            <a:ext cx="323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775" b="1">
                <a:solidFill>
                  <a:srgbClr val="FFFFFF"/>
                </a:solidFill>
                <a:latin typeface="Segoe UI"/>
                <a:ea typeface="Segoe UI"/>
                <a:cs typeface="Segoe UI"/>
              </a:rPr>
              <a:t>.</a:t>
            </a:r>
          </a:p>
        </p:txBody>
      </p:sp>
      <p:sp>
        <p:nvSpPr>
          <p:cNvPr id="49" name="">
            <a:extLst xmlns:a="http://schemas.openxmlformats.org/drawingml/2006/main">
              <a:ext uri="{FF2B5EF4-FFF2-40B4-BE49-F238E27FC236}">
                <a16:creationId xmlns:a16="http://schemas.microsoft.com/office/drawing/2014/main" id="{E2F15992-707A-451C-9DED-33F52576E37D}"/>
              </a:ext>
            </a:extLst>
          </p:cNvPr>
          <p:cNvSpPr>
            <a:spLocks xmlns:a="http://schemas.openxmlformats.org/drawingml/2006/main" noGrp="1"/>
          </p:cNvSpPr>
          <p:nvPr/>
        </p:nvSpPr>
        <p:spPr>
          <a:xfrm xmlns:a="http://schemas.openxmlformats.org/drawingml/2006/main">
            <a:off x="1104900" y="7010400"/>
            <a:ext cx="1343025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625" b="0">
                <a:solidFill>
                  <a:srgbClr val="FFFFFF"/>
                </a:solidFill>
                <a:latin typeface="Segoe UI"/>
                <a:ea typeface="Segoe UI"/>
                <a:cs typeface="Segoe UI"/>
              </a:rPr>
              <a:t>.</a:t>
            </a:r>
          </a:p>
        </p:txBody>
      </p:sp>
      <p:sp>
        <p:nvSpPr>
          <p:cNvPr id="50" name="">
            <a:extLst xmlns:a="http://schemas.openxmlformats.org/drawingml/2006/main">
              <a:ext uri="{FF2B5EF4-FFF2-40B4-BE49-F238E27FC236}">
                <a16:creationId xmlns:a16="http://schemas.microsoft.com/office/drawing/2014/main" id="{7018E429-CC4F-48FF-973F-2516AB81E796}"/>
              </a:ext>
            </a:extLst>
          </p:cNvPr>
          <p:cNvSpPr>
            <a:spLocks xmlns:a="http://schemas.openxmlformats.org/drawingml/2006/main" noGrp="1"/>
          </p:cNvSpPr>
          <p:nvPr/>
        </p:nvSpPr>
        <p:spPr>
          <a:xfrm xmlns:a="http://schemas.openxmlformats.org/drawingml/2006/main">
            <a:off x="676275" y="8343900"/>
            <a:ext cx="323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775" b="1">
                <a:solidFill>
                  <a:srgbClr val="FFFFFF"/>
                </a:solidFill>
                <a:latin typeface="Segoe UI"/>
                <a:ea typeface="Segoe UI"/>
                <a:cs typeface="Segoe UI"/>
              </a:rPr>
              <a:t>.</a:t>
            </a:r>
          </a:p>
        </p:txBody>
      </p:sp>
      <p:sp>
        <p:nvSpPr>
          <p:cNvPr id="51" name="">
            <a:extLst xmlns:a="http://schemas.openxmlformats.org/drawingml/2006/main">
              <a:ext uri="{FF2B5EF4-FFF2-40B4-BE49-F238E27FC236}">
                <a16:creationId xmlns:a16="http://schemas.microsoft.com/office/drawing/2014/main" id="{077439D5-9781-4C90-B807-60FFBBD11BF1}"/>
              </a:ext>
            </a:extLst>
          </p:cNvPr>
          <p:cNvSpPr>
            <a:spLocks xmlns:a="http://schemas.openxmlformats.org/drawingml/2006/main" noGrp="1"/>
          </p:cNvSpPr>
          <p:nvPr/>
        </p:nvSpPr>
        <p:spPr>
          <a:xfrm xmlns:a="http://schemas.openxmlformats.org/drawingml/2006/main">
            <a:off x="1104900" y="8324850"/>
            <a:ext cx="1343025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625" b="0">
                <a:solidFill>
                  <a:srgbClr val="FFFFFF"/>
                </a:solidFill>
                <a:latin typeface="Segoe UI"/>
                <a:ea typeface="Segoe UI"/>
                <a:cs typeface="Segoe UI"/>
              </a:rPr>
              <a:t>.</a:t>
            </a:r>
          </a:p>
        </p:txBody>
      </p:sp>
      <p:sp>
        <p:nvSpPr>
          <p:cNvPr id="52" name="">
            <a:extLst xmlns:a="http://schemas.openxmlformats.org/drawingml/2006/main">
              <a:ext uri="{FF2B5EF4-FFF2-40B4-BE49-F238E27FC236}">
                <a16:creationId xmlns:a16="http://schemas.microsoft.com/office/drawing/2014/main" id="{4ADB407B-6321-400C-8753-CDA6A3EF54DA}"/>
              </a:ext>
            </a:extLst>
          </p:cNvPr>
          <p:cNvSpPr>
            <a:spLocks xmlns:a="http://schemas.openxmlformats.org/drawingml/2006/main" noGrp="1"/>
          </p:cNvSpPr>
          <p:nvPr/>
        </p:nvSpPr>
        <p:spPr>
          <a:xfrm xmlns:a="http://schemas.openxmlformats.org/drawingml/2006/main">
            <a:off x="676275" y="9658350"/>
            <a:ext cx="323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775" b="1">
                <a:solidFill>
                  <a:srgbClr val="FFFFFF"/>
                </a:solidFill>
                <a:latin typeface="Segoe UI"/>
                <a:ea typeface="Segoe UI"/>
                <a:cs typeface="Segoe UI"/>
              </a:rPr>
              <a:t>.</a:t>
            </a:r>
          </a:p>
        </p:txBody>
      </p:sp>
      <p:sp>
        <p:nvSpPr>
          <p:cNvPr id="53" name="">
            <a:extLst xmlns:a="http://schemas.openxmlformats.org/drawingml/2006/main">
              <a:ext uri="{FF2B5EF4-FFF2-40B4-BE49-F238E27FC236}">
                <a16:creationId xmlns:a16="http://schemas.microsoft.com/office/drawing/2014/main" id="{5C980020-D75A-45A9-B1EF-6BD433A17201}"/>
              </a:ext>
            </a:extLst>
          </p:cNvPr>
          <p:cNvSpPr>
            <a:spLocks xmlns:a="http://schemas.openxmlformats.org/drawingml/2006/main" noGrp="1"/>
          </p:cNvSpPr>
          <p:nvPr/>
        </p:nvSpPr>
        <p:spPr>
          <a:xfrm xmlns:a="http://schemas.openxmlformats.org/drawingml/2006/main">
            <a:off x="1104900" y="9639300"/>
            <a:ext cx="1343025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625" b="0">
                <a:solidFill>
                  <a:srgbClr val="FFFFFF"/>
                </a:solidFill>
                <a:latin typeface="Segoe UI"/>
                <a:ea typeface="Segoe UI"/>
                <a:cs typeface="Segoe UI"/>
              </a:rPr>
              <a:t>.</a:t>
            </a:r>
          </a:p>
        </p:txBody>
      </p:sp>
      <p:sp>
        <p:nvSpPr>
          <p:cNvPr id="54" name="">
            <a:extLst xmlns:a="http://schemas.openxmlformats.org/drawingml/2006/main">
              <a:ext uri="{FF2B5EF4-FFF2-40B4-BE49-F238E27FC236}">
                <a16:creationId xmlns:a16="http://schemas.microsoft.com/office/drawing/2014/main" id="{0707412A-A889-42F0-A4D2-D919418017F6}"/>
              </a:ext>
            </a:extLst>
          </p:cNvPr>
          <p:cNvSpPr>
            <a:spLocks xmlns:a="http://schemas.openxmlformats.org/drawingml/2006/main" noGrp="1"/>
          </p:cNvSpPr>
          <p:nvPr/>
        </p:nvSpPr>
        <p:spPr>
          <a:xfrm xmlns:a="http://schemas.openxmlformats.org/drawingml/2006/main">
            <a:off x="438150" y="11163300"/>
            <a:ext cx="138112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3375" b="0">
                <a:solidFill>
                  <a:srgbClr val="FFFFFF"/>
                </a:solidFill>
                <a:latin typeface="Segoe UI"/>
                <a:ea typeface="Segoe UI"/>
                <a:cs typeface="Segoe UI"/>
              </a:rPr>
              <a:t>.</a:t>
            </a:r>
          </a:p>
        </p:txBody>
      </p:sp>
      <p:sp>
        <p:nvSpPr>
          <p:cNvPr id="55" name="">
            <a:extLst xmlns:a="http://schemas.openxmlformats.org/drawingml/2006/main">
              <a:ext uri="{FF2B5EF4-FFF2-40B4-BE49-F238E27FC236}">
                <a16:creationId xmlns:a16="http://schemas.microsoft.com/office/drawing/2014/main" id="{3B58CE3F-3D15-4C88-BC15-6FA7A1849D64}"/>
              </a:ext>
            </a:extLst>
          </p:cNvPr>
          <p:cNvSpPr>
            <a:spLocks xmlns:a="http://schemas.openxmlformats.org/drawingml/2006/main" noGrp="1"/>
          </p:cNvSpPr>
          <p:nvPr/>
        </p:nvSpPr>
        <p:spPr>
          <a:xfrm xmlns:a="http://schemas.openxmlformats.org/drawingml/2006/main">
            <a:off x="676275" y="12001500"/>
            <a:ext cx="323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775" b="1">
                <a:solidFill>
                  <a:srgbClr val="FFFFFF"/>
                </a:solidFill>
                <a:latin typeface="Segoe UI"/>
                <a:ea typeface="Segoe UI"/>
                <a:cs typeface="Segoe UI"/>
              </a:rPr>
              <a:t>.</a:t>
            </a:r>
          </a:p>
        </p:txBody>
      </p:sp>
      <p:sp>
        <p:nvSpPr>
          <p:cNvPr id="56" name="">
            <a:extLst xmlns:a="http://schemas.openxmlformats.org/drawingml/2006/main">
              <a:ext uri="{FF2B5EF4-FFF2-40B4-BE49-F238E27FC236}">
                <a16:creationId xmlns:a16="http://schemas.microsoft.com/office/drawing/2014/main" id="{B647CF60-E3C7-46D0-B8C0-B6271CF72E25}"/>
              </a:ext>
            </a:extLst>
          </p:cNvPr>
          <p:cNvSpPr>
            <a:spLocks xmlns:a="http://schemas.openxmlformats.org/drawingml/2006/main" noGrp="1"/>
          </p:cNvSpPr>
          <p:nvPr/>
        </p:nvSpPr>
        <p:spPr>
          <a:xfrm xmlns:a="http://schemas.openxmlformats.org/drawingml/2006/main">
            <a:off x="1104900" y="11982450"/>
            <a:ext cx="1343025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625" b="0">
                <a:solidFill>
                  <a:srgbClr val="FFFFFF"/>
                </a:solidFill>
                <a:latin typeface="Segoe UI"/>
                <a:ea typeface="Segoe UI"/>
                <a:cs typeface="Segoe UI"/>
              </a:rPr>
              <a:t>.</a:t>
            </a:r>
          </a:p>
        </p:txBody>
      </p:sp>
      <p:sp>
        <p:nvSpPr>
          <p:cNvPr id="57" name="">
            <a:extLst xmlns:a="http://schemas.openxmlformats.org/drawingml/2006/main">
              <a:ext uri="{FF2B5EF4-FFF2-40B4-BE49-F238E27FC236}">
                <a16:creationId xmlns:a16="http://schemas.microsoft.com/office/drawing/2014/main" id="{A738D1F3-C01A-45A8-8489-4FDEF4C0CC8B}"/>
              </a:ext>
            </a:extLst>
          </p:cNvPr>
          <p:cNvSpPr>
            <a:spLocks xmlns:a="http://schemas.openxmlformats.org/drawingml/2006/main" noGrp="1"/>
          </p:cNvSpPr>
          <p:nvPr/>
        </p:nvSpPr>
        <p:spPr>
          <a:xfrm xmlns:a="http://schemas.openxmlformats.org/drawingml/2006/main">
            <a:off x="676275" y="13315950"/>
            <a:ext cx="323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775" b="1">
                <a:solidFill>
                  <a:srgbClr val="FFFFFF"/>
                </a:solidFill>
                <a:latin typeface="Segoe UI"/>
                <a:ea typeface="Segoe UI"/>
                <a:cs typeface="Segoe UI"/>
              </a:rPr>
              <a:t>.</a:t>
            </a:r>
          </a:p>
        </p:txBody>
      </p:sp>
      <p:sp>
        <p:nvSpPr>
          <p:cNvPr id="58" name="">
            <a:extLst xmlns:a="http://schemas.openxmlformats.org/drawingml/2006/main">
              <a:ext uri="{FF2B5EF4-FFF2-40B4-BE49-F238E27FC236}">
                <a16:creationId xmlns:a16="http://schemas.microsoft.com/office/drawing/2014/main" id="{10DA69A8-F715-4F54-ABC1-BCBD2832B53C}"/>
              </a:ext>
            </a:extLst>
          </p:cNvPr>
          <p:cNvSpPr>
            <a:spLocks xmlns:a="http://schemas.openxmlformats.org/drawingml/2006/main" noGrp="1"/>
          </p:cNvSpPr>
          <p:nvPr/>
        </p:nvSpPr>
        <p:spPr>
          <a:xfrm xmlns:a="http://schemas.openxmlformats.org/drawingml/2006/main">
            <a:off x="1104900" y="13296900"/>
            <a:ext cx="1343025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625" b="0">
                <a:solidFill>
                  <a:srgbClr val="FFFFFF"/>
                </a:solidFill>
                <a:latin typeface="Segoe UI"/>
                <a:ea typeface="Segoe UI"/>
                <a:cs typeface="Segoe UI"/>
              </a:rPr>
              <a:t>.</a:t>
            </a:r>
          </a:p>
        </p:txBody>
      </p:sp>
      <p:sp>
        <p:nvSpPr>
          <p:cNvPr id="59" name="">
            <a:extLst xmlns:a="http://schemas.openxmlformats.org/drawingml/2006/main">
              <a:ext uri="{FF2B5EF4-FFF2-40B4-BE49-F238E27FC236}">
                <a16:creationId xmlns:a16="http://schemas.microsoft.com/office/drawing/2014/main" id="{D1A78D24-208A-4409-BD3D-8D38FF81756F}"/>
              </a:ext>
            </a:extLst>
          </p:cNvPr>
          <p:cNvSpPr>
            <a:spLocks xmlns:a="http://schemas.openxmlformats.org/drawingml/2006/main" noGrp="1"/>
          </p:cNvSpPr>
          <p:nvPr/>
        </p:nvSpPr>
        <p:spPr>
          <a:xfrm xmlns:a="http://schemas.openxmlformats.org/drawingml/2006/main">
            <a:off x="1104900" y="14611350"/>
            <a:ext cx="134302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625" b="1">
                <a:solidFill>
                  <a:srgbClr val="FFFFFF"/>
                </a:solidFill>
                <a:latin typeface="Segoe UI"/>
                <a:ea typeface="Segoe UI"/>
                <a:cs typeface="Segoe UI"/>
              </a:rPr>
              <a:t>.</a:t>
            </a:r>
          </a:p>
        </p:txBody>
      </p:sp>
      <p:sp>
        <p:nvSpPr>
          <p:cNvPr id="60" name="">
            <a:extLst xmlns:a="http://schemas.openxmlformats.org/drawingml/2006/main">
              <a:ext uri="{FF2B5EF4-FFF2-40B4-BE49-F238E27FC236}">
                <a16:creationId xmlns:a16="http://schemas.microsoft.com/office/drawing/2014/main" id="{01DA64CF-195B-4C5F-AF84-E9F4745BD221}"/>
              </a:ext>
            </a:extLst>
          </p:cNvPr>
          <p:cNvSpPr>
            <a:spLocks xmlns:a="http://schemas.openxmlformats.org/drawingml/2006/main" noGrp="1"/>
          </p:cNvSpPr>
          <p:nvPr/>
        </p:nvSpPr>
        <p:spPr>
          <a:xfrm xmlns:a="http://schemas.openxmlformats.org/drawingml/2006/main">
            <a:off x="962025" y="15163800"/>
            <a:ext cx="323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550" b="1">
                <a:solidFill>
                  <a:srgbClr val="FFFFFF"/>
                </a:solidFill>
                <a:latin typeface="Segoe UI"/>
                <a:ea typeface="Segoe UI"/>
                <a:cs typeface="Segoe UI"/>
              </a:rPr>
              <a:t>.</a:t>
            </a:r>
          </a:p>
        </p:txBody>
      </p:sp>
      <p:sp>
        <p:nvSpPr>
          <p:cNvPr id="61" name="">
            <a:extLst xmlns:a="http://schemas.openxmlformats.org/drawingml/2006/main">
              <a:ext uri="{FF2B5EF4-FFF2-40B4-BE49-F238E27FC236}">
                <a16:creationId xmlns:a16="http://schemas.microsoft.com/office/drawing/2014/main" id="{752372B0-B201-4D26-957D-10438B8E7127}"/>
              </a:ext>
            </a:extLst>
          </p:cNvPr>
          <p:cNvSpPr>
            <a:spLocks xmlns:a="http://schemas.openxmlformats.org/drawingml/2006/main" noGrp="1"/>
          </p:cNvSpPr>
          <p:nvPr/>
        </p:nvSpPr>
        <p:spPr>
          <a:xfrm xmlns:a="http://schemas.openxmlformats.org/drawingml/2006/main">
            <a:off x="1485900" y="15144750"/>
            <a:ext cx="13049250" cy="5429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400" b="1">
                <a:solidFill>
                  <a:srgbClr val="FFFFFF"/>
                </a:solidFill>
                <a:latin typeface="Segoe UI"/>
                <a:ea typeface="Segoe UI"/>
                <a:cs typeface="Segoe UI"/>
              </a:rPr>
              <a:t>.</a:t>
            </a:r>
          </a:p>
        </p:txBody>
      </p:sp>
      <p:sp>
        <p:nvSpPr>
          <p:cNvPr id="62" name="">
            <a:extLst xmlns:a="http://schemas.openxmlformats.org/drawingml/2006/main">
              <a:ext uri="{FF2B5EF4-FFF2-40B4-BE49-F238E27FC236}">
                <a16:creationId xmlns:a16="http://schemas.microsoft.com/office/drawing/2014/main" id="{3D4CCB49-5752-418D-8A2B-310C9C186AA8}"/>
              </a:ext>
            </a:extLst>
          </p:cNvPr>
          <p:cNvSpPr>
            <a:spLocks xmlns:a="http://schemas.openxmlformats.org/drawingml/2006/main" noGrp="1"/>
          </p:cNvSpPr>
          <p:nvPr/>
        </p:nvSpPr>
        <p:spPr>
          <a:xfrm xmlns:a="http://schemas.openxmlformats.org/drawingml/2006/main">
            <a:off x="962025" y="15859125"/>
            <a:ext cx="323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550" b="1">
                <a:solidFill>
                  <a:srgbClr val="FFFFFF"/>
                </a:solidFill>
                <a:latin typeface="Segoe UI"/>
                <a:ea typeface="Segoe UI"/>
                <a:cs typeface="Segoe UI"/>
              </a:rPr>
              <a:t>.</a:t>
            </a:r>
          </a:p>
        </p:txBody>
      </p:sp>
      <p:sp>
        <p:nvSpPr>
          <p:cNvPr id="63" name="">
            <a:extLst xmlns:a="http://schemas.openxmlformats.org/drawingml/2006/main">
              <a:ext uri="{FF2B5EF4-FFF2-40B4-BE49-F238E27FC236}">
                <a16:creationId xmlns:a16="http://schemas.microsoft.com/office/drawing/2014/main" id="{2FC62465-DACA-4B9C-834A-63281F81224D}"/>
              </a:ext>
            </a:extLst>
          </p:cNvPr>
          <p:cNvSpPr>
            <a:spLocks xmlns:a="http://schemas.openxmlformats.org/drawingml/2006/main" noGrp="1"/>
          </p:cNvSpPr>
          <p:nvPr/>
        </p:nvSpPr>
        <p:spPr>
          <a:xfrm xmlns:a="http://schemas.openxmlformats.org/drawingml/2006/main">
            <a:off x="1485900" y="15840075"/>
            <a:ext cx="13049250" cy="5429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lstStyle xmlns:a="http://schemas.openxmlformats.org/drawingml/2006/main"/>
          <a:p xmlns:a="http://schemas.openxmlformats.org/drawingml/2006/main">
            <a:r>
              <a:rPr sz="2400" b="0">
                <a:solidFill>
                  <a:srgbClr val="FFFFFF"/>
                </a:solidFill>
                <a:latin typeface="Segoe UI"/>
                <a:ea typeface="Segoe UI"/>
                <a:cs typeface="Segoe UI"/>
              </a:rPr>
              <a:t>.</a:t>
            </a:r>
          </a:p>
        </p:txBody>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d14fda6213bf4913">
            <a:extLst>
              <a:ext uri="{96DAC541-7B7A-43D3-8B79-37D633B846F1}">
                <asvg:svgBlip xmlns:asvg="http://schemas.microsoft.com/office/drawing/2016/SVG/main" r:embed="R5adca3e82fe240ba"/>
              </a:ext>
            </a:extLst>
          </a:blip>
          <a:stretch xmlns:a="http://schemas.openxmlformats.org/drawingml/2006/main"/>
        </p:blipFill>
        <p:spPr>
          <a:xfrm xmlns:a="http://schemas.openxmlformats.org/drawingml/2006/main">
            <a:off x="914400" y="23764875"/>
            <a:ext cx="14382750" cy="4038600"/>
          </a:xfrm>
          <a:prstGeom xmlns:a="http://schemas.openxmlformats.org/drawingml/2006/main" prst="rect">
            <a:avLst/>
          </a:prstGeom>
        </p:spPr>
      </p:pic>
      <p:sp>
        <p:nvSpPr>
          <p:cNvPr id="67" name="">
            <a:extLst xmlns:a="http://schemas.openxmlformats.org/drawingml/2006/main">
              <a:ext uri="{FF2B5EF4-FFF2-40B4-BE49-F238E27FC236}">
                <a16:creationId xmlns:a16="http://schemas.microsoft.com/office/drawing/2014/main" id="{7D7C5543-F6CD-4A33-A908-198F3526F7E3}"/>
              </a:ext>
            </a:extLst>
          </p:cNvPr>
          <p:cNvSpPr>
            <a:spLocks xmlns:a="http://schemas.openxmlformats.org/drawingml/2006/main" noGrp="1"/>
          </p:cNvSpPr>
          <p:nvPr/>
        </p:nvSpPr>
        <p:spPr>
          <a:xfrm xmlns:a="http://schemas.openxmlformats.org/drawingml/2006/main">
            <a:off x="0" y="5810250"/>
            <a:ext cx="30480000" cy="37290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8" name="">
            <a:extLst xmlns:a="http://schemas.openxmlformats.org/drawingml/2006/main">
              <a:ext uri="{FF2B5EF4-FFF2-40B4-BE49-F238E27FC236}">
                <a16:creationId xmlns:a16="http://schemas.microsoft.com/office/drawing/2014/main" id="{68232F48-30A0-41F9-BC1A-36D80728B91E}"/>
              </a:ext>
            </a:extLst>
          </p:cNvPr>
          <p:cNvSpPr>
            <a:spLocks xmlns:a="http://schemas.openxmlformats.org/drawingml/2006/main" noGrp="1"/>
          </p:cNvSpPr>
          <p:nvPr/>
        </p:nvSpPr>
        <p:spPr>
          <a:xfrm xmlns:a="http://schemas.openxmlformats.org/drawingml/2006/main">
            <a:off x="666750" y="5638800"/>
            <a:ext cx="29146500" cy="76200"/>
          </a:xfrm>
          <a:prstGeom xmlns:a="http://schemas.openxmlformats.org/drawingml/2006/main" prst="rect">
            <a:avLst/>
          </a:prstGeom>
          <a:solidFill xmlns:a="http://schemas.openxmlformats.org/drawingml/2006/main">
            <a:srgbClr val="25214E"/>
          </a:solidFill>
          <a:ln xmlns:a="http://schemas.openxmlformats.org/drawingml/2006/main" w="0">
            <a:solidFill>
              <a:srgbClr val="25214E"/>
            </a:solidFill>
            <a:prstDash val="solid"/>
          </a:ln>
        </p:spPr>
      </p:sp>
      <p:sp>
        <p:nvSpPr>
          <p:cNvPr id="69" name="">
            <a:extLst xmlns:a="http://schemas.openxmlformats.org/drawingml/2006/main">
              <a:ext uri="{FF2B5EF4-FFF2-40B4-BE49-F238E27FC236}">
                <a16:creationId xmlns:a16="http://schemas.microsoft.com/office/drawing/2014/main" id="{21CE6301-1C94-4EE5-9E97-DE2DD5684F5D}"/>
              </a:ext>
            </a:extLst>
          </p:cNvPr>
          <p:cNvSpPr>
            <a:spLocks xmlns:a="http://schemas.openxmlformats.org/drawingml/2006/main" noGrp="1"/>
          </p:cNvSpPr>
          <p:nvPr/>
        </p:nvSpPr>
        <p:spPr>
          <a:xfrm xmlns:a="http://schemas.openxmlformats.org/drawingml/2006/main">
            <a:off x="95250" y="95250"/>
            <a:ext cx="30289500" cy="42910125"/>
          </a:xfrm>
          <a:prstGeom xmlns:a="http://schemas.openxmlformats.org/drawingml/2006/main" prst="rect">
            <a:avLst/>
          </a:prstGeom>
          <a:solidFill xmlns:a="http://schemas.openxmlformats.org/drawingml/2006/main">
            <a:srgbClr val="000000">
              <a:alpha val="0"/>
            </a:srgbClr>
          </a:solidFill>
          <a:ln xmlns:a="http://schemas.openxmlformats.org/drawingml/2006/main" w="38100">
            <a:solidFill>
              <a:srgbClr val="25214E"/>
            </a:solidFill>
            <a:prstDash val="solid"/>
          </a:ln>
        </p:spPr>
      </p:sp>
      <p:sp>
        <p:nvSpPr>
          <p:cNvPr id="70" name="">
            <a:extLst xmlns:a="http://schemas.openxmlformats.org/drawingml/2006/main">
              <a:ext uri="{FF2B5EF4-FFF2-40B4-BE49-F238E27FC236}">
                <a16:creationId xmlns:a16="http://schemas.microsoft.com/office/drawing/2014/main" id="{A383323E-D4F4-4113-AC5C-2FB97EB95961}"/>
              </a:ext>
            </a:extLst>
          </p:cNvPr>
          <p:cNvSpPr>
            <a:spLocks xmlns:a="http://schemas.openxmlformats.org/drawingml/2006/main" noGrp="1"/>
          </p:cNvSpPr>
          <p:nvPr/>
        </p:nvSpPr>
        <p:spPr>
          <a:xfrm xmlns:a="http://schemas.openxmlformats.org/drawingml/2006/main">
            <a:off x="952500" y="6429375"/>
            <a:ext cx="28575000" cy="3333750"/>
          </a:xfrm>
          <a:prstGeom xmlns:a="http://schemas.openxmlformats.org/drawingml/2006/main" prst="rect">
            <a:avLst/>
          </a:prstGeom>
          <a:solidFill xmlns:a="http://schemas.openxmlformats.org/drawingml/2006/main">
            <a:srgbClr val="F6F8FC"/>
          </a:solidFill>
          <a:ln xmlns:a="http://schemas.openxmlformats.org/drawingml/2006/main" w="19050">
            <a:solidFill>
              <a:srgbClr val="D9E2F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71" name="">
            <a:extLst xmlns:a="http://schemas.openxmlformats.org/drawingml/2006/main">
              <a:ext uri="{FF2B5EF4-FFF2-40B4-BE49-F238E27FC236}">
                <a16:creationId xmlns:a16="http://schemas.microsoft.com/office/drawing/2014/main" id="{3B3C5EE5-720D-4D9D-81A7-8825F3D984C4}"/>
              </a:ext>
            </a:extLst>
          </p:cNvPr>
          <p:cNvSpPr>
            <a:spLocks xmlns:a="http://schemas.openxmlformats.org/drawingml/2006/main" noGrp="1"/>
          </p:cNvSpPr>
          <p:nvPr/>
        </p:nvSpPr>
        <p:spPr>
          <a:xfrm xmlns:a="http://schemas.openxmlformats.org/drawingml/2006/main">
            <a:off x="952500" y="6429375"/>
            <a:ext cx="171450" cy="3333750"/>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72" name="">
            <a:extLst xmlns:a="http://schemas.openxmlformats.org/drawingml/2006/main">
              <a:ext uri="{FF2B5EF4-FFF2-40B4-BE49-F238E27FC236}">
                <a16:creationId xmlns:a16="http://schemas.microsoft.com/office/drawing/2014/main" id="{62C2ADD5-2CA1-4EF5-B84B-7E44E85895D1}"/>
              </a:ext>
            </a:extLst>
          </p:cNvPr>
          <p:cNvSpPr>
            <a:spLocks xmlns:a="http://schemas.openxmlformats.org/drawingml/2006/main" noGrp="1"/>
          </p:cNvSpPr>
          <p:nvPr/>
        </p:nvSpPr>
        <p:spPr>
          <a:xfrm xmlns:a="http://schemas.openxmlformats.org/drawingml/2006/main">
            <a:off x="1381125" y="6858000"/>
            <a:ext cx="34290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C91414"/>
                </a:solidFill>
                <a:latin typeface="Segoe UI"/>
                <a:ea typeface="Segoe UI"/>
                <a:cs typeface="Segoe UI"/>
              </a:defRPr>
            </a:pPr>
            <a:r>
              <a:rPr sz="2100" b="1">
                <a:solidFill>
                  <a:srgbClr val="FFFFFF"/>
                </a:solidFill>
                <a:latin typeface="Segoe UI"/>
                <a:ea typeface="Segoe UI"/>
                <a:cs typeface="Segoe UI"/>
              </a:rPr>
              <a:t>.</a:t>
            </a:r>
          </a:p>
        </p:txBody>
      </p:sp>
      <p:sp>
        <p:nvSpPr>
          <p:cNvPr id="73" name="">
            <a:extLst xmlns:a="http://schemas.openxmlformats.org/drawingml/2006/main">
              <a:ext uri="{FF2B5EF4-FFF2-40B4-BE49-F238E27FC236}">
                <a16:creationId xmlns:a16="http://schemas.microsoft.com/office/drawing/2014/main" id="{68933D8C-D9B7-47C9-AF3E-B8BE466FF5EF}"/>
              </a:ext>
            </a:extLst>
          </p:cNvPr>
          <p:cNvSpPr>
            <a:spLocks xmlns:a="http://schemas.openxmlformats.org/drawingml/2006/main" noGrp="1"/>
          </p:cNvSpPr>
          <p:nvPr/>
        </p:nvSpPr>
        <p:spPr>
          <a:xfrm xmlns:a="http://schemas.openxmlformats.org/drawingml/2006/main">
            <a:off x="1381125" y="7381875"/>
            <a:ext cx="230505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450" b="1">
                <a:solidFill>
                  <a:srgbClr val="2B2A55"/>
                </a:solidFill>
                <a:latin typeface="Segoe UI"/>
                <a:ea typeface="Segoe UI"/>
                <a:cs typeface="Segoe UI"/>
              </a:defRPr>
            </a:pPr>
            <a:r>
              <a:rPr sz="3450" b="1">
                <a:solidFill>
                  <a:srgbClr val="FFFFFF"/>
                </a:solidFill>
                <a:latin typeface="Segoe UI"/>
                <a:ea typeface="Segoe UI"/>
                <a:cs typeface="Segoe UI"/>
              </a:rPr>
              <a:t>.</a:t>
            </a:r>
          </a:p>
        </p:txBody>
      </p:sp>
      <p:sp>
        <p:nvSpPr>
          <p:cNvPr id="74" name="">
            <a:extLst xmlns:a="http://schemas.openxmlformats.org/drawingml/2006/main">
              <a:ext uri="{FF2B5EF4-FFF2-40B4-BE49-F238E27FC236}">
                <a16:creationId xmlns:a16="http://schemas.microsoft.com/office/drawing/2014/main" id="{4A48E542-DC23-48EB-9DF5-EFBDC562E9A7}"/>
              </a:ext>
            </a:extLst>
          </p:cNvPr>
          <p:cNvSpPr>
            <a:spLocks xmlns:a="http://schemas.openxmlformats.org/drawingml/2006/main" noGrp="1"/>
          </p:cNvSpPr>
          <p:nvPr/>
        </p:nvSpPr>
        <p:spPr>
          <a:xfrm xmlns:a="http://schemas.openxmlformats.org/drawingml/2006/main">
            <a:off x="1381125" y="8477250"/>
            <a:ext cx="26289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75" b="0">
                <a:solidFill>
                  <a:srgbClr val="4C4F73"/>
                </a:solidFill>
                <a:latin typeface="Segoe UI"/>
                <a:ea typeface="Segoe UI"/>
                <a:cs typeface="Segoe UI"/>
              </a:defRPr>
            </a:pPr>
            <a:r>
              <a:rPr sz="1875" b="0">
                <a:solidFill>
                  <a:srgbClr val="FFFFFF"/>
                </a:solidFill>
                <a:latin typeface="Segoe UI"/>
                <a:ea typeface="Segoe UI"/>
                <a:cs typeface="Segoe UI"/>
              </a:rPr>
              <a:t>.</a:t>
            </a:r>
          </a:p>
        </p:txBody>
      </p:sp>
      <p:sp>
        <p:nvSpPr>
          <p:cNvPr id="75" name="">
            <a:extLst xmlns:a="http://schemas.openxmlformats.org/drawingml/2006/main">
              <a:ext uri="{FF2B5EF4-FFF2-40B4-BE49-F238E27FC236}">
                <a16:creationId xmlns:a16="http://schemas.microsoft.com/office/drawing/2014/main" id="{47C3553A-9AA5-427F-8346-7682D4FE0608}"/>
              </a:ext>
            </a:extLst>
          </p:cNvPr>
          <p:cNvSpPr>
            <a:spLocks xmlns:a="http://schemas.openxmlformats.org/drawingml/2006/main" noGrp="1"/>
          </p:cNvSpPr>
          <p:nvPr/>
        </p:nvSpPr>
        <p:spPr>
          <a:xfrm xmlns:a="http://schemas.openxmlformats.org/drawingml/2006/main">
            <a:off x="20002500" y="6858000"/>
            <a:ext cx="3524250" cy="571500"/>
          </a:xfrm>
          <a:prstGeom xmlns:a="http://schemas.openxmlformats.org/drawingml/2006/main" prst="rect">
            <a:avLst/>
          </a:prstGeom>
          <a:solidFill xmlns:a="http://schemas.openxmlformats.org/drawingml/2006/main">
            <a:srgbClr val="C9141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76" name="">
            <a:extLst xmlns:a="http://schemas.openxmlformats.org/drawingml/2006/main">
              <a:ext uri="{FF2B5EF4-FFF2-40B4-BE49-F238E27FC236}">
                <a16:creationId xmlns:a16="http://schemas.microsoft.com/office/drawing/2014/main" id="{83858DB5-74AD-456E-9BF7-55254ADA1D46}"/>
              </a:ext>
            </a:extLst>
          </p:cNvPr>
          <p:cNvSpPr>
            <a:spLocks xmlns:a="http://schemas.openxmlformats.org/drawingml/2006/main" noGrp="1"/>
          </p:cNvSpPr>
          <p:nvPr/>
        </p:nvSpPr>
        <p:spPr>
          <a:xfrm xmlns:a="http://schemas.openxmlformats.org/drawingml/2006/main">
            <a:off x="20002500" y="6962775"/>
            <a:ext cx="3524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75" b="1">
                <a:solidFill>
                  <a:srgbClr val="FFFFFF"/>
                </a:solidFill>
                <a:latin typeface="Segoe UI"/>
                <a:ea typeface="Segoe UI"/>
                <a:cs typeface="Segoe UI"/>
              </a:defRPr>
            </a:pPr>
            <a:r>
              <a:rPr sz="1875" b="1">
                <a:solidFill>
                  <a:srgbClr val="FFFFFF"/>
                </a:solidFill>
                <a:latin typeface="Segoe UI"/>
                <a:ea typeface="Segoe UI"/>
                <a:cs typeface="Segoe UI"/>
              </a:rPr>
              <a:t>.</a:t>
            </a:r>
          </a:p>
        </p:txBody>
      </p:sp>
      <p:sp>
        <p:nvSpPr>
          <p:cNvPr id="77" name="">
            <a:extLst xmlns:a="http://schemas.openxmlformats.org/drawingml/2006/main">
              <a:ext uri="{FF2B5EF4-FFF2-40B4-BE49-F238E27FC236}">
                <a16:creationId xmlns:a16="http://schemas.microsoft.com/office/drawing/2014/main" id="{8F6C4A4B-3B96-401A-937C-7BBB29F72FAB}"/>
              </a:ext>
            </a:extLst>
          </p:cNvPr>
          <p:cNvSpPr>
            <a:spLocks xmlns:a="http://schemas.openxmlformats.org/drawingml/2006/main" noGrp="1"/>
          </p:cNvSpPr>
          <p:nvPr/>
        </p:nvSpPr>
        <p:spPr>
          <a:xfrm xmlns:a="http://schemas.openxmlformats.org/drawingml/2006/main">
            <a:off x="24003000" y="6858000"/>
            <a:ext cx="3524250" cy="571500"/>
          </a:xfrm>
          <a:prstGeom xmlns:a="http://schemas.openxmlformats.org/drawingml/2006/main" prst="rect">
            <a:avLst/>
          </a:prstGeom>
          <a:solidFill xmlns:a="http://schemas.openxmlformats.org/drawingml/2006/main">
            <a:srgbClr val="4472C4"/>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78" name="">
            <a:extLst xmlns:a="http://schemas.openxmlformats.org/drawingml/2006/main">
              <a:ext uri="{FF2B5EF4-FFF2-40B4-BE49-F238E27FC236}">
                <a16:creationId xmlns:a16="http://schemas.microsoft.com/office/drawing/2014/main" id="{D0E44F98-FD3B-41E3-A62A-8EFAAB69AAFF}"/>
              </a:ext>
            </a:extLst>
          </p:cNvPr>
          <p:cNvSpPr>
            <a:spLocks xmlns:a="http://schemas.openxmlformats.org/drawingml/2006/main" noGrp="1"/>
          </p:cNvSpPr>
          <p:nvPr/>
        </p:nvSpPr>
        <p:spPr>
          <a:xfrm xmlns:a="http://schemas.openxmlformats.org/drawingml/2006/main">
            <a:off x="24003000" y="6962775"/>
            <a:ext cx="3524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75" b="1">
                <a:solidFill>
                  <a:srgbClr val="FFFFFF"/>
                </a:solidFill>
                <a:latin typeface="Segoe UI"/>
                <a:ea typeface="Segoe UI"/>
                <a:cs typeface="Segoe UI"/>
              </a:defRPr>
            </a:pPr>
            <a:r>
              <a:rPr sz="1875" b="1">
                <a:solidFill>
                  <a:srgbClr val="FFFFFF"/>
                </a:solidFill>
                <a:latin typeface="Segoe UI"/>
                <a:ea typeface="Segoe UI"/>
                <a:cs typeface="Segoe UI"/>
              </a:rPr>
              <a:t>.</a:t>
            </a:r>
          </a:p>
        </p:txBody>
      </p:sp>
      <p:sp>
        <p:nvSpPr>
          <p:cNvPr id="79" name="">
            <a:extLst xmlns:a="http://schemas.openxmlformats.org/drawingml/2006/main">
              <a:ext uri="{FF2B5EF4-FFF2-40B4-BE49-F238E27FC236}">
                <a16:creationId xmlns:a16="http://schemas.microsoft.com/office/drawing/2014/main" id="{1995CB73-2172-406A-8D04-78389D89BD31}"/>
              </a:ext>
            </a:extLst>
          </p:cNvPr>
          <p:cNvSpPr>
            <a:spLocks xmlns:a="http://schemas.openxmlformats.org/drawingml/2006/main" noGrp="1"/>
          </p:cNvSpPr>
          <p:nvPr/>
        </p:nvSpPr>
        <p:spPr>
          <a:xfrm xmlns:a="http://schemas.openxmlformats.org/drawingml/2006/main">
            <a:off x="20002500" y="7639050"/>
            <a:ext cx="3524250" cy="571500"/>
          </a:xfrm>
          <a:prstGeom xmlns:a="http://schemas.openxmlformats.org/drawingml/2006/main" prst="rect">
            <a:avLst/>
          </a:prstGeom>
          <a:solidFill xmlns:a="http://schemas.openxmlformats.org/drawingml/2006/main">
            <a:srgbClr val="F4B321"/>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80" name="">
            <a:extLst xmlns:a="http://schemas.openxmlformats.org/drawingml/2006/main">
              <a:ext uri="{FF2B5EF4-FFF2-40B4-BE49-F238E27FC236}">
                <a16:creationId xmlns:a16="http://schemas.microsoft.com/office/drawing/2014/main" id="{93D8E17E-E88A-446E-B785-8CEE0369DCF4}"/>
              </a:ext>
            </a:extLst>
          </p:cNvPr>
          <p:cNvSpPr>
            <a:spLocks xmlns:a="http://schemas.openxmlformats.org/drawingml/2006/main" noGrp="1"/>
          </p:cNvSpPr>
          <p:nvPr/>
        </p:nvSpPr>
        <p:spPr>
          <a:xfrm xmlns:a="http://schemas.openxmlformats.org/drawingml/2006/main">
            <a:off x="20002500" y="7743825"/>
            <a:ext cx="3524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75" b="1">
                <a:solidFill>
                  <a:srgbClr val="FFFFFF"/>
                </a:solidFill>
                <a:latin typeface="Segoe UI"/>
                <a:ea typeface="Segoe UI"/>
                <a:cs typeface="Segoe UI"/>
              </a:defRPr>
            </a:pPr>
            <a:r>
              <a:rPr sz="1875" b="1">
                <a:solidFill>
                  <a:srgbClr val="FFFFFF"/>
                </a:solidFill>
                <a:latin typeface="Segoe UI"/>
                <a:ea typeface="Segoe UI"/>
                <a:cs typeface="Segoe UI"/>
              </a:rPr>
              <a:t>.</a:t>
            </a:r>
          </a:p>
        </p:txBody>
      </p:sp>
      <p:sp>
        <p:nvSpPr>
          <p:cNvPr id="81" name="">
            <a:extLst xmlns:a="http://schemas.openxmlformats.org/drawingml/2006/main">
              <a:ext uri="{FF2B5EF4-FFF2-40B4-BE49-F238E27FC236}">
                <a16:creationId xmlns:a16="http://schemas.microsoft.com/office/drawing/2014/main" id="{E80983B6-EE5F-4260-AC05-9847925A6CE7}"/>
              </a:ext>
            </a:extLst>
          </p:cNvPr>
          <p:cNvSpPr>
            <a:spLocks xmlns:a="http://schemas.openxmlformats.org/drawingml/2006/main" noGrp="1"/>
          </p:cNvSpPr>
          <p:nvPr/>
        </p:nvSpPr>
        <p:spPr>
          <a:xfrm xmlns:a="http://schemas.openxmlformats.org/drawingml/2006/main">
            <a:off x="24003000" y="7639050"/>
            <a:ext cx="3524250" cy="571500"/>
          </a:xfrm>
          <a:prstGeom xmlns:a="http://schemas.openxmlformats.org/drawingml/2006/main" prst="rect">
            <a:avLst/>
          </a:prstGeom>
          <a:solidFill xmlns:a="http://schemas.openxmlformats.org/drawingml/2006/main">
            <a:srgbClr val="6F5AA7"/>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82" name="">
            <a:extLst xmlns:a="http://schemas.openxmlformats.org/drawingml/2006/main">
              <a:ext uri="{FF2B5EF4-FFF2-40B4-BE49-F238E27FC236}">
                <a16:creationId xmlns:a16="http://schemas.microsoft.com/office/drawing/2014/main" id="{E8D62B04-0BBB-4570-983A-AFF48405BFDB}"/>
              </a:ext>
            </a:extLst>
          </p:cNvPr>
          <p:cNvSpPr>
            <a:spLocks xmlns:a="http://schemas.openxmlformats.org/drawingml/2006/main" noGrp="1"/>
          </p:cNvSpPr>
          <p:nvPr/>
        </p:nvSpPr>
        <p:spPr>
          <a:xfrm xmlns:a="http://schemas.openxmlformats.org/drawingml/2006/main">
            <a:off x="24003000" y="7743825"/>
            <a:ext cx="3524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75" b="1">
                <a:solidFill>
                  <a:srgbClr val="FFFFFF"/>
                </a:solidFill>
                <a:latin typeface="Segoe UI"/>
                <a:ea typeface="Segoe UI"/>
                <a:cs typeface="Segoe UI"/>
              </a:defRPr>
            </a:pPr>
            <a:r>
              <a:rPr sz="1875" b="1">
                <a:solidFill>
                  <a:srgbClr val="FFFFFF"/>
                </a:solidFill>
                <a:latin typeface="Segoe UI"/>
                <a:ea typeface="Segoe UI"/>
                <a:cs typeface="Segoe UI"/>
              </a:rPr>
              <a:t>.</a:t>
            </a:r>
          </a:p>
        </p:txBody>
      </p:sp>
      <p:sp>
        <p:nvSpPr>
          <p:cNvPr id="83" name="">
            <a:extLst xmlns:a="http://schemas.openxmlformats.org/drawingml/2006/main">
              <a:ext uri="{FF2B5EF4-FFF2-40B4-BE49-F238E27FC236}">
                <a16:creationId xmlns:a16="http://schemas.microsoft.com/office/drawing/2014/main" id="{30BA0829-5DD6-454C-A020-7FD22CE9A310}"/>
              </a:ext>
            </a:extLst>
          </p:cNvPr>
          <p:cNvSpPr>
            <a:spLocks xmlns:a="http://schemas.openxmlformats.org/drawingml/2006/main" noGrp="1"/>
          </p:cNvSpPr>
          <p:nvPr/>
        </p:nvSpPr>
        <p:spPr>
          <a:xfrm xmlns:a="http://schemas.openxmlformats.org/drawingml/2006/main">
            <a:off x="952500" y="10287000"/>
            <a:ext cx="8572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850" b="1">
                <a:solidFill>
                  <a:srgbClr val="2B2A55"/>
                </a:solidFill>
                <a:latin typeface="Segoe UI"/>
                <a:ea typeface="Segoe UI"/>
                <a:cs typeface="Segoe UI"/>
              </a:defRPr>
            </a:pPr>
            <a:r>
              <a:rPr sz="2850" b="1">
                <a:solidFill>
                  <a:srgbClr val="FFFFFF"/>
                </a:solidFill>
                <a:latin typeface="Segoe UI"/>
                <a:ea typeface="Segoe UI"/>
                <a:cs typeface="Segoe UI"/>
              </a:rPr>
              <a:t>.</a:t>
            </a:r>
          </a:p>
        </p:txBody>
      </p:sp>
      <p:sp>
        <p:nvSpPr>
          <p:cNvPr id="84" name="">
            <a:extLst xmlns:a="http://schemas.openxmlformats.org/drawingml/2006/main">
              <a:ext uri="{FF2B5EF4-FFF2-40B4-BE49-F238E27FC236}">
                <a16:creationId xmlns:a16="http://schemas.microsoft.com/office/drawing/2014/main" id="{10F0F496-6C4F-42BB-A59F-A1AF4662A552}"/>
              </a:ext>
            </a:extLst>
          </p:cNvPr>
          <p:cNvSpPr>
            <a:spLocks xmlns:a="http://schemas.openxmlformats.org/drawingml/2006/main" noGrp="1"/>
          </p:cNvSpPr>
          <p:nvPr/>
        </p:nvSpPr>
        <p:spPr>
          <a:xfrm xmlns:a="http://schemas.openxmlformats.org/drawingml/2006/main">
            <a:off x="952500" y="10953750"/>
            <a:ext cx="5467350" cy="1676400"/>
          </a:xfrm>
          <a:prstGeom xmlns:a="http://schemas.openxmlformats.org/drawingml/2006/main" prst="rect">
            <a:avLst/>
          </a:prstGeom>
          <a:solidFill xmlns:a="http://schemas.openxmlformats.org/drawingml/2006/main">
            <a:srgbClr val="FFFFFF"/>
          </a:solidFill>
          <a:ln xmlns:a="http://schemas.openxmlformats.org/drawingml/2006/main" w="38100">
            <a:solidFill>
              <a:srgbClr val="C9141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85" name="">
            <a:extLst xmlns:a="http://schemas.openxmlformats.org/drawingml/2006/main">
              <a:ext uri="{FF2B5EF4-FFF2-40B4-BE49-F238E27FC236}">
                <a16:creationId xmlns:a16="http://schemas.microsoft.com/office/drawing/2014/main" id="{8C917485-058B-4E74-819D-4694BCBE0BEE}"/>
              </a:ext>
            </a:extLst>
          </p:cNvPr>
          <p:cNvSpPr>
            <a:spLocks xmlns:a="http://schemas.openxmlformats.org/drawingml/2006/main" noGrp="1"/>
          </p:cNvSpPr>
          <p:nvPr/>
        </p:nvSpPr>
        <p:spPr>
          <a:xfrm xmlns:a="http://schemas.openxmlformats.org/drawingml/2006/main">
            <a:off x="952500" y="10953750"/>
            <a:ext cx="742950" cy="1676400"/>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86" name="">
            <a:extLst xmlns:a="http://schemas.openxmlformats.org/drawingml/2006/main">
              <a:ext uri="{FF2B5EF4-FFF2-40B4-BE49-F238E27FC236}">
                <a16:creationId xmlns:a16="http://schemas.microsoft.com/office/drawing/2014/main" id="{DA24DDAA-B567-4764-8FCB-AD9BCB9CD206}"/>
              </a:ext>
            </a:extLst>
          </p:cNvPr>
          <p:cNvSpPr>
            <a:spLocks xmlns:a="http://schemas.openxmlformats.org/drawingml/2006/main" noGrp="1"/>
          </p:cNvSpPr>
          <p:nvPr/>
        </p:nvSpPr>
        <p:spPr>
          <a:xfrm xmlns:a="http://schemas.openxmlformats.org/drawingml/2006/main">
            <a:off x="952500" y="11258550"/>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2250" b="1">
                <a:solidFill>
                  <a:srgbClr val="FFFFFF"/>
                </a:solidFill>
                <a:latin typeface="Segoe UI"/>
                <a:ea typeface="Segoe UI"/>
                <a:cs typeface="Segoe UI"/>
              </a:defRPr>
            </a:pPr>
            <a:r>
              <a:rPr sz="2250" b="1">
                <a:solidFill>
                  <a:srgbClr val="FFFFFF"/>
                </a:solidFill>
                <a:latin typeface="Segoe UI"/>
                <a:ea typeface="Segoe UI"/>
                <a:cs typeface="Segoe UI"/>
              </a:rPr>
              <a:t>.</a:t>
            </a:r>
          </a:p>
        </p:txBody>
      </p:sp>
      <p:sp>
        <p:nvSpPr>
          <p:cNvPr id="87" name="">
            <a:extLst xmlns:a="http://schemas.openxmlformats.org/drawingml/2006/main">
              <a:ext uri="{FF2B5EF4-FFF2-40B4-BE49-F238E27FC236}">
                <a16:creationId xmlns:a16="http://schemas.microsoft.com/office/drawing/2014/main" id="{118FE4DA-0FF8-4671-B0EB-3193422B6B3D}"/>
              </a:ext>
            </a:extLst>
          </p:cNvPr>
          <p:cNvSpPr>
            <a:spLocks xmlns:a="http://schemas.openxmlformats.org/drawingml/2006/main" noGrp="1"/>
          </p:cNvSpPr>
          <p:nvPr/>
        </p:nvSpPr>
        <p:spPr>
          <a:xfrm xmlns:a="http://schemas.openxmlformats.org/drawingml/2006/main">
            <a:off x="1905000" y="11220450"/>
            <a:ext cx="43053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75" b="1">
                <a:solidFill>
                  <a:srgbClr val="2B2A55"/>
                </a:solidFill>
                <a:latin typeface="Segoe UI"/>
                <a:ea typeface="Segoe UI"/>
                <a:cs typeface="Segoe UI"/>
              </a:defRPr>
            </a:pPr>
            <a:r>
              <a:rPr sz="2175" b="1">
                <a:solidFill>
                  <a:srgbClr val="FFFFFF"/>
                </a:solidFill>
                <a:latin typeface="Segoe UI"/>
                <a:ea typeface="Segoe UI"/>
                <a:cs typeface="Segoe UI"/>
              </a:rPr>
              <a:t>.</a:t>
            </a:r>
          </a:p>
        </p:txBody>
      </p:sp>
      <p:sp>
        <p:nvSpPr>
          <p:cNvPr id="88" name="">
            <a:extLst xmlns:a="http://schemas.openxmlformats.org/drawingml/2006/main">
              <a:ext uri="{FF2B5EF4-FFF2-40B4-BE49-F238E27FC236}">
                <a16:creationId xmlns:a16="http://schemas.microsoft.com/office/drawing/2014/main" id="{5962F9F3-0878-4BE1-984C-2109553B0C6D}"/>
              </a:ext>
            </a:extLst>
          </p:cNvPr>
          <p:cNvSpPr>
            <a:spLocks xmlns:a="http://schemas.openxmlformats.org/drawingml/2006/main" noGrp="1"/>
          </p:cNvSpPr>
          <p:nvPr/>
        </p:nvSpPr>
        <p:spPr>
          <a:xfrm xmlns:a="http://schemas.openxmlformats.org/drawingml/2006/main">
            <a:off x="1905000" y="11734800"/>
            <a:ext cx="43053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C4F73"/>
                </a:solidFill>
                <a:latin typeface="Segoe UI"/>
                <a:ea typeface="Segoe UI"/>
                <a:cs typeface="Segoe UI"/>
              </a:defRPr>
            </a:pPr>
            <a:r>
              <a:rPr sz="1575" b="0">
                <a:solidFill>
                  <a:srgbClr val="FFFFFF"/>
                </a:solidFill>
                <a:latin typeface="Segoe UI"/>
                <a:ea typeface="Segoe UI"/>
                <a:cs typeface="Segoe UI"/>
              </a:rPr>
              <a:t>.</a:t>
            </a:r>
          </a:p>
        </p:txBody>
      </p:sp>
      <p:sp>
        <p:nvSpPr>
          <p:cNvPr id="89" name="">
            <a:extLst xmlns:a="http://schemas.openxmlformats.org/drawingml/2006/main">
              <a:ext uri="{FF2B5EF4-FFF2-40B4-BE49-F238E27FC236}">
                <a16:creationId xmlns:a16="http://schemas.microsoft.com/office/drawing/2014/main" id="{70C86313-81A5-48B2-A5D5-768C0C3A8DEA}"/>
              </a:ext>
            </a:extLst>
          </p:cNvPr>
          <p:cNvSpPr>
            <a:spLocks xmlns:a="http://schemas.openxmlformats.org/drawingml/2006/main" noGrp="1"/>
          </p:cNvSpPr>
          <p:nvPr/>
        </p:nvSpPr>
        <p:spPr>
          <a:xfrm xmlns:a="http://schemas.openxmlformats.org/drawingml/2006/main">
            <a:off x="6419850" y="11696700"/>
            <a:ext cx="323850" cy="190500"/>
          </a:xfrm>
          <a:prstGeom xmlns:a="http://schemas.openxmlformats.org/drawingml/2006/main" prst="rect">
            <a:avLst/>
          </a:prstGeom>
          <a:solidFill xmlns:a="http://schemas.openxmlformats.org/drawingml/2006/main">
            <a:srgbClr val="25214E"/>
          </a:solidFill>
          <a:ln xmlns:a="http://schemas.openxmlformats.org/drawingml/2006/main" w="0">
            <a:solidFill>
              <a:srgbClr val="25214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90" name="">
            <a:extLst xmlns:a="http://schemas.openxmlformats.org/drawingml/2006/main">
              <a:ext uri="{FF2B5EF4-FFF2-40B4-BE49-F238E27FC236}">
                <a16:creationId xmlns:a16="http://schemas.microsoft.com/office/drawing/2014/main" id="{5D3191C9-81BC-4148-8A82-C0E93BE0C7F1}"/>
              </a:ext>
            </a:extLst>
          </p:cNvPr>
          <p:cNvSpPr>
            <a:spLocks xmlns:a="http://schemas.openxmlformats.org/drawingml/2006/main" noGrp="1"/>
          </p:cNvSpPr>
          <p:nvPr/>
        </p:nvSpPr>
        <p:spPr>
          <a:xfrm xmlns:a="http://schemas.openxmlformats.org/drawingml/2006/main">
            <a:off x="6743700" y="10953750"/>
            <a:ext cx="5467350" cy="1676400"/>
          </a:xfrm>
          <a:prstGeom xmlns:a="http://schemas.openxmlformats.org/drawingml/2006/main" prst="rect">
            <a:avLst/>
          </a:prstGeom>
          <a:solidFill xmlns:a="http://schemas.openxmlformats.org/drawingml/2006/main">
            <a:srgbClr val="FFFFFF"/>
          </a:solidFill>
          <a:ln xmlns:a="http://schemas.openxmlformats.org/drawingml/2006/main" w="38100">
            <a:solidFill>
              <a:srgbClr val="11111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91" name="">
            <a:extLst xmlns:a="http://schemas.openxmlformats.org/drawingml/2006/main">
              <a:ext uri="{FF2B5EF4-FFF2-40B4-BE49-F238E27FC236}">
                <a16:creationId xmlns:a16="http://schemas.microsoft.com/office/drawing/2014/main" id="{319EF037-72F4-47AC-BFB9-FD208BC42D14}"/>
              </a:ext>
            </a:extLst>
          </p:cNvPr>
          <p:cNvSpPr>
            <a:spLocks xmlns:a="http://schemas.openxmlformats.org/drawingml/2006/main" noGrp="1"/>
          </p:cNvSpPr>
          <p:nvPr/>
        </p:nvSpPr>
        <p:spPr>
          <a:xfrm xmlns:a="http://schemas.openxmlformats.org/drawingml/2006/main">
            <a:off x="6743700" y="10953750"/>
            <a:ext cx="742950" cy="16764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92" name="">
            <a:extLst xmlns:a="http://schemas.openxmlformats.org/drawingml/2006/main">
              <a:ext uri="{FF2B5EF4-FFF2-40B4-BE49-F238E27FC236}">
                <a16:creationId xmlns:a16="http://schemas.microsoft.com/office/drawing/2014/main" id="{1D82792A-6CFB-478C-95A9-02B254E9ADB7}"/>
              </a:ext>
            </a:extLst>
          </p:cNvPr>
          <p:cNvSpPr>
            <a:spLocks xmlns:a="http://schemas.openxmlformats.org/drawingml/2006/main" noGrp="1"/>
          </p:cNvSpPr>
          <p:nvPr/>
        </p:nvSpPr>
        <p:spPr>
          <a:xfrm xmlns:a="http://schemas.openxmlformats.org/drawingml/2006/main">
            <a:off x="6743700" y="11258550"/>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2250" b="1">
                <a:solidFill>
                  <a:srgbClr val="FFFFFF"/>
                </a:solidFill>
                <a:latin typeface="Segoe UI"/>
                <a:ea typeface="Segoe UI"/>
                <a:cs typeface="Segoe UI"/>
              </a:defRPr>
            </a:pPr>
            <a:r>
              <a:rPr sz="2250" b="1">
                <a:solidFill>
                  <a:srgbClr val="FFFFFF"/>
                </a:solidFill>
                <a:latin typeface="Segoe UI"/>
                <a:ea typeface="Segoe UI"/>
                <a:cs typeface="Segoe UI"/>
              </a:rPr>
              <a:t>.</a:t>
            </a:r>
          </a:p>
        </p:txBody>
      </p:sp>
      <p:sp>
        <p:nvSpPr>
          <p:cNvPr id="93" name="">
            <a:extLst xmlns:a="http://schemas.openxmlformats.org/drawingml/2006/main">
              <a:ext uri="{FF2B5EF4-FFF2-40B4-BE49-F238E27FC236}">
                <a16:creationId xmlns:a16="http://schemas.microsoft.com/office/drawing/2014/main" id="{D5C2E049-AAC0-47B1-B127-DC12203C7C83}"/>
              </a:ext>
            </a:extLst>
          </p:cNvPr>
          <p:cNvSpPr>
            <a:spLocks xmlns:a="http://schemas.openxmlformats.org/drawingml/2006/main" noGrp="1"/>
          </p:cNvSpPr>
          <p:nvPr/>
        </p:nvSpPr>
        <p:spPr>
          <a:xfrm xmlns:a="http://schemas.openxmlformats.org/drawingml/2006/main">
            <a:off x="7696200" y="11220450"/>
            <a:ext cx="43053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75" b="1">
                <a:solidFill>
                  <a:srgbClr val="2B2A55"/>
                </a:solidFill>
                <a:latin typeface="Segoe UI"/>
                <a:ea typeface="Segoe UI"/>
                <a:cs typeface="Segoe UI"/>
              </a:defRPr>
            </a:pPr>
            <a:r>
              <a:rPr sz="2175" b="1">
                <a:solidFill>
                  <a:srgbClr val="FFFFFF"/>
                </a:solidFill>
                <a:latin typeface="Segoe UI"/>
                <a:ea typeface="Segoe UI"/>
                <a:cs typeface="Segoe UI"/>
              </a:rPr>
              <a:t>.</a:t>
            </a:r>
          </a:p>
        </p:txBody>
      </p:sp>
      <p:sp>
        <p:nvSpPr>
          <p:cNvPr id="94" name="">
            <a:extLst xmlns:a="http://schemas.openxmlformats.org/drawingml/2006/main">
              <a:ext uri="{FF2B5EF4-FFF2-40B4-BE49-F238E27FC236}">
                <a16:creationId xmlns:a16="http://schemas.microsoft.com/office/drawing/2014/main" id="{BE59B33D-C5AE-4591-BAD4-D7BA21D5EE2E}"/>
              </a:ext>
            </a:extLst>
          </p:cNvPr>
          <p:cNvSpPr>
            <a:spLocks xmlns:a="http://schemas.openxmlformats.org/drawingml/2006/main" noGrp="1"/>
          </p:cNvSpPr>
          <p:nvPr/>
        </p:nvSpPr>
        <p:spPr>
          <a:xfrm xmlns:a="http://schemas.openxmlformats.org/drawingml/2006/main">
            <a:off x="7696200" y="11734800"/>
            <a:ext cx="43053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C4F73"/>
                </a:solidFill>
                <a:latin typeface="Segoe UI"/>
                <a:ea typeface="Segoe UI"/>
                <a:cs typeface="Segoe UI"/>
              </a:defRPr>
            </a:pPr>
            <a:r>
              <a:rPr sz="1575" b="0">
                <a:solidFill>
                  <a:srgbClr val="FFFFFF"/>
                </a:solidFill>
                <a:latin typeface="Segoe UI"/>
                <a:ea typeface="Segoe UI"/>
                <a:cs typeface="Segoe UI"/>
              </a:rPr>
              <a:t>.</a:t>
            </a:r>
          </a:p>
        </p:txBody>
      </p:sp>
      <p:sp>
        <p:nvSpPr>
          <p:cNvPr id="95" name="">
            <a:extLst xmlns:a="http://schemas.openxmlformats.org/drawingml/2006/main">
              <a:ext uri="{FF2B5EF4-FFF2-40B4-BE49-F238E27FC236}">
                <a16:creationId xmlns:a16="http://schemas.microsoft.com/office/drawing/2014/main" id="{3B486DCD-17A9-44F6-BDFB-5FF7E4D7B698}"/>
              </a:ext>
            </a:extLst>
          </p:cNvPr>
          <p:cNvSpPr>
            <a:spLocks xmlns:a="http://schemas.openxmlformats.org/drawingml/2006/main" noGrp="1"/>
          </p:cNvSpPr>
          <p:nvPr/>
        </p:nvSpPr>
        <p:spPr>
          <a:xfrm xmlns:a="http://schemas.openxmlformats.org/drawingml/2006/main">
            <a:off x="12211050" y="11696700"/>
            <a:ext cx="323850" cy="190500"/>
          </a:xfrm>
          <a:prstGeom xmlns:a="http://schemas.openxmlformats.org/drawingml/2006/main" prst="rect">
            <a:avLst/>
          </a:prstGeom>
          <a:solidFill xmlns:a="http://schemas.openxmlformats.org/drawingml/2006/main">
            <a:srgbClr val="25214E"/>
          </a:solidFill>
          <a:ln xmlns:a="http://schemas.openxmlformats.org/drawingml/2006/main" w="0">
            <a:solidFill>
              <a:srgbClr val="25214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96" name="">
            <a:extLst xmlns:a="http://schemas.openxmlformats.org/drawingml/2006/main">
              <a:ext uri="{FF2B5EF4-FFF2-40B4-BE49-F238E27FC236}">
                <a16:creationId xmlns:a16="http://schemas.microsoft.com/office/drawing/2014/main" id="{7CC62F64-A231-4176-B5E2-8D18CF48DEDE}"/>
              </a:ext>
            </a:extLst>
          </p:cNvPr>
          <p:cNvSpPr>
            <a:spLocks xmlns:a="http://schemas.openxmlformats.org/drawingml/2006/main" noGrp="1"/>
          </p:cNvSpPr>
          <p:nvPr/>
        </p:nvSpPr>
        <p:spPr>
          <a:xfrm xmlns:a="http://schemas.openxmlformats.org/drawingml/2006/main">
            <a:off x="12534900" y="10953750"/>
            <a:ext cx="5467350" cy="1676400"/>
          </a:xfrm>
          <a:prstGeom xmlns:a="http://schemas.openxmlformats.org/drawingml/2006/main" prst="rect">
            <a:avLst/>
          </a:prstGeom>
          <a:solidFill xmlns:a="http://schemas.openxmlformats.org/drawingml/2006/main">
            <a:srgbClr val="FFFFFF"/>
          </a:solidFill>
          <a:ln xmlns:a="http://schemas.openxmlformats.org/drawingml/2006/main" w="3810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97" name="">
            <a:extLst xmlns:a="http://schemas.openxmlformats.org/drawingml/2006/main">
              <a:ext uri="{FF2B5EF4-FFF2-40B4-BE49-F238E27FC236}">
                <a16:creationId xmlns:a16="http://schemas.microsoft.com/office/drawing/2014/main" id="{AE59377D-FB7C-4337-A7C4-F29107C4681F}"/>
              </a:ext>
            </a:extLst>
          </p:cNvPr>
          <p:cNvSpPr>
            <a:spLocks xmlns:a="http://schemas.openxmlformats.org/drawingml/2006/main" noGrp="1"/>
          </p:cNvSpPr>
          <p:nvPr/>
        </p:nvSpPr>
        <p:spPr>
          <a:xfrm xmlns:a="http://schemas.openxmlformats.org/drawingml/2006/main">
            <a:off x="12534900" y="10953750"/>
            <a:ext cx="742950" cy="167640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98" name="">
            <a:extLst xmlns:a="http://schemas.openxmlformats.org/drawingml/2006/main">
              <a:ext uri="{FF2B5EF4-FFF2-40B4-BE49-F238E27FC236}">
                <a16:creationId xmlns:a16="http://schemas.microsoft.com/office/drawing/2014/main" id="{7F559094-D83F-43AF-890C-32676744C9E2}"/>
              </a:ext>
            </a:extLst>
          </p:cNvPr>
          <p:cNvSpPr>
            <a:spLocks xmlns:a="http://schemas.openxmlformats.org/drawingml/2006/main" noGrp="1"/>
          </p:cNvSpPr>
          <p:nvPr/>
        </p:nvSpPr>
        <p:spPr>
          <a:xfrm xmlns:a="http://schemas.openxmlformats.org/drawingml/2006/main">
            <a:off x="12534900" y="11258550"/>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2250" b="1">
                <a:solidFill>
                  <a:srgbClr val="FFFFFF"/>
                </a:solidFill>
                <a:latin typeface="Segoe UI"/>
                <a:ea typeface="Segoe UI"/>
                <a:cs typeface="Segoe UI"/>
              </a:defRPr>
            </a:pPr>
            <a:r>
              <a:rPr sz="2250" b="1">
                <a:solidFill>
                  <a:srgbClr val="FFFFFF"/>
                </a:solidFill>
                <a:latin typeface="Segoe UI"/>
                <a:ea typeface="Segoe UI"/>
                <a:cs typeface="Segoe UI"/>
              </a:rPr>
              <a:t>.</a:t>
            </a:r>
          </a:p>
        </p:txBody>
      </p:sp>
      <p:sp>
        <p:nvSpPr>
          <p:cNvPr id="99" name="">
            <a:extLst xmlns:a="http://schemas.openxmlformats.org/drawingml/2006/main">
              <a:ext uri="{FF2B5EF4-FFF2-40B4-BE49-F238E27FC236}">
                <a16:creationId xmlns:a16="http://schemas.microsoft.com/office/drawing/2014/main" id="{3103AFA8-3997-4889-9642-4EF5ABA3A42C}"/>
              </a:ext>
            </a:extLst>
          </p:cNvPr>
          <p:cNvSpPr>
            <a:spLocks xmlns:a="http://schemas.openxmlformats.org/drawingml/2006/main" noGrp="1"/>
          </p:cNvSpPr>
          <p:nvPr/>
        </p:nvSpPr>
        <p:spPr>
          <a:xfrm xmlns:a="http://schemas.openxmlformats.org/drawingml/2006/main">
            <a:off x="13487400" y="11220450"/>
            <a:ext cx="43053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75" b="1">
                <a:solidFill>
                  <a:srgbClr val="2B2A55"/>
                </a:solidFill>
                <a:latin typeface="Segoe UI"/>
                <a:ea typeface="Segoe UI"/>
                <a:cs typeface="Segoe UI"/>
              </a:defRPr>
            </a:pPr>
            <a:r>
              <a:rPr sz="2175" b="1">
                <a:solidFill>
                  <a:srgbClr val="FFFFFF"/>
                </a:solidFill>
                <a:latin typeface="Segoe UI"/>
                <a:ea typeface="Segoe UI"/>
                <a:cs typeface="Segoe UI"/>
              </a:rPr>
              <a:t>.</a:t>
            </a:r>
          </a:p>
        </p:txBody>
      </p:sp>
      <p:sp>
        <p:nvSpPr>
          <p:cNvPr id="100" name="">
            <a:extLst xmlns:a="http://schemas.openxmlformats.org/drawingml/2006/main">
              <a:ext uri="{FF2B5EF4-FFF2-40B4-BE49-F238E27FC236}">
                <a16:creationId xmlns:a16="http://schemas.microsoft.com/office/drawing/2014/main" id="{1768C4FE-258A-42E5-B6EA-9CC98EBCC80F}"/>
              </a:ext>
            </a:extLst>
          </p:cNvPr>
          <p:cNvSpPr>
            <a:spLocks xmlns:a="http://schemas.openxmlformats.org/drawingml/2006/main" noGrp="1"/>
          </p:cNvSpPr>
          <p:nvPr/>
        </p:nvSpPr>
        <p:spPr>
          <a:xfrm xmlns:a="http://schemas.openxmlformats.org/drawingml/2006/main">
            <a:off x="13487400" y="11734800"/>
            <a:ext cx="43053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C4F73"/>
                </a:solidFill>
                <a:latin typeface="Segoe UI"/>
                <a:ea typeface="Segoe UI"/>
                <a:cs typeface="Segoe UI"/>
              </a:defRPr>
            </a:pPr>
            <a:r>
              <a:rPr sz="1575" b="0">
                <a:solidFill>
                  <a:srgbClr val="FFFFFF"/>
                </a:solidFill>
                <a:latin typeface="Segoe UI"/>
                <a:ea typeface="Segoe UI"/>
                <a:cs typeface="Segoe UI"/>
              </a:rPr>
              <a:t>.</a:t>
            </a:r>
          </a:p>
        </p:txBody>
      </p:sp>
      <p:sp>
        <p:nvSpPr>
          <p:cNvPr id="101" name="">
            <a:extLst xmlns:a="http://schemas.openxmlformats.org/drawingml/2006/main">
              <a:ext uri="{FF2B5EF4-FFF2-40B4-BE49-F238E27FC236}">
                <a16:creationId xmlns:a16="http://schemas.microsoft.com/office/drawing/2014/main" id="{1CA7C6A4-B94E-4E1C-9E01-1707DA0D4155}"/>
              </a:ext>
            </a:extLst>
          </p:cNvPr>
          <p:cNvSpPr>
            <a:spLocks xmlns:a="http://schemas.openxmlformats.org/drawingml/2006/main" noGrp="1"/>
          </p:cNvSpPr>
          <p:nvPr/>
        </p:nvSpPr>
        <p:spPr>
          <a:xfrm xmlns:a="http://schemas.openxmlformats.org/drawingml/2006/main">
            <a:off x="18002250" y="11696700"/>
            <a:ext cx="323850" cy="190500"/>
          </a:xfrm>
          <a:prstGeom xmlns:a="http://schemas.openxmlformats.org/drawingml/2006/main" prst="rect">
            <a:avLst/>
          </a:prstGeom>
          <a:solidFill xmlns:a="http://schemas.openxmlformats.org/drawingml/2006/main">
            <a:srgbClr val="25214E"/>
          </a:solidFill>
          <a:ln xmlns:a="http://schemas.openxmlformats.org/drawingml/2006/main" w="0">
            <a:solidFill>
              <a:srgbClr val="25214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02" name="">
            <a:extLst xmlns:a="http://schemas.openxmlformats.org/drawingml/2006/main">
              <a:ext uri="{FF2B5EF4-FFF2-40B4-BE49-F238E27FC236}">
                <a16:creationId xmlns:a16="http://schemas.microsoft.com/office/drawing/2014/main" id="{0A211660-4937-40F0-A9E6-C04EF118BEF0}"/>
              </a:ext>
            </a:extLst>
          </p:cNvPr>
          <p:cNvSpPr>
            <a:spLocks xmlns:a="http://schemas.openxmlformats.org/drawingml/2006/main" noGrp="1"/>
          </p:cNvSpPr>
          <p:nvPr/>
        </p:nvSpPr>
        <p:spPr>
          <a:xfrm xmlns:a="http://schemas.openxmlformats.org/drawingml/2006/main">
            <a:off x="18326100" y="10953750"/>
            <a:ext cx="5467350" cy="1676400"/>
          </a:xfrm>
          <a:prstGeom xmlns:a="http://schemas.openxmlformats.org/drawingml/2006/main" prst="rect">
            <a:avLst/>
          </a:prstGeom>
          <a:solidFill xmlns:a="http://schemas.openxmlformats.org/drawingml/2006/main">
            <a:srgbClr val="FFFFFF"/>
          </a:solidFill>
          <a:ln xmlns:a="http://schemas.openxmlformats.org/drawingml/2006/main" w="3810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03" name="">
            <a:extLst xmlns:a="http://schemas.openxmlformats.org/drawingml/2006/main">
              <a:ext uri="{FF2B5EF4-FFF2-40B4-BE49-F238E27FC236}">
                <a16:creationId xmlns:a16="http://schemas.microsoft.com/office/drawing/2014/main" id="{A98061EB-84F8-451F-910C-D9B20AD004FB}"/>
              </a:ext>
            </a:extLst>
          </p:cNvPr>
          <p:cNvSpPr>
            <a:spLocks xmlns:a="http://schemas.openxmlformats.org/drawingml/2006/main" noGrp="1"/>
          </p:cNvSpPr>
          <p:nvPr/>
        </p:nvSpPr>
        <p:spPr>
          <a:xfrm xmlns:a="http://schemas.openxmlformats.org/drawingml/2006/main">
            <a:off x="18326100" y="10953750"/>
            <a:ext cx="742950" cy="167640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04" name="">
            <a:extLst xmlns:a="http://schemas.openxmlformats.org/drawingml/2006/main">
              <a:ext uri="{FF2B5EF4-FFF2-40B4-BE49-F238E27FC236}">
                <a16:creationId xmlns:a16="http://schemas.microsoft.com/office/drawing/2014/main" id="{851AD13D-80D9-4D79-BFB7-2C3FCF2813EC}"/>
              </a:ext>
            </a:extLst>
          </p:cNvPr>
          <p:cNvSpPr>
            <a:spLocks xmlns:a="http://schemas.openxmlformats.org/drawingml/2006/main" noGrp="1"/>
          </p:cNvSpPr>
          <p:nvPr/>
        </p:nvSpPr>
        <p:spPr>
          <a:xfrm xmlns:a="http://schemas.openxmlformats.org/drawingml/2006/main">
            <a:off x="18326100" y="11258550"/>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2250" b="1">
                <a:solidFill>
                  <a:srgbClr val="FFFFFF"/>
                </a:solidFill>
                <a:latin typeface="Segoe UI"/>
                <a:ea typeface="Segoe UI"/>
                <a:cs typeface="Segoe UI"/>
              </a:defRPr>
            </a:pPr>
            <a:r>
              <a:rPr sz="2250" b="1">
                <a:solidFill>
                  <a:srgbClr val="FFFFFF"/>
                </a:solidFill>
                <a:latin typeface="Segoe UI"/>
                <a:ea typeface="Segoe UI"/>
                <a:cs typeface="Segoe UI"/>
              </a:rPr>
              <a:t>.</a:t>
            </a:r>
          </a:p>
        </p:txBody>
      </p:sp>
      <p:sp>
        <p:nvSpPr>
          <p:cNvPr id="105" name="">
            <a:extLst xmlns:a="http://schemas.openxmlformats.org/drawingml/2006/main">
              <a:ext uri="{FF2B5EF4-FFF2-40B4-BE49-F238E27FC236}">
                <a16:creationId xmlns:a16="http://schemas.microsoft.com/office/drawing/2014/main" id="{C4188880-480C-4265-8ADA-17E6F73D7DF4}"/>
              </a:ext>
            </a:extLst>
          </p:cNvPr>
          <p:cNvSpPr>
            <a:spLocks xmlns:a="http://schemas.openxmlformats.org/drawingml/2006/main" noGrp="1"/>
          </p:cNvSpPr>
          <p:nvPr/>
        </p:nvSpPr>
        <p:spPr>
          <a:xfrm xmlns:a="http://schemas.openxmlformats.org/drawingml/2006/main">
            <a:off x="19278600" y="11220450"/>
            <a:ext cx="43053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75" b="1">
                <a:solidFill>
                  <a:srgbClr val="2B2A55"/>
                </a:solidFill>
                <a:latin typeface="Segoe UI"/>
                <a:ea typeface="Segoe UI"/>
                <a:cs typeface="Segoe UI"/>
              </a:defRPr>
            </a:pPr>
            <a:r>
              <a:rPr sz="2175" b="1">
                <a:solidFill>
                  <a:srgbClr val="FFFFFF"/>
                </a:solidFill>
                <a:latin typeface="Segoe UI"/>
                <a:ea typeface="Segoe UI"/>
                <a:cs typeface="Segoe UI"/>
              </a:rPr>
              <a:t>.</a:t>
            </a:r>
          </a:p>
        </p:txBody>
      </p:sp>
      <p:sp>
        <p:nvSpPr>
          <p:cNvPr id="106" name="">
            <a:extLst xmlns:a="http://schemas.openxmlformats.org/drawingml/2006/main">
              <a:ext uri="{FF2B5EF4-FFF2-40B4-BE49-F238E27FC236}">
                <a16:creationId xmlns:a16="http://schemas.microsoft.com/office/drawing/2014/main" id="{EA37DCE9-C635-4A77-A1BF-A80072DED4BE}"/>
              </a:ext>
            </a:extLst>
          </p:cNvPr>
          <p:cNvSpPr>
            <a:spLocks xmlns:a="http://schemas.openxmlformats.org/drawingml/2006/main" noGrp="1"/>
          </p:cNvSpPr>
          <p:nvPr/>
        </p:nvSpPr>
        <p:spPr>
          <a:xfrm xmlns:a="http://schemas.openxmlformats.org/drawingml/2006/main">
            <a:off x="19278600" y="11734800"/>
            <a:ext cx="43053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C4F73"/>
                </a:solidFill>
                <a:latin typeface="Segoe UI"/>
                <a:ea typeface="Segoe UI"/>
                <a:cs typeface="Segoe UI"/>
              </a:defRPr>
            </a:pPr>
            <a:r>
              <a:rPr sz="1575" b="0">
                <a:solidFill>
                  <a:srgbClr val="FFFFFF"/>
                </a:solidFill>
                <a:latin typeface="Segoe UI"/>
                <a:ea typeface="Segoe UI"/>
                <a:cs typeface="Segoe UI"/>
              </a:rPr>
              <a:t>.</a:t>
            </a:r>
          </a:p>
        </p:txBody>
      </p:sp>
      <p:sp>
        <p:nvSpPr>
          <p:cNvPr id="107" name="">
            <a:extLst xmlns:a="http://schemas.openxmlformats.org/drawingml/2006/main">
              <a:ext uri="{FF2B5EF4-FFF2-40B4-BE49-F238E27FC236}">
                <a16:creationId xmlns:a16="http://schemas.microsoft.com/office/drawing/2014/main" id="{80E09D13-211C-4438-9F4B-1414FDE38A74}"/>
              </a:ext>
            </a:extLst>
          </p:cNvPr>
          <p:cNvSpPr>
            <a:spLocks xmlns:a="http://schemas.openxmlformats.org/drawingml/2006/main" noGrp="1"/>
          </p:cNvSpPr>
          <p:nvPr/>
        </p:nvSpPr>
        <p:spPr>
          <a:xfrm xmlns:a="http://schemas.openxmlformats.org/drawingml/2006/main">
            <a:off x="23793450" y="11696700"/>
            <a:ext cx="323850" cy="190500"/>
          </a:xfrm>
          <a:prstGeom xmlns:a="http://schemas.openxmlformats.org/drawingml/2006/main" prst="rect">
            <a:avLst/>
          </a:prstGeom>
          <a:solidFill xmlns:a="http://schemas.openxmlformats.org/drawingml/2006/main">
            <a:srgbClr val="25214E"/>
          </a:solidFill>
          <a:ln xmlns:a="http://schemas.openxmlformats.org/drawingml/2006/main" w="0">
            <a:solidFill>
              <a:srgbClr val="25214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08" name="">
            <a:extLst xmlns:a="http://schemas.openxmlformats.org/drawingml/2006/main">
              <a:ext uri="{FF2B5EF4-FFF2-40B4-BE49-F238E27FC236}">
                <a16:creationId xmlns:a16="http://schemas.microsoft.com/office/drawing/2014/main" id="{2ED091AE-05F1-4C2A-8BAB-6528F61DD0B8}"/>
              </a:ext>
            </a:extLst>
          </p:cNvPr>
          <p:cNvSpPr>
            <a:spLocks xmlns:a="http://schemas.openxmlformats.org/drawingml/2006/main" noGrp="1"/>
          </p:cNvSpPr>
          <p:nvPr/>
        </p:nvSpPr>
        <p:spPr>
          <a:xfrm xmlns:a="http://schemas.openxmlformats.org/drawingml/2006/main">
            <a:off x="24117300" y="10953750"/>
            <a:ext cx="5467350" cy="1676400"/>
          </a:xfrm>
          <a:prstGeom xmlns:a="http://schemas.openxmlformats.org/drawingml/2006/main" prst="rect">
            <a:avLst/>
          </a:prstGeom>
          <a:solidFill xmlns:a="http://schemas.openxmlformats.org/drawingml/2006/main">
            <a:srgbClr val="FFFFFF"/>
          </a:solidFill>
          <a:ln xmlns:a="http://schemas.openxmlformats.org/drawingml/2006/main" w="38100">
            <a:solidFill>
              <a:srgbClr val="6F5AA7"/>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09" name="">
            <a:extLst xmlns:a="http://schemas.openxmlformats.org/drawingml/2006/main">
              <a:ext uri="{FF2B5EF4-FFF2-40B4-BE49-F238E27FC236}">
                <a16:creationId xmlns:a16="http://schemas.microsoft.com/office/drawing/2014/main" id="{A5BB824A-0EBB-4FD8-9C08-E0B47AD523CD}"/>
              </a:ext>
            </a:extLst>
          </p:cNvPr>
          <p:cNvSpPr>
            <a:spLocks xmlns:a="http://schemas.openxmlformats.org/drawingml/2006/main" noGrp="1"/>
          </p:cNvSpPr>
          <p:nvPr/>
        </p:nvSpPr>
        <p:spPr>
          <a:xfrm xmlns:a="http://schemas.openxmlformats.org/drawingml/2006/main">
            <a:off x="24117300" y="10953750"/>
            <a:ext cx="742950" cy="1676400"/>
          </a:xfrm>
          <a:prstGeom xmlns:a="http://schemas.openxmlformats.org/drawingml/2006/main" prst="rect">
            <a:avLst/>
          </a:prstGeom>
          <a:solidFill xmlns:a="http://schemas.openxmlformats.org/drawingml/2006/main">
            <a:srgbClr val="6F5AA7"/>
          </a:solidFill>
          <a:ln xmlns:a="http://schemas.openxmlformats.org/drawingml/2006/main" w="0">
            <a:solidFill>
              <a:srgbClr val="6F5AA7"/>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10" name="">
            <a:extLst xmlns:a="http://schemas.openxmlformats.org/drawingml/2006/main">
              <a:ext uri="{FF2B5EF4-FFF2-40B4-BE49-F238E27FC236}">
                <a16:creationId xmlns:a16="http://schemas.microsoft.com/office/drawing/2014/main" id="{784E27AA-6839-41B7-BC7E-6C2AD453B5FF}"/>
              </a:ext>
            </a:extLst>
          </p:cNvPr>
          <p:cNvSpPr>
            <a:spLocks xmlns:a="http://schemas.openxmlformats.org/drawingml/2006/main" noGrp="1"/>
          </p:cNvSpPr>
          <p:nvPr/>
        </p:nvSpPr>
        <p:spPr>
          <a:xfrm xmlns:a="http://schemas.openxmlformats.org/drawingml/2006/main">
            <a:off x="24117300" y="11258550"/>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2250" b="1">
                <a:solidFill>
                  <a:srgbClr val="FFFFFF"/>
                </a:solidFill>
                <a:latin typeface="Segoe UI"/>
                <a:ea typeface="Segoe UI"/>
                <a:cs typeface="Segoe UI"/>
              </a:defRPr>
            </a:pPr>
            <a:r>
              <a:rPr sz="2250" b="1">
                <a:solidFill>
                  <a:srgbClr val="FFFFFF"/>
                </a:solidFill>
                <a:latin typeface="Segoe UI"/>
                <a:ea typeface="Segoe UI"/>
                <a:cs typeface="Segoe UI"/>
              </a:rPr>
              <a:t>.</a:t>
            </a:r>
          </a:p>
        </p:txBody>
      </p:sp>
      <p:sp>
        <p:nvSpPr>
          <p:cNvPr id="111" name="">
            <a:extLst xmlns:a="http://schemas.openxmlformats.org/drawingml/2006/main">
              <a:ext uri="{FF2B5EF4-FFF2-40B4-BE49-F238E27FC236}">
                <a16:creationId xmlns:a16="http://schemas.microsoft.com/office/drawing/2014/main" id="{93B19542-3331-46E9-BFC0-1A1240B433DA}"/>
              </a:ext>
            </a:extLst>
          </p:cNvPr>
          <p:cNvSpPr>
            <a:spLocks xmlns:a="http://schemas.openxmlformats.org/drawingml/2006/main" noGrp="1"/>
          </p:cNvSpPr>
          <p:nvPr/>
        </p:nvSpPr>
        <p:spPr>
          <a:xfrm xmlns:a="http://schemas.openxmlformats.org/drawingml/2006/main">
            <a:off x="25069800" y="11220450"/>
            <a:ext cx="43053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75" b="1">
                <a:solidFill>
                  <a:srgbClr val="2B2A55"/>
                </a:solidFill>
                <a:latin typeface="Segoe UI"/>
                <a:ea typeface="Segoe UI"/>
                <a:cs typeface="Segoe UI"/>
              </a:defRPr>
            </a:pPr>
            <a:r>
              <a:rPr sz="2175" b="1">
                <a:solidFill>
                  <a:srgbClr val="FFFFFF"/>
                </a:solidFill>
                <a:latin typeface="Segoe UI"/>
                <a:ea typeface="Segoe UI"/>
                <a:cs typeface="Segoe UI"/>
              </a:rPr>
              <a:t>.</a:t>
            </a:r>
          </a:p>
        </p:txBody>
      </p:sp>
      <p:sp>
        <p:nvSpPr>
          <p:cNvPr id="112" name="">
            <a:extLst xmlns:a="http://schemas.openxmlformats.org/drawingml/2006/main">
              <a:ext uri="{FF2B5EF4-FFF2-40B4-BE49-F238E27FC236}">
                <a16:creationId xmlns:a16="http://schemas.microsoft.com/office/drawing/2014/main" id="{78AF6EC1-4988-4588-BB15-75272CF0853C}"/>
              </a:ext>
            </a:extLst>
          </p:cNvPr>
          <p:cNvSpPr>
            <a:spLocks xmlns:a="http://schemas.openxmlformats.org/drawingml/2006/main" noGrp="1"/>
          </p:cNvSpPr>
          <p:nvPr/>
        </p:nvSpPr>
        <p:spPr>
          <a:xfrm xmlns:a="http://schemas.openxmlformats.org/drawingml/2006/main">
            <a:off x="25069800" y="11734800"/>
            <a:ext cx="43053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C4F73"/>
                </a:solidFill>
                <a:latin typeface="Segoe UI"/>
                <a:ea typeface="Segoe UI"/>
                <a:cs typeface="Segoe UI"/>
              </a:defRPr>
            </a:pPr>
            <a:r>
              <a:rPr sz="1575" b="0">
                <a:solidFill>
                  <a:srgbClr val="FFFFFF"/>
                </a:solidFill>
                <a:latin typeface="Segoe UI"/>
                <a:ea typeface="Segoe UI"/>
                <a:cs typeface="Segoe UI"/>
              </a:rPr>
              <a:t>.</a:t>
            </a:r>
          </a:p>
        </p:txBody>
      </p:sp>
      <p:sp>
        <p:nvSpPr>
          <p:cNvPr id="113" name="">
            <a:extLst xmlns:a="http://schemas.openxmlformats.org/drawingml/2006/main">
              <a:ext uri="{FF2B5EF4-FFF2-40B4-BE49-F238E27FC236}">
                <a16:creationId xmlns:a16="http://schemas.microsoft.com/office/drawing/2014/main" id="{8A6A6EAE-F8D2-4A5D-905A-F38D05BA3E3B}"/>
              </a:ext>
            </a:extLst>
          </p:cNvPr>
          <p:cNvSpPr>
            <a:spLocks xmlns:a="http://schemas.openxmlformats.org/drawingml/2006/main" noGrp="1"/>
          </p:cNvSpPr>
          <p:nvPr/>
        </p:nvSpPr>
        <p:spPr>
          <a:xfrm xmlns:a="http://schemas.openxmlformats.org/drawingml/2006/main">
            <a:off x="7667625" y="13392150"/>
            <a:ext cx="6286500" cy="1123950"/>
          </a:xfrm>
          <a:prstGeom xmlns:a="http://schemas.openxmlformats.org/drawingml/2006/main" prst="rect">
            <a:avLst/>
          </a:prstGeom>
          <a:solidFill xmlns:a="http://schemas.openxmlformats.org/drawingml/2006/main">
            <a:srgbClr val="F2F7FF"/>
          </a:solidFill>
          <a:ln xmlns:a="http://schemas.openxmlformats.org/drawingml/2006/main" w="28575">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14" name="">
            <a:extLst xmlns:a="http://schemas.openxmlformats.org/drawingml/2006/main">
              <a:ext uri="{FF2B5EF4-FFF2-40B4-BE49-F238E27FC236}">
                <a16:creationId xmlns:a16="http://schemas.microsoft.com/office/drawing/2014/main" id="{17AE9881-D813-4D01-93C7-FC04BA578700}"/>
              </a:ext>
            </a:extLst>
          </p:cNvPr>
          <p:cNvSpPr>
            <a:spLocks xmlns:a="http://schemas.openxmlformats.org/drawingml/2006/main" noGrp="1"/>
          </p:cNvSpPr>
          <p:nvPr/>
        </p:nvSpPr>
        <p:spPr>
          <a:xfrm xmlns:a="http://schemas.openxmlformats.org/drawingml/2006/main">
            <a:off x="7858125" y="13601700"/>
            <a:ext cx="5905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800" b="1">
                <a:solidFill>
                  <a:srgbClr val="2B2A55"/>
                </a:solidFill>
                <a:latin typeface="Segoe UI"/>
                <a:ea typeface="Segoe UI"/>
                <a:cs typeface="Segoe UI"/>
              </a:defRPr>
            </a:pPr>
            <a:r>
              <a:rPr sz="1800" b="1">
                <a:solidFill>
                  <a:srgbClr val="FFFFFF"/>
                </a:solidFill>
                <a:latin typeface="Segoe UI"/>
                <a:ea typeface="Segoe UI"/>
                <a:cs typeface="Segoe UI"/>
              </a:rPr>
              <a:t>.</a:t>
            </a:r>
          </a:p>
        </p:txBody>
      </p:sp>
      <p:sp>
        <p:nvSpPr>
          <p:cNvPr id="115" name="">
            <a:extLst xmlns:a="http://schemas.openxmlformats.org/drawingml/2006/main">
              <a:ext uri="{FF2B5EF4-FFF2-40B4-BE49-F238E27FC236}">
                <a16:creationId xmlns:a16="http://schemas.microsoft.com/office/drawing/2014/main" id="{EF51134D-23AE-413D-8632-A320C79BEE02}"/>
              </a:ext>
            </a:extLst>
          </p:cNvPr>
          <p:cNvSpPr>
            <a:spLocks xmlns:a="http://schemas.openxmlformats.org/drawingml/2006/main" noGrp="1"/>
          </p:cNvSpPr>
          <p:nvPr/>
        </p:nvSpPr>
        <p:spPr>
          <a:xfrm xmlns:a="http://schemas.openxmlformats.org/drawingml/2006/main">
            <a:off x="7858125" y="13973175"/>
            <a:ext cx="5905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500" b="0">
                <a:solidFill>
                  <a:srgbClr val="4C4F73"/>
                </a:solidFill>
                <a:latin typeface="Segoe UI"/>
                <a:ea typeface="Segoe UI"/>
                <a:cs typeface="Segoe UI"/>
              </a:defRPr>
            </a:pPr>
            <a:r>
              <a:rPr sz="1500" b="0">
                <a:solidFill>
                  <a:srgbClr val="FFFFFF"/>
                </a:solidFill>
                <a:latin typeface="Segoe UI"/>
                <a:ea typeface="Segoe UI"/>
                <a:cs typeface="Segoe UI"/>
              </a:rPr>
              <a:t>.</a:t>
            </a:r>
          </a:p>
        </p:txBody>
      </p:sp>
      <p:sp>
        <p:nvSpPr>
          <p:cNvPr id="116" name="">
            <a:extLst xmlns:a="http://schemas.openxmlformats.org/drawingml/2006/main">
              <a:ext uri="{FF2B5EF4-FFF2-40B4-BE49-F238E27FC236}">
                <a16:creationId xmlns:a16="http://schemas.microsoft.com/office/drawing/2014/main" id="{FBECBDC7-433E-4D73-91D2-6759C7D36D38}"/>
              </a:ext>
            </a:extLst>
          </p:cNvPr>
          <p:cNvSpPr>
            <a:spLocks xmlns:a="http://schemas.openxmlformats.org/drawingml/2006/main" noGrp="1"/>
          </p:cNvSpPr>
          <p:nvPr/>
        </p:nvSpPr>
        <p:spPr>
          <a:xfrm xmlns:a="http://schemas.openxmlformats.org/drawingml/2006/main">
            <a:off x="16525875" y="13392150"/>
            <a:ext cx="6286500" cy="1123950"/>
          </a:xfrm>
          <a:prstGeom xmlns:a="http://schemas.openxmlformats.org/drawingml/2006/main" prst="rect">
            <a:avLst/>
          </a:prstGeom>
          <a:solidFill xmlns:a="http://schemas.openxmlformats.org/drawingml/2006/main">
            <a:srgbClr val="F3F0FF"/>
          </a:solidFill>
          <a:ln xmlns:a="http://schemas.openxmlformats.org/drawingml/2006/main" w="28575">
            <a:solidFill>
              <a:srgbClr val="6F5AA7"/>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17" name="">
            <a:extLst xmlns:a="http://schemas.openxmlformats.org/drawingml/2006/main">
              <a:ext uri="{FF2B5EF4-FFF2-40B4-BE49-F238E27FC236}">
                <a16:creationId xmlns:a16="http://schemas.microsoft.com/office/drawing/2014/main" id="{8837025A-979C-4D47-916B-A9492CAD2C43}"/>
              </a:ext>
            </a:extLst>
          </p:cNvPr>
          <p:cNvSpPr>
            <a:spLocks xmlns:a="http://schemas.openxmlformats.org/drawingml/2006/main" noGrp="1"/>
          </p:cNvSpPr>
          <p:nvPr/>
        </p:nvSpPr>
        <p:spPr>
          <a:xfrm xmlns:a="http://schemas.openxmlformats.org/drawingml/2006/main">
            <a:off x="16716375" y="13601700"/>
            <a:ext cx="5905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800" b="1">
                <a:solidFill>
                  <a:srgbClr val="2B2A55"/>
                </a:solidFill>
                <a:latin typeface="Segoe UI"/>
                <a:ea typeface="Segoe UI"/>
                <a:cs typeface="Segoe UI"/>
              </a:defRPr>
            </a:pPr>
            <a:r>
              <a:rPr sz="1800" b="1">
                <a:solidFill>
                  <a:srgbClr val="FFFFFF"/>
                </a:solidFill>
                <a:latin typeface="Segoe UI"/>
                <a:ea typeface="Segoe UI"/>
                <a:cs typeface="Segoe UI"/>
              </a:rPr>
              <a:t>.</a:t>
            </a:r>
          </a:p>
        </p:txBody>
      </p:sp>
      <p:sp>
        <p:nvSpPr>
          <p:cNvPr id="118" name="">
            <a:extLst xmlns:a="http://schemas.openxmlformats.org/drawingml/2006/main">
              <a:ext uri="{FF2B5EF4-FFF2-40B4-BE49-F238E27FC236}">
                <a16:creationId xmlns:a16="http://schemas.microsoft.com/office/drawing/2014/main" id="{0B2D78A3-ADCA-472C-86A1-20E380BD4FF9}"/>
              </a:ext>
            </a:extLst>
          </p:cNvPr>
          <p:cNvSpPr>
            <a:spLocks xmlns:a="http://schemas.openxmlformats.org/drawingml/2006/main" noGrp="1"/>
          </p:cNvSpPr>
          <p:nvPr/>
        </p:nvSpPr>
        <p:spPr>
          <a:xfrm xmlns:a="http://schemas.openxmlformats.org/drawingml/2006/main">
            <a:off x="16716375" y="13973175"/>
            <a:ext cx="5905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500" b="0">
                <a:solidFill>
                  <a:srgbClr val="4C4F73"/>
                </a:solidFill>
                <a:latin typeface="Segoe UI"/>
                <a:ea typeface="Segoe UI"/>
                <a:cs typeface="Segoe UI"/>
              </a:defRPr>
            </a:pPr>
            <a:r>
              <a:rPr sz="1500" b="0">
                <a:solidFill>
                  <a:srgbClr val="FFFFFF"/>
                </a:solidFill>
                <a:latin typeface="Segoe UI"/>
                <a:ea typeface="Segoe UI"/>
                <a:cs typeface="Segoe UI"/>
              </a:rPr>
              <a:t>.</a:t>
            </a:r>
          </a:p>
        </p:txBody>
      </p:sp>
      <p:sp>
        <p:nvSpPr>
          <p:cNvPr id="119" name="">
            <a:extLst xmlns:a="http://schemas.openxmlformats.org/drawingml/2006/main">
              <a:ext uri="{FF2B5EF4-FFF2-40B4-BE49-F238E27FC236}">
                <a16:creationId xmlns:a16="http://schemas.microsoft.com/office/drawing/2014/main" id="{E83E5B59-D5A2-4294-8529-1455F8D6DF1A}"/>
              </a:ext>
            </a:extLst>
          </p:cNvPr>
          <p:cNvSpPr>
            <a:spLocks xmlns:a="http://schemas.openxmlformats.org/drawingml/2006/main" noGrp="1"/>
          </p:cNvSpPr>
          <p:nvPr/>
        </p:nvSpPr>
        <p:spPr>
          <a:xfrm xmlns:a="http://schemas.openxmlformats.org/drawingml/2006/main">
            <a:off x="10715625" y="12630150"/>
            <a:ext cx="152400" cy="76200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20" name="">
            <a:extLst xmlns:a="http://schemas.openxmlformats.org/drawingml/2006/main">
              <a:ext uri="{FF2B5EF4-FFF2-40B4-BE49-F238E27FC236}">
                <a16:creationId xmlns:a16="http://schemas.microsoft.com/office/drawing/2014/main" id="{0EE1B368-69AC-4849-855A-2DAA49D605EE}"/>
              </a:ext>
            </a:extLst>
          </p:cNvPr>
          <p:cNvSpPr>
            <a:spLocks xmlns:a="http://schemas.openxmlformats.org/drawingml/2006/main" noGrp="1"/>
          </p:cNvSpPr>
          <p:nvPr/>
        </p:nvSpPr>
        <p:spPr>
          <a:xfrm xmlns:a="http://schemas.openxmlformats.org/drawingml/2006/main">
            <a:off x="19564350" y="12630150"/>
            <a:ext cx="152400" cy="762000"/>
          </a:xfrm>
          <a:prstGeom xmlns:a="http://schemas.openxmlformats.org/drawingml/2006/main" prst="rect">
            <a:avLst/>
          </a:prstGeom>
          <a:solidFill xmlns:a="http://schemas.openxmlformats.org/drawingml/2006/main">
            <a:srgbClr val="6F5AA7"/>
          </a:solidFill>
          <a:ln xmlns:a="http://schemas.openxmlformats.org/drawingml/2006/main" w="0">
            <a:solidFill>
              <a:srgbClr val="6F5AA7"/>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21" name="">
            <a:extLst xmlns:a="http://schemas.openxmlformats.org/drawingml/2006/main">
              <a:ext uri="{FF2B5EF4-FFF2-40B4-BE49-F238E27FC236}">
                <a16:creationId xmlns:a16="http://schemas.microsoft.com/office/drawing/2014/main" id="{F6ADA60D-D51F-4020-AE24-3299D22BCCA0}"/>
              </a:ext>
            </a:extLst>
          </p:cNvPr>
          <p:cNvSpPr>
            <a:spLocks xmlns:a="http://schemas.openxmlformats.org/drawingml/2006/main" noGrp="1"/>
          </p:cNvSpPr>
          <p:nvPr/>
        </p:nvSpPr>
        <p:spPr>
          <a:xfrm xmlns:a="http://schemas.openxmlformats.org/drawingml/2006/main">
            <a:off x="952500" y="17383125"/>
            <a:ext cx="13906500" cy="10191750"/>
          </a:xfrm>
          <a:prstGeom xmlns:a="http://schemas.openxmlformats.org/drawingml/2006/main" prst="rect">
            <a:avLst/>
          </a:prstGeom>
          <a:solidFill xmlns:a="http://schemas.openxmlformats.org/drawingml/2006/main">
            <a:srgbClr val="FFFFFF"/>
          </a:solidFill>
          <a:ln xmlns:a="http://schemas.openxmlformats.org/drawingml/2006/main" w="19050">
            <a:solidFill>
              <a:srgbClr val="CED6E8"/>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22" name="">
            <a:extLst xmlns:a="http://schemas.openxmlformats.org/drawingml/2006/main">
              <a:ext uri="{FF2B5EF4-FFF2-40B4-BE49-F238E27FC236}">
                <a16:creationId xmlns:a16="http://schemas.microsoft.com/office/drawing/2014/main" id="{D16C231E-EB48-4D49-A23F-8A79E2F231C8}"/>
              </a:ext>
            </a:extLst>
          </p:cNvPr>
          <p:cNvSpPr>
            <a:spLocks xmlns:a="http://schemas.openxmlformats.org/drawingml/2006/main" noGrp="1"/>
          </p:cNvSpPr>
          <p:nvPr/>
        </p:nvSpPr>
        <p:spPr>
          <a:xfrm xmlns:a="http://schemas.openxmlformats.org/drawingml/2006/main">
            <a:off x="952500" y="17383125"/>
            <a:ext cx="114300" cy="101917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23" name="">
            <a:extLst xmlns:a="http://schemas.openxmlformats.org/drawingml/2006/main">
              <a:ext uri="{FF2B5EF4-FFF2-40B4-BE49-F238E27FC236}">
                <a16:creationId xmlns:a16="http://schemas.microsoft.com/office/drawing/2014/main" id="{43847D51-2597-4DB8-BEA2-3603420DAC95}"/>
              </a:ext>
            </a:extLst>
          </p:cNvPr>
          <p:cNvSpPr>
            <a:spLocks xmlns:a="http://schemas.openxmlformats.org/drawingml/2006/main" noGrp="1"/>
          </p:cNvSpPr>
          <p:nvPr/>
        </p:nvSpPr>
        <p:spPr>
          <a:xfrm xmlns:a="http://schemas.openxmlformats.org/drawingml/2006/main">
            <a:off x="1276350" y="17630775"/>
            <a:ext cx="132397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850" b="1">
                <a:solidFill>
                  <a:srgbClr val="2B2A55"/>
                </a:solidFill>
                <a:latin typeface="Segoe UI"/>
                <a:ea typeface="Segoe UI"/>
                <a:cs typeface="Segoe UI"/>
              </a:defRPr>
            </a:pPr>
            <a:r>
              <a:rPr sz="2850" b="1">
                <a:solidFill>
                  <a:srgbClr val="FFFFFF"/>
                </a:solidFill>
                <a:latin typeface="Segoe UI"/>
                <a:ea typeface="Segoe UI"/>
                <a:cs typeface="Segoe UI"/>
              </a:rPr>
              <a:t>.</a:t>
            </a:r>
          </a:p>
        </p:txBody>
      </p:sp>
      <p:sp>
        <p:nvSpPr>
          <p:cNvPr id="124" name="">
            <a:extLst xmlns:a="http://schemas.openxmlformats.org/drawingml/2006/main">
              <a:ext uri="{FF2B5EF4-FFF2-40B4-BE49-F238E27FC236}">
                <a16:creationId xmlns:a16="http://schemas.microsoft.com/office/drawing/2014/main" id="{DD69F5DA-0636-4F19-8701-9281A14F4F08}"/>
              </a:ext>
            </a:extLst>
          </p:cNvPr>
          <p:cNvSpPr>
            <a:spLocks xmlns:a="http://schemas.openxmlformats.org/drawingml/2006/main" noGrp="1"/>
          </p:cNvSpPr>
          <p:nvPr/>
        </p:nvSpPr>
        <p:spPr>
          <a:xfrm xmlns:a="http://schemas.openxmlformats.org/drawingml/2006/main">
            <a:off x="1333500" y="18278475"/>
            <a:ext cx="2857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650" b="1">
                <a:solidFill>
                  <a:srgbClr val="4C4F73"/>
                </a:solidFill>
                <a:latin typeface="Segoe UI"/>
                <a:ea typeface="Segoe UI"/>
                <a:cs typeface="Segoe UI"/>
              </a:defRPr>
            </a:pPr>
            <a:r>
              <a:rPr sz="1650" b="1">
                <a:solidFill>
                  <a:srgbClr val="FFFFFF"/>
                </a:solidFill>
                <a:latin typeface="Segoe UI"/>
                <a:ea typeface="Segoe UI"/>
                <a:cs typeface="Segoe UI"/>
              </a:rPr>
              <a:t>.</a:t>
            </a:r>
          </a:p>
        </p:txBody>
      </p:sp>
      <p:sp>
        <p:nvSpPr>
          <p:cNvPr id="125" name="">
            <a:extLst xmlns:a="http://schemas.openxmlformats.org/drawingml/2006/main">
              <a:ext uri="{FF2B5EF4-FFF2-40B4-BE49-F238E27FC236}">
                <a16:creationId xmlns:a16="http://schemas.microsoft.com/office/drawing/2014/main" id="{DB1011AE-2EBA-4B71-B82C-898692E6BBF5}"/>
              </a:ext>
            </a:extLst>
          </p:cNvPr>
          <p:cNvSpPr>
            <a:spLocks xmlns:a="http://schemas.openxmlformats.org/drawingml/2006/main" noGrp="1"/>
          </p:cNvSpPr>
          <p:nvPr/>
        </p:nvSpPr>
        <p:spPr>
          <a:xfrm xmlns:a="http://schemas.openxmlformats.org/drawingml/2006/main">
            <a:off x="4429125" y="18278475"/>
            <a:ext cx="2857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650" b="1">
                <a:solidFill>
                  <a:srgbClr val="4C4F73"/>
                </a:solidFill>
                <a:latin typeface="Segoe UI"/>
                <a:ea typeface="Segoe UI"/>
                <a:cs typeface="Segoe UI"/>
              </a:defRPr>
            </a:pPr>
            <a:r>
              <a:rPr sz="1650" b="1">
                <a:solidFill>
                  <a:srgbClr val="FFFFFF"/>
                </a:solidFill>
                <a:latin typeface="Segoe UI"/>
                <a:ea typeface="Segoe UI"/>
                <a:cs typeface="Segoe UI"/>
              </a:rPr>
              <a:t>.</a:t>
            </a:r>
          </a:p>
        </p:txBody>
      </p:sp>
      <p:sp>
        <p:nvSpPr>
          <p:cNvPr id="126" name="">
            <a:extLst xmlns:a="http://schemas.openxmlformats.org/drawingml/2006/main">
              <a:ext uri="{FF2B5EF4-FFF2-40B4-BE49-F238E27FC236}">
                <a16:creationId xmlns:a16="http://schemas.microsoft.com/office/drawing/2014/main" id="{54E05474-8DF6-4B5F-BEC5-DE7623AC5492}"/>
              </a:ext>
            </a:extLst>
          </p:cNvPr>
          <p:cNvSpPr>
            <a:spLocks xmlns:a="http://schemas.openxmlformats.org/drawingml/2006/main" noGrp="1"/>
          </p:cNvSpPr>
          <p:nvPr/>
        </p:nvSpPr>
        <p:spPr>
          <a:xfrm xmlns:a="http://schemas.openxmlformats.org/drawingml/2006/main">
            <a:off x="8048625" y="18278475"/>
            <a:ext cx="6191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650" b="1">
                <a:solidFill>
                  <a:srgbClr val="4472C4"/>
                </a:solidFill>
                <a:latin typeface="Segoe UI"/>
                <a:ea typeface="Segoe UI"/>
                <a:cs typeface="Segoe UI"/>
              </a:defRPr>
            </a:pPr>
            <a:r>
              <a:rPr sz="1650" b="1">
                <a:solidFill>
                  <a:srgbClr val="FFFFFF"/>
                </a:solidFill>
                <a:latin typeface="Segoe UI"/>
                <a:ea typeface="Segoe UI"/>
                <a:cs typeface="Segoe UI"/>
              </a:rPr>
              <a:t>.</a:t>
            </a:r>
          </a:p>
        </p:txBody>
      </p:sp>
      <p:sp>
        <p:nvSpPr>
          <p:cNvPr id="127" name="">
            <a:extLst xmlns:a="http://schemas.openxmlformats.org/drawingml/2006/main">
              <a:ext uri="{FF2B5EF4-FFF2-40B4-BE49-F238E27FC236}">
                <a16:creationId xmlns:a16="http://schemas.microsoft.com/office/drawing/2014/main" id="{AEA08641-6E3B-4121-8C15-5D49FA092081}"/>
              </a:ext>
            </a:extLst>
          </p:cNvPr>
          <p:cNvSpPr>
            <a:spLocks xmlns:a="http://schemas.openxmlformats.org/drawingml/2006/main" noGrp="1"/>
          </p:cNvSpPr>
          <p:nvPr/>
        </p:nvSpPr>
        <p:spPr>
          <a:xfrm xmlns:a="http://schemas.openxmlformats.org/drawingml/2006/main">
            <a:off x="1276350" y="18507075"/>
            <a:ext cx="13258800" cy="9525"/>
          </a:xfrm>
          <a:prstGeom xmlns:a="http://schemas.openxmlformats.org/drawingml/2006/main" prst="rect">
            <a:avLst/>
          </a:prstGeom>
          <a:solidFill xmlns:a="http://schemas.openxmlformats.org/drawingml/2006/main">
            <a:srgbClr val="D7DEEC"/>
          </a:solidFill>
          <a:ln xmlns:a="http://schemas.openxmlformats.org/drawingml/2006/main" w="0">
            <a:solidFill>
              <a:srgbClr val="D7DEEC"/>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28" name="">
            <a:extLst xmlns:a="http://schemas.openxmlformats.org/drawingml/2006/main">
              <a:ext uri="{FF2B5EF4-FFF2-40B4-BE49-F238E27FC236}">
                <a16:creationId xmlns:a16="http://schemas.microsoft.com/office/drawing/2014/main" id="{789931BC-8457-43CB-8824-28D2C35D2CE2}"/>
              </a:ext>
            </a:extLst>
          </p:cNvPr>
          <p:cNvSpPr>
            <a:spLocks xmlns:a="http://schemas.openxmlformats.org/drawingml/2006/main" noGrp="1"/>
          </p:cNvSpPr>
          <p:nvPr/>
        </p:nvSpPr>
        <p:spPr>
          <a:xfrm xmlns:a="http://schemas.openxmlformats.org/drawingml/2006/main">
            <a:off x="1333500" y="18830925"/>
            <a:ext cx="25717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1">
                <a:solidFill>
                  <a:srgbClr val="2B2A55"/>
                </a:solidFill>
                <a:latin typeface="Segoe UI"/>
                <a:ea typeface="Segoe UI"/>
                <a:cs typeface="Segoe UI"/>
              </a:defRPr>
            </a:pPr>
            <a:r>
              <a:rPr sz="1800" b="1">
                <a:solidFill>
                  <a:srgbClr val="FFFFFF"/>
                </a:solidFill>
                <a:latin typeface="Segoe UI"/>
                <a:ea typeface="Segoe UI"/>
                <a:cs typeface="Segoe UI"/>
              </a:rPr>
              <a:t>.</a:t>
            </a:r>
          </a:p>
        </p:txBody>
      </p:sp>
      <p:sp>
        <p:nvSpPr>
          <p:cNvPr id="129" name="">
            <a:extLst xmlns:a="http://schemas.openxmlformats.org/drawingml/2006/main">
              <a:ext uri="{FF2B5EF4-FFF2-40B4-BE49-F238E27FC236}">
                <a16:creationId xmlns:a16="http://schemas.microsoft.com/office/drawing/2014/main" id="{23D98B31-6250-4B2B-9C0F-7A1912E742F1}"/>
              </a:ext>
            </a:extLst>
          </p:cNvPr>
          <p:cNvSpPr>
            <a:spLocks xmlns:a="http://schemas.openxmlformats.org/drawingml/2006/main" noGrp="1"/>
          </p:cNvSpPr>
          <p:nvPr/>
        </p:nvSpPr>
        <p:spPr>
          <a:xfrm xmlns:a="http://schemas.openxmlformats.org/drawingml/2006/main">
            <a:off x="4429125" y="18830925"/>
            <a:ext cx="30480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0">
                <a:solidFill>
                  <a:srgbClr val="4C4F73"/>
                </a:solidFill>
                <a:latin typeface="Segoe UI"/>
                <a:ea typeface="Segoe UI"/>
                <a:cs typeface="Segoe UI"/>
              </a:defRPr>
            </a:pPr>
            <a:r>
              <a:rPr sz="1725" b="0">
                <a:solidFill>
                  <a:srgbClr val="FFFFFF"/>
                </a:solidFill>
                <a:latin typeface="Segoe UI"/>
                <a:ea typeface="Segoe UI"/>
                <a:cs typeface="Segoe UI"/>
              </a:rPr>
              <a:t>.</a:t>
            </a:r>
          </a:p>
        </p:txBody>
      </p:sp>
      <p:sp>
        <p:nvSpPr>
          <p:cNvPr id="130" name="">
            <a:extLst xmlns:a="http://schemas.openxmlformats.org/drawingml/2006/main">
              <a:ext uri="{FF2B5EF4-FFF2-40B4-BE49-F238E27FC236}">
                <a16:creationId xmlns:a16="http://schemas.microsoft.com/office/drawing/2014/main" id="{69CFF26B-3DBE-4AA1-A3F1-FFD7E8C3EC83}"/>
              </a:ext>
            </a:extLst>
          </p:cNvPr>
          <p:cNvSpPr>
            <a:spLocks xmlns:a="http://schemas.openxmlformats.org/drawingml/2006/main" noGrp="1"/>
          </p:cNvSpPr>
          <p:nvPr/>
        </p:nvSpPr>
        <p:spPr>
          <a:xfrm xmlns:a="http://schemas.openxmlformats.org/drawingml/2006/main">
            <a:off x="8048625" y="18773775"/>
            <a:ext cx="609600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650" b="1">
                <a:solidFill>
                  <a:srgbClr val="2B2A55"/>
                </a:solidFill>
                <a:latin typeface="Segoe UI"/>
                <a:ea typeface="Segoe UI"/>
                <a:cs typeface="Segoe UI"/>
              </a:defRPr>
            </a:pPr>
            <a:r>
              <a:rPr sz="1650" b="1">
                <a:solidFill>
                  <a:srgbClr val="FFFFFF"/>
                </a:solidFill>
                <a:latin typeface="Segoe UI"/>
                <a:ea typeface="Segoe UI"/>
                <a:cs typeface="Segoe UI"/>
              </a:rPr>
              <a:t>.</a:t>
            </a:r>
          </a:p>
        </p:txBody>
      </p:sp>
      <p:sp>
        <p:nvSpPr>
          <p:cNvPr id="131" name="">
            <a:extLst xmlns:a="http://schemas.openxmlformats.org/drawingml/2006/main">
              <a:ext uri="{FF2B5EF4-FFF2-40B4-BE49-F238E27FC236}">
                <a16:creationId xmlns:a16="http://schemas.microsoft.com/office/drawing/2014/main" id="{CC939BDD-7CBC-46DD-9C00-4E5C708EAA1D}"/>
              </a:ext>
            </a:extLst>
          </p:cNvPr>
          <p:cNvSpPr>
            <a:spLocks xmlns:a="http://schemas.openxmlformats.org/drawingml/2006/main" noGrp="1"/>
          </p:cNvSpPr>
          <p:nvPr/>
        </p:nvSpPr>
        <p:spPr>
          <a:xfrm xmlns:a="http://schemas.openxmlformats.org/drawingml/2006/main">
            <a:off x="1276350" y="20583525"/>
            <a:ext cx="13258800" cy="9525"/>
          </a:xfrm>
          <a:prstGeom xmlns:a="http://schemas.openxmlformats.org/drawingml/2006/main" prst="rect">
            <a:avLst/>
          </a:prstGeom>
          <a:solidFill xmlns:a="http://schemas.openxmlformats.org/drawingml/2006/main">
            <a:srgbClr val="D7DEEC"/>
          </a:solidFill>
          <a:ln xmlns:a="http://schemas.openxmlformats.org/drawingml/2006/main" w="0">
            <a:solidFill>
              <a:srgbClr val="D7DEEC"/>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32" name="">
            <a:extLst xmlns:a="http://schemas.openxmlformats.org/drawingml/2006/main">
              <a:ext uri="{FF2B5EF4-FFF2-40B4-BE49-F238E27FC236}">
                <a16:creationId xmlns:a16="http://schemas.microsoft.com/office/drawing/2014/main" id="{5C38EAE9-96A3-4DAB-A962-C5806E87332E}"/>
              </a:ext>
            </a:extLst>
          </p:cNvPr>
          <p:cNvSpPr>
            <a:spLocks xmlns:a="http://schemas.openxmlformats.org/drawingml/2006/main" noGrp="1"/>
          </p:cNvSpPr>
          <p:nvPr/>
        </p:nvSpPr>
        <p:spPr>
          <a:xfrm xmlns:a="http://schemas.openxmlformats.org/drawingml/2006/main">
            <a:off x="1333500" y="20907375"/>
            <a:ext cx="25717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1">
                <a:solidFill>
                  <a:srgbClr val="2B2A55"/>
                </a:solidFill>
                <a:latin typeface="Segoe UI"/>
                <a:ea typeface="Segoe UI"/>
                <a:cs typeface="Segoe UI"/>
              </a:defRPr>
            </a:pPr>
            <a:r>
              <a:rPr sz="1800" b="1">
                <a:solidFill>
                  <a:srgbClr val="FFFFFF"/>
                </a:solidFill>
                <a:latin typeface="Segoe UI"/>
                <a:ea typeface="Segoe UI"/>
                <a:cs typeface="Segoe UI"/>
              </a:rPr>
              <a:t>.</a:t>
            </a:r>
          </a:p>
        </p:txBody>
      </p:sp>
      <p:sp>
        <p:nvSpPr>
          <p:cNvPr id="133" name="">
            <a:extLst xmlns:a="http://schemas.openxmlformats.org/drawingml/2006/main">
              <a:ext uri="{FF2B5EF4-FFF2-40B4-BE49-F238E27FC236}">
                <a16:creationId xmlns:a16="http://schemas.microsoft.com/office/drawing/2014/main" id="{4D4F6307-96E4-4C60-AEA2-8D8D108663AE}"/>
              </a:ext>
            </a:extLst>
          </p:cNvPr>
          <p:cNvSpPr>
            <a:spLocks xmlns:a="http://schemas.openxmlformats.org/drawingml/2006/main" noGrp="1"/>
          </p:cNvSpPr>
          <p:nvPr/>
        </p:nvSpPr>
        <p:spPr>
          <a:xfrm xmlns:a="http://schemas.openxmlformats.org/drawingml/2006/main">
            <a:off x="4429125" y="20907375"/>
            <a:ext cx="30480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0">
                <a:solidFill>
                  <a:srgbClr val="4C4F73"/>
                </a:solidFill>
                <a:latin typeface="Segoe UI"/>
                <a:ea typeface="Segoe UI"/>
                <a:cs typeface="Segoe UI"/>
              </a:defRPr>
            </a:pPr>
            <a:r>
              <a:rPr sz="1725" b="0">
                <a:solidFill>
                  <a:srgbClr val="FFFFFF"/>
                </a:solidFill>
                <a:latin typeface="Segoe UI"/>
                <a:ea typeface="Segoe UI"/>
                <a:cs typeface="Segoe UI"/>
              </a:rPr>
              <a:t>.</a:t>
            </a:r>
          </a:p>
        </p:txBody>
      </p:sp>
      <p:sp>
        <p:nvSpPr>
          <p:cNvPr id="134" name="">
            <a:extLst xmlns:a="http://schemas.openxmlformats.org/drawingml/2006/main">
              <a:ext uri="{FF2B5EF4-FFF2-40B4-BE49-F238E27FC236}">
                <a16:creationId xmlns:a16="http://schemas.microsoft.com/office/drawing/2014/main" id="{4C7F1FF7-AA60-466B-A8DD-4BCE958278F6}"/>
              </a:ext>
            </a:extLst>
          </p:cNvPr>
          <p:cNvSpPr>
            <a:spLocks xmlns:a="http://schemas.openxmlformats.org/drawingml/2006/main" noGrp="1"/>
          </p:cNvSpPr>
          <p:nvPr/>
        </p:nvSpPr>
        <p:spPr>
          <a:xfrm xmlns:a="http://schemas.openxmlformats.org/drawingml/2006/main">
            <a:off x="8048625" y="20850225"/>
            <a:ext cx="609600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650" b="1">
                <a:solidFill>
                  <a:srgbClr val="2B2A55"/>
                </a:solidFill>
                <a:latin typeface="Segoe UI"/>
                <a:ea typeface="Segoe UI"/>
                <a:cs typeface="Segoe UI"/>
              </a:defRPr>
            </a:pPr>
            <a:r>
              <a:rPr sz="1650" b="1">
                <a:solidFill>
                  <a:srgbClr val="FFFFFF"/>
                </a:solidFill>
                <a:latin typeface="Segoe UI"/>
                <a:ea typeface="Segoe UI"/>
                <a:cs typeface="Segoe UI"/>
              </a:rPr>
              <a:t>.</a:t>
            </a:r>
          </a:p>
        </p:txBody>
      </p:sp>
      <p:sp>
        <p:nvSpPr>
          <p:cNvPr id="135" name="">
            <a:extLst xmlns:a="http://schemas.openxmlformats.org/drawingml/2006/main">
              <a:ext uri="{FF2B5EF4-FFF2-40B4-BE49-F238E27FC236}">
                <a16:creationId xmlns:a16="http://schemas.microsoft.com/office/drawing/2014/main" id="{A6DDF957-45F1-4977-93E0-A22AC1637903}"/>
              </a:ext>
            </a:extLst>
          </p:cNvPr>
          <p:cNvSpPr>
            <a:spLocks xmlns:a="http://schemas.openxmlformats.org/drawingml/2006/main" noGrp="1"/>
          </p:cNvSpPr>
          <p:nvPr/>
        </p:nvSpPr>
        <p:spPr>
          <a:xfrm xmlns:a="http://schemas.openxmlformats.org/drawingml/2006/main">
            <a:off x="1276350" y="22659975"/>
            <a:ext cx="13258800" cy="9525"/>
          </a:xfrm>
          <a:prstGeom xmlns:a="http://schemas.openxmlformats.org/drawingml/2006/main" prst="rect">
            <a:avLst/>
          </a:prstGeom>
          <a:solidFill xmlns:a="http://schemas.openxmlformats.org/drawingml/2006/main">
            <a:srgbClr val="D7DEEC"/>
          </a:solidFill>
          <a:ln xmlns:a="http://schemas.openxmlformats.org/drawingml/2006/main" w="0">
            <a:solidFill>
              <a:srgbClr val="D7DEEC"/>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36" name="">
            <a:extLst xmlns:a="http://schemas.openxmlformats.org/drawingml/2006/main">
              <a:ext uri="{FF2B5EF4-FFF2-40B4-BE49-F238E27FC236}">
                <a16:creationId xmlns:a16="http://schemas.microsoft.com/office/drawing/2014/main" id="{4412FEF9-CACA-4045-AD57-C3484C09246D}"/>
              </a:ext>
            </a:extLst>
          </p:cNvPr>
          <p:cNvSpPr>
            <a:spLocks xmlns:a="http://schemas.openxmlformats.org/drawingml/2006/main" noGrp="1"/>
          </p:cNvSpPr>
          <p:nvPr/>
        </p:nvSpPr>
        <p:spPr>
          <a:xfrm xmlns:a="http://schemas.openxmlformats.org/drawingml/2006/main">
            <a:off x="1333500" y="22983825"/>
            <a:ext cx="25717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1">
                <a:solidFill>
                  <a:srgbClr val="2B2A55"/>
                </a:solidFill>
                <a:latin typeface="Segoe UI"/>
                <a:ea typeface="Segoe UI"/>
                <a:cs typeface="Segoe UI"/>
              </a:defRPr>
            </a:pPr>
            <a:r>
              <a:rPr sz="1800" b="1">
                <a:solidFill>
                  <a:srgbClr val="FFFFFF"/>
                </a:solidFill>
                <a:latin typeface="Segoe UI"/>
                <a:ea typeface="Segoe UI"/>
                <a:cs typeface="Segoe UI"/>
              </a:rPr>
              <a:t>.</a:t>
            </a:r>
          </a:p>
        </p:txBody>
      </p:sp>
      <p:sp>
        <p:nvSpPr>
          <p:cNvPr id="137" name="">
            <a:extLst xmlns:a="http://schemas.openxmlformats.org/drawingml/2006/main">
              <a:ext uri="{FF2B5EF4-FFF2-40B4-BE49-F238E27FC236}">
                <a16:creationId xmlns:a16="http://schemas.microsoft.com/office/drawing/2014/main" id="{B0B2742A-DAD2-4DCC-BC0D-25B8C5CF4EE8}"/>
              </a:ext>
            </a:extLst>
          </p:cNvPr>
          <p:cNvSpPr>
            <a:spLocks xmlns:a="http://schemas.openxmlformats.org/drawingml/2006/main" noGrp="1"/>
          </p:cNvSpPr>
          <p:nvPr/>
        </p:nvSpPr>
        <p:spPr>
          <a:xfrm xmlns:a="http://schemas.openxmlformats.org/drawingml/2006/main">
            <a:off x="4429125" y="22983825"/>
            <a:ext cx="30480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0">
                <a:solidFill>
                  <a:srgbClr val="4C4F73"/>
                </a:solidFill>
                <a:latin typeface="Segoe UI"/>
                <a:ea typeface="Segoe UI"/>
                <a:cs typeface="Segoe UI"/>
              </a:defRPr>
            </a:pPr>
            <a:r>
              <a:rPr sz="1725" b="0">
                <a:solidFill>
                  <a:srgbClr val="FFFFFF"/>
                </a:solidFill>
                <a:latin typeface="Segoe UI"/>
                <a:ea typeface="Segoe UI"/>
                <a:cs typeface="Segoe UI"/>
              </a:rPr>
              <a:t>.</a:t>
            </a:r>
          </a:p>
        </p:txBody>
      </p:sp>
      <p:sp>
        <p:nvSpPr>
          <p:cNvPr id="138" name="">
            <a:extLst xmlns:a="http://schemas.openxmlformats.org/drawingml/2006/main">
              <a:ext uri="{FF2B5EF4-FFF2-40B4-BE49-F238E27FC236}">
                <a16:creationId xmlns:a16="http://schemas.microsoft.com/office/drawing/2014/main" id="{51E80D75-57B0-40CF-8541-80BFB7640A8F}"/>
              </a:ext>
            </a:extLst>
          </p:cNvPr>
          <p:cNvSpPr>
            <a:spLocks xmlns:a="http://schemas.openxmlformats.org/drawingml/2006/main" noGrp="1"/>
          </p:cNvSpPr>
          <p:nvPr/>
        </p:nvSpPr>
        <p:spPr>
          <a:xfrm xmlns:a="http://schemas.openxmlformats.org/drawingml/2006/main">
            <a:off x="8048625" y="22926675"/>
            <a:ext cx="609600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650" b="1">
                <a:solidFill>
                  <a:srgbClr val="2B2A55"/>
                </a:solidFill>
                <a:latin typeface="Segoe UI"/>
                <a:ea typeface="Segoe UI"/>
                <a:cs typeface="Segoe UI"/>
              </a:defRPr>
            </a:pPr>
            <a:r>
              <a:rPr sz="1650" b="1">
                <a:solidFill>
                  <a:srgbClr val="FFFFFF"/>
                </a:solidFill>
                <a:latin typeface="Segoe UI"/>
                <a:ea typeface="Segoe UI"/>
                <a:cs typeface="Segoe UI"/>
              </a:rPr>
              <a:t>.</a:t>
            </a:r>
          </a:p>
        </p:txBody>
      </p:sp>
      <p:sp>
        <p:nvSpPr>
          <p:cNvPr id="139" name="">
            <a:extLst xmlns:a="http://schemas.openxmlformats.org/drawingml/2006/main">
              <a:ext uri="{FF2B5EF4-FFF2-40B4-BE49-F238E27FC236}">
                <a16:creationId xmlns:a16="http://schemas.microsoft.com/office/drawing/2014/main" id="{7A467491-5942-4BC4-9B7B-2CDBDB15DAAD}"/>
              </a:ext>
            </a:extLst>
          </p:cNvPr>
          <p:cNvSpPr>
            <a:spLocks xmlns:a="http://schemas.openxmlformats.org/drawingml/2006/main" noGrp="1"/>
          </p:cNvSpPr>
          <p:nvPr/>
        </p:nvSpPr>
        <p:spPr>
          <a:xfrm xmlns:a="http://schemas.openxmlformats.org/drawingml/2006/main">
            <a:off x="1276350" y="24736425"/>
            <a:ext cx="13258800" cy="9525"/>
          </a:xfrm>
          <a:prstGeom xmlns:a="http://schemas.openxmlformats.org/drawingml/2006/main" prst="rect">
            <a:avLst/>
          </a:prstGeom>
          <a:solidFill xmlns:a="http://schemas.openxmlformats.org/drawingml/2006/main">
            <a:srgbClr val="D7DEEC"/>
          </a:solidFill>
          <a:ln xmlns:a="http://schemas.openxmlformats.org/drawingml/2006/main" w="0">
            <a:solidFill>
              <a:srgbClr val="D7DEEC"/>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40" name="">
            <a:extLst xmlns:a="http://schemas.openxmlformats.org/drawingml/2006/main">
              <a:ext uri="{FF2B5EF4-FFF2-40B4-BE49-F238E27FC236}">
                <a16:creationId xmlns:a16="http://schemas.microsoft.com/office/drawing/2014/main" id="{72DD26DA-9632-419D-9088-0CA2C5FD42FF}"/>
              </a:ext>
            </a:extLst>
          </p:cNvPr>
          <p:cNvSpPr>
            <a:spLocks xmlns:a="http://schemas.openxmlformats.org/drawingml/2006/main" noGrp="1"/>
          </p:cNvSpPr>
          <p:nvPr/>
        </p:nvSpPr>
        <p:spPr>
          <a:xfrm xmlns:a="http://schemas.openxmlformats.org/drawingml/2006/main">
            <a:off x="1333500" y="25060275"/>
            <a:ext cx="25717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1">
                <a:solidFill>
                  <a:srgbClr val="2B2A55"/>
                </a:solidFill>
                <a:latin typeface="Segoe UI"/>
                <a:ea typeface="Segoe UI"/>
                <a:cs typeface="Segoe UI"/>
              </a:defRPr>
            </a:pPr>
            <a:r>
              <a:rPr sz="1800" b="1">
                <a:solidFill>
                  <a:srgbClr val="FFFFFF"/>
                </a:solidFill>
                <a:latin typeface="Segoe UI"/>
                <a:ea typeface="Segoe UI"/>
                <a:cs typeface="Segoe UI"/>
              </a:rPr>
              <a:t>.</a:t>
            </a:r>
          </a:p>
        </p:txBody>
      </p:sp>
      <p:sp>
        <p:nvSpPr>
          <p:cNvPr id="141" name="">
            <a:extLst xmlns:a="http://schemas.openxmlformats.org/drawingml/2006/main">
              <a:ext uri="{FF2B5EF4-FFF2-40B4-BE49-F238E27FC236}">
                <a16:creationId xmlns:a16="http://schemas.microsoft.com/office/drawing/2014/main" id="{D5FB5DE2-1336-404C-9CC0-61254FFBCE61}"/>
              </a:ext>
            </a:extLst>
          </p:cNvPr>
          <p:cNvSpPr>
            <a:spLocks xmlns:a="http://schemas.openxmlformats.org/drawingml/2006/main" noGrp="1"/>
          </p:cNvSpPr>
          <p:nvPr/>
        </p:nvSpPr>
        <p:spPr>
          <a:xfrm xmlns:a="http://schemas.openxmlformats.org/drawingml/2006/main">
            <a:off x="4429125" y="25060275"/>
            <a:ext cx="30480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0">
                <a:solidFill>
                  <a:srgbClr val="4C4F73"/>
                </a:solidFill>
                <a:latin typeface="Segoe UI"/>
                <a:ea typeface="Segoe UI"/>
                <a:cs typeface="Segoe UI"/>
              </a:defRPr>
            </a:pPr>
            <a:r>
              <a:rPr sz="1725" b="0">
                <a:solidFill>
                  <a:srgbClr val="FFFFFF"/>
                </a:solidFill>
                <a:latin typeface="Segoe UI"/>
                <a:ea typeface="Segoe UI"/>
                <a:cs typeface="Segoe UI"/>
              </a:rPr>
              <a:t>.</a:t>
            </a:r>
          </a:p>
        </p:txBody>
      </p:sp>
      <p:sp>
        <p:nvSpPr>
          <p:cNvPr id="142" name="">
            <a:extLst xmlns:a="http://schemas.openxmlformats.org/drawingml/2006/main">
              <a:ext uri="{FF2B5EF4-FFF2-40B4-BE49-F238E27FC236}">
                <a16:creationId xmlns:a16="http://schemas.microsoft.com/office/drawing/2014/main" id="{8CE2F50F-1BE4-410C-9FBD-294752218B08}"/>
              </a:ext>
            </a:extLst>
          </p:cNvPr>
          <p:cNvSpPr>
            <a:spLocks xmlns:a="http://schemas.openxmlformats.org/drawingml/2006/main" noGrp="1"/>
          </p:cNvSpPr>
          <p:nvPr/>
        </p:nvSpPr>
        <p:spPr>
          <a:xfrm xmlns:a="http://schemas.openxmlformats.org/drawingml/2006/main">
            <a:off x="8048625" y="25003125"/>
            <a:ext cx="609600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650" b="1">
                <a:solidFill>
                  <a:srgbClr val="2B2A55"/>
                </a:solidFill>
                <a:latin typeface="Segoe UI"/>
                <a:ea typeface="Segoe UI"/>
                <a:cs typeface="Segoe UI"/>
              </a:defRPr>
            </a:pPr>
            <a:r>
              <a:rPr sz="1650" b="1">
                <a:solidFill>
                  <a:srgbClr val="FFFFFF"/>
                </a:solidFill>
                <a:latin typeface="Segoe UI"/>
                <a:ea typeface="Segoe UI"/>
                <a:cs typeface="Segoe UI"/>
              </a:rPr>
              <a:t>.</a:t>
            </a:r>
          </a:p>
        </p:txBody>
      </p:sp>
      <p:sp>
        <p:nvSpPr>
          <p:cNvPr id="143" name="">
            <a:extLst xmlns:a="http://schemas.openxmlformats.org/drawingml/2006/main">
              <a:ext uri="{FF2B5EF4-FFF2-40B4-BE49-F238E27FC236}">
                <a16:creationId xmlns:a16="http://schemas.microsoft.com/office/drawing/2014/main" id="{373D1125-61A3-4497-9516-04202FAB3B2F}"/>
              </a:ext>
            </a:extLst>
          </p:cNvPr>
          <p:cNvSpPr>
            <a:spLocks xmlns:a="http://schemas.openxmlformats.org/drawingml/2006/main" noGrp="1"/>
          </p:cNvSpPr>
          <p:nvPr/>
        </p:nvSpPr>
        <p:spPr>
          <a:xfrm xmlns:a="http://schemas.openxmlformats.org/drawingml/2006/main">
            <a:off x="15621000" y="17383125"/>
            <a:ext cx="13906500" cy="10191750"/>
          </a:xfrm>
          <a:prstGeom xmlns:a="http://schemas.openxmlformats.org/drawingml/2006/main" prst="rect">
            <a:avLst/>
          </a:prstGeom>
          <a:solidFill xmlns:a="http://schemas.openxmlformats.org/drawingml/2006/main">
            <a:srgbClr val="FFFFFF"/>
          </a:solidFill>
          <a:ln xmlns:a="http://schemas.openxmlformats.org/drawingml/2006/main" w="19050">
            <a:solidFill>
              <a:srgbClr val="CED6E8"/>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44" name="">
            <a:extLst xmlns:a="http://schemas.openxmlformats.org/drawingml/2006/main">
              <a:ext uri="{FF2B5EF4-FFF2-40B4-BE49-F238E27FC236}">
                <a16:creationId xmlns:a16="http://schemas.microsoft.com/office/drawing/2014/main" id="{33B08D80-AF8F-4C12-BBB9-79D5D4BF34FE}"/>
              </a:ext>
            </a:extLst>
          </p:cNvPr>
          <p:cNvSpPr>
            <a:spLocks xmlns:a="http://schemas.openxmlformats.org/drawingml/2006/main" noGrp="1"/>
          </p:cNvSpPr>
          <p:nvPr/>
        </p:nvSpPr>
        <p:spPr>
          <a:xfrm xmlns:a="http://schemas.openxmlformats.org/drawingml/2006/main">
            <a:off x="15621000" y="17383125"/>
            <a:ext cx="114300" cy="101917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45" name="">
            <a:extLst xmlns:a="http://schemas.openxmlformats.org/drawingml/2006/main">
              <a:ext uri="{FF2B5EF4-FFF2-40B4-BE49-F238E27FC236}">
                <a16:creationId xmlns:a16="http://schemas.microsoft.com/office/drawing/2014/main" id="{2A172C21-F948-4C0D-BBE2-3CCE4082D82E}"/>
              </a:ext>
            </a:extLst>
          </p:cNvPr>
          <p:cNvSpPr>
            <a:spLocks xmlns:a="http://schemas.openxmlformats.org/drawingml/2006/main" noGrp="1"/>
          </p:cNvSpPr>
          <p:nvPr/>
        </p:nvSpPr>
        <p:spPr>
          <a:xfrm xmlns:a="http://schemas.openxmlformats.org/drawingml/2006/main">
            <a:off x="15944850" y="17630775"/>
            <a:ext cx="132397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850" b="1">
                <a:solidFill>
                  <a:srgbClr val="2B2A55"/>
                </a:solidFill>
                <a:latin typeface="Segoe UI"/>
                <a:ea typeface="Segoe UI"/>
                <a:cs typeface="Segoe UI"/>
              </a:defRPr>
            </a:pPr>
            <a:r>
              <a:rPr sz="2850" b="1">
                <a:solidFill>
                  <a:srgbClr val="FFFFFF"/>
                </a:solidFill>
                <a:latin typeface="Segoe UI"/>
                <a:ea typeface="Segoe UI"/>
                <a:cs typeface="Segoe UI"/>
              </a:rPr>
              <a:t>.</a:t>
            </a:r>
          </a:p>
        </p:txBody>
      </p:sp>
      <p:sp>
        <p:nvSpPr>
          <p:cNvPr id="146" name="">
            <a:extLst xmlns:a="http://schemas.openxmlformats.org/drawingml/2006/main">
              <a:ext uri="{FF2B5EF4-FFF2-40B4-BE49-F238E27FC236}">
                <a16:creationId xmlns:a16="http://schemas.microsoft.com/office/drawing/2014/main" id="{575B04FC-DAA1-4759-96C2-65820E3C1983}"/>
              </a:ext>
            </a:extLst>
          </p:cNvPr>
          <p:cNvSpPr>
            <a:spLocks xmlns:a="http://schemas.openxmlformats.org/drawingml/2006/main" noGrp="1"/>
          </p:cNvSpPr>
          <p:nvPr/>
        </p:nvSpPr>
        <p:spPr>
          <a:xfrm xmlns:a="http://schemas.openxmlformats.org/drawingml/2006/main">
            <a:off x="16059150" y="18526125"/>
            <a:ext cx="6286500" cy="2419350"/>
          </a:xfrm>
          <a:prstGeom xmlns:a="http://schemas.openxmlformats.org/drawingml/2006/main" prst="rect">
            <a:avLst/>
          </a:prstGeom>
          <a:solidFill xmlns:a="http://schemas.openxmlformats.org/drawingml/2006/main">
            <a:srgbClr val="F2F7FF"/>
          </a:solidFill>
          <a:ln xmlns:a="http://schemas.openxmlformats.org/drawingml/2006/main" w="19050">
            <a:solidFill>
              <a:srgbClr val="D8E0E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47" name="">
            <a:extLst xmlns:a="http://schemas.openxmlformats.org/drawingml/2006/main">
              <a:ext uri="{FF2B5EF4-FFF2-40B4-BE49-F238E27FC236}">
                <a16:creationId xmlns:a16="http://schemas.microsoft.com/office/drawing/2014/main" id="{F7946B06-8DB6-407F-967F-EB8FDC648FF2}"/>
              </a:ext>
            </a:extLst>
          </p:cNvPr>
          <p:cNvSpPr>
            <a:spLocks xmlns:a="http://schemas.openxmlformats.org/drawingml/2006/main" noGrp="1"/>
          </p:cNvSpPr>
          <p:nvPr/>
        </p:nvSpPr>
        <p:spPr>
          <a:xfrm xmlns:a="http://schemas.openxmlformats.org/drawingml/2006/main">
            <a:off x="16059150" y="18526125"/>
            <a:ext cx="95250" cy="24193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48" name="">
            <a:extLst xmlns:a="http://schemas.openxmlformats.org/drawingml/2006/main">
              <a:ext uri="{FF2B5EF4-FFF2-40B4-BE49-F238E27FC236}">
                <a16:creationId xmlns:a16="http://schemas.microsoft.com/office/drawing/2014/main" id="{0B604C15-4BE0-48D5-BD4C-15CFC9EDB8CD}"/>
              </a:ext>
            </a:extLst>
          </p:cNvPr>
          <p:cNvSpPr>
            <a:spLocks xmlns:a="http://schemas.openxmlformats.org/drawingml/2006/main" noGrp="1"/>
          </p:cNvSpPr>
          <p:nvPr/>
        </p:nvSpPr>
        <p:spPr>
          <a:xfrm xmlns:a="http://schemas.openxmlformats.org/drawingml/2006/main">
            <a:off x="16383000" y="18792825"/>
            <a:ext cx="56959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75" b="1">
                <a:solidFill>
                  <a:srgbClr val="2B2A55"/>
                </a:solidFill>
                <a:latin typeface="Segoe UI"/>
                <a:ea typeface="Segoe UI"/>
                <a:cs typeface="Segoe UI"/>
              </a:defRPr>
            </a:pPr>
            <a:r>
              <a:rPr sz="1875" b="1">
                <a:solidFill>
                  <a:srgbClr val="FFFFFF"/>
                </a:solidFill>
                <a:latin typeface="Segoe UI"/>
                <a:ea typeface="Segoe UI"/>
                <a:cs typeface="Segoe UI"/>
              </a:rPr>
              <a:t>.</a:t>
            </a:r>
          </a:p>
        </p:txBody>
      </p:sp>
      <p:sp>
        <p:nvSpPr>
          <p:cNvPr id="149" name="">
            <a:extLst xmlns:a="http://schemas.openxmlformats.org/drawingml/2006/main">
              <a:ext uri="{FF2B5EF4-FFF2-40B4-BE49-F238E27FC236}">
                <a16:creationId xmlns:a16="http://schemas.microsoft.com/office/drawing/2014/main" id="{E6E30824-A25B-450D-8FBF-54B784E0A816}"/>
              </a:ext>
            </a:extLst>
          </p:cNvPr>
          <p:cNvSpPr>
            <a:spLocks xmlns:a="http://schemas.openxmlformats.org/drawingml/2006/main" noGrp="1"/>
          </p:cNvSpPr>
          <p:nvPr/>
        </p:nvSpPr>
        <p:spPr>
          <a:xfrm xmlns:a="http://schemas.openxmlformats.org/drawingml/2006/main">
            <a:off x="16383000" y="19307175"/>
            <a:ext cx="569595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C4F73"/>
                </a:solidFill>
                <a:latin typeface="Segoe UI"/>
                <a:ea typeface="Segoe UI"/>
                <a:cs typeface="Segoe UI"/>
              </a:defRPr>
            </a:pPr>
            <a:r>
              <a:rPr sz="1575" b="0">
                <a:solidFill>
                  <a:srgbClr val="FFFFFF"/>
                </a:solidFill>
                <a:latin typeface="Segoe UI"/>
                <a:ea typeface="Segoe UI"/>
                <a:cs typeface="Segoe UI"/>
              </a:rPr>
              <a:t>.</a:t>
            </a:r>
          </a:p>
        </p:txBody>
      </p:sp>
      <p:sp>
        <p:nvSpPr>
          <p:cNvPr id="150" name="">
            <a:extLst xmlns:a="http://schemas.openxmlformats.org/drawingml/2006/main">
              <a:ext uri="{FF2B5EF4-FFF2-40B4-BE49-F238E27FC236}">
                <a16:creationId xmlns:a16="http://schemas.microsoft.com/office/drawing/2014/main" id="{6115C020-FF89-4738-945C-802901013A53}"/>
              </a:ext>
            </a:extLst>
          </p:cNvPr>
          <p:cNvSpPr>
            <a:spLocks xmlns:a="http://schemas.openxmlformats.org/drawingml/2006/main" noGrp="1"/>
          </p:cNvSpPr>
          <p:nvPr/>
        </p:nvSpPr>
        <p:spPr>
          <a:xfrm xmlns:a="http://schemas.openxmlformats.org/drawingml/2006/main">
            <a:off x="22860000" y="18526125"/>
            <a:ext cx="6286500" cy="2419350"/>
          </a:xfrm>
          <a:prstGeom xmlns:a="http://schemas.openxmlformats.org/drawingml/2006/main" prst="rect">
            <a:avLst/>
          </a:prstGeom>
          <a:solidFill xmlns:a="http://schemas.openxmlformats.org/drawingml/2006/main">
            <a:srgbClr val="FFF7E0"/>
          </a:solidFill>
          <a:ln xmlns:a="http://schemas.openxmlformats.org/drawingml/2006/main" w="19050">
            <a:solidFill>
              <a:srgbClr val="D8E0E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51" name="">
            <a:extLst xmlns:a="http://schemas.openxmlformats.org/drawingml/2006/main">
              <a:ext uri="{FF2B5EF4-FFF2-40B4-BE49-F238E27FC236}">
                <a16:creationId xmlns:a16="http://schemas.microsoft.com/office/drawing/2014/main" id="{9EC9C03D-8B0C-4268-B616-0974361275B4}"/>
              </a:ext>
            </a:extLst>
          </p:cNvPr>
          <p:cNvSpPr>
            <a:spLocks xmlns:a="http://schemas.openxmlformats.org/drawingml/2006/main" noGrp="1"/>
          </p:cNvSpPr>
          <p:nvPr/>
        </p:nvSpPr>
        <p:spPr>
          <a:xfrm xmlns:a="http://schemas.openxmlformats.org/drawingml/2006/main">
            <a:off x="22860000" y="18526125"/>
            <a:ext cx="95250" cy="241935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52" name="">
            <a:extLst xmlns:a="http://schemas.openxmlformats.org/drawingml/2006/main">
              <a:ext uri="{FF2B5EF4-FFF2-40B4-BE49-F238E27FC236}">
                <a16:creationId xmlns:a16="http://schemas.microsoft.com/office/drawing/2014/main" id="{5E056DD8-7121-407A-BAD8-0E8EE47DB256}"/>
              </a:ext>
            </a:extLst>
          </p:cNvPr>
          <p:cNvSpPr>
            <a:spLocks xmlns:a="http://schemas.openxmlformats.org/drawingml/2006/main" noGrp="1"/>
          </p:cNvSpPr>
          <p:nvPr/>
        </p:nvSpPr>
        <p:spPr>
          <a:xfrm xmlns:a="http://schemas.openxmlformats.org/drawingml/2006/main">
            <a:off x="23183850" y="18792825"/>
            <a:ext cx="56959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75" b="1">
                <a:solidFill>
                  <a:srgbClr val="2B2A55"/>
                </a:solidFill>
                <a:latin typeface="Segoe UI"/>
                <a:ea typeface="Segoe UI"/>
                <a:cs typeface="Segoe UI"/>
              </a:defRPr>
            </a:pPr>
            <a:r>
              <a:rPr sz="1875" b="1">
                <a:solidFill>
                  <a:srgbClr val="FFFFFF"/>
                </a:solidFill>
                <a:latin typeface="Segoe UI"/>
                <a:ea typeface="Segoe UI"/>
                <a:cs typeface="Segoe UI"/>
              </a:rPr>
              <a:t>.</a:t>
            </a:r>
          </a:p>
        </p:txBody>
      </p:sp>
      <p:sp>
        <p:nvSpPr>
          <p:cNvPr id="153" name="">
            <a:extLst xmlns:a="http://schemas.openxmlformats.org/drawingml/2006/main">
              <a:ext uri="{FF2B5EF4-FFF2-40B4-BE49-F238E27FC236}">
                <a16:creationId xmlns:a16="http://schemas.microsoft.com/office/drawing/2014/main" id="{E69F401E-6B79-4F09-B161-9463C1B22275}"/>
              </a:ext>
            </a:extLst>
          </p:cNvPr>
          <p:cNvSpPr>
            <a:spLocks xmlns:a="http://schemas.openxmlformats.org/drawingml/2006/main" noGrp="1"/>
          </p:cNvSpPr>
          <p:nvPr/>
        </p:nvSpPr>
        <p:spPr>
          <a:xfrm xmlns:a="http://schemas.openxmlformats.org/drawingml/2006/main">
            <a:off x="23183850" y="19307175"/>
            <a:ext cx="569595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C4F73"/>
                </a:solidFill>
                <a:latin typeface="Segoe UI"/>
                <a:ea typeface="Segoe UI"/>
                <a:cs typeface="Segoe UI"/>
              </a:defRPr>
            </a:pPr>
            <a:r>
              <a:rPr sz="1575" b="0">
                <a:solidFill>
                  <a:srgbClr val="FFFFFF"/>
                </a:solidFill>
                <a:latin typeface="Segoe UI"/>
                <a:ea typeface="Segoe UI"/>
                <a:cs typeface="Segoe UI"/>
              </a:rPr>
              <a:t>.</a:t>
            </a:r>
          </a:p>
        </p:txBody>
      </p:sp>
      <p:sp>
        <p:nvSpPr>
          <p:cNvPr id="154" name="">
            <a:extLst xmlns:a="http://schemas.openxmlformats.org/drawingml/2006/main">
              <a:ext uri="{FF2B5EF4-FFF2-40B4-BE49-F238E27FC236}">
                <a16:creationId xmlns:a16="http://schemas.microsoft.com/office/drawing/2014/main" id="{9D8DE79E-2DF0-4C40-845B-33D982E98ED5}"/>
              </a:ext>
            </a:extLst>
          </p:cNvPr>
          <p:cNvSpPr>
            <a:spLocks xmlns:a="http://schemas.openxmlformats.org/drawingml/2006/main" noGrp="1"/>
          </p:cNvSpPr>
          <p:nvPr/>
        </p:nvSpPr>
        <p:spPr>
          <a:xfrm xmlns:a="http://schemas.openxmlformats.org/drawingml/2006/main">
            <a:off x="16059150" y="21269325"/>
            <a:ext cx="6286500" cy="2419350"/>
          </a:xfrm>
          <a:prstGeom xmlns:a="http://schemas.openxmlformats.org/drawingml/2006/main" prst="rect">
            <a:avLst/>
          </a:prstGeom>
          <a:solidFill xmlns:a="http://schemas.openxmlformats.org/drawingml/2006/main">
            <a:srgbClr val="F5F8F1"/>
          </a:solidFill>
          <a:ln xmlns:a="http://schemas.openxmlformats.org/drawingml/2006/main" w="19050">
            <a:solidFill>
              <a:srgbClr val="D8E0E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55" name="">
            <a:extLst xmlns:a="http://schemas.openxmlformats.org/drawingml/2006/main">
              <a:ext uri="{FF2B5EF4-FFF2-40B4-BE49-F238E27FC236}">
                <a16:creationId xmlns:a16="http://schemas.microsoft.com/office/drawing/2014/main" id="{FFD24A83-3183-4CCD-83FC-C3E396F5DB75}"/>
              </a:ext>
            </a:extLst>
          </p:cNvPr>
          <p:cNvSpPr>
            <a:spLocks xmlns:a="http://schemas.openxmlformats.org/drawingml/2006/main" noGrp="1"/>
          </p:cNvSpPr>
          <p:nvPr/>
        </p:nvSpPr>
        <p:spPr>
          <a:xfrm xmlns:a="http://schemas.openxmlformats.org/drawingml/2006/main">
            <a:off x="16059150" y="21269325"/>
            <a:ext cx="95250" cy="2419350"/>
          </a:xfrm>
          <a:prstGeom xmlns:a="http://schemas.openxmlformats.org/drawingml/2006/main" prst="rect">
            <a:avLst/>
          </a:prstGeom>
          <a:solidFill xmlns:a="http://schemas.openxmlformats.org/drawingml/2006/main">
            <a:srgbClr val="4B9A58"/>
          </a:solidFill>
          <a:ln xmlns:a="http://schemas.openxmlformats.org/drawingml/2006/main" w="0">
            <a:solidFill>
              <a:srgbClr val="4B9A58"/>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56" name="">
            <a:extLst xmlns:a="http://schemas.openxmlformats.org/drawingml/2006/main">
              <a:ext uri="{FF2B5EF4-FFF2-40B4-BE49-F238E27FC236}">
                <a16:creationId xmlns:a16="http://schemas.microsoft.com/office/drawing/2014/main" id="{5A4317E4-647F-4BC4-B702-1135903BADAE}"/>
              </a:ext>
            </a:extLst>
          </p:cNvPr>
          <p:cNvSpPr>
            <a:spLocks xmlns:a="http://schemas.openxmlformats.org/drawingml/2006/main" noGrp="1"/>
          </p:cNvSpPr>
          <p:nvPr/>
        </p:nvSpPr>
        <p:spPr>
          <a:xfrm xmlns:a="http://schemas.openxmlformats.org/drawingml/2006/main">
            <a:off x="16383000" y="21536025"/>
            <a:ext cx="56959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75" b="1">
                <a:solidFill>
                  <a:srgbClr val="2B2A55"/>
                </a:solidFill>
                <a:latin typeface="Segoe UI"/>
                <a:ea typeface="Segoe UI"/>
                <a:cs typeface="Segoe UI"/>
              </a:defRPr>
            </a:pPr>
            <a:r>
              <a:rPr sz="1875" b="1">
                <a:solidFill>
                  <a:srgbClr val="FFFFFF"/>
                </a:solidFill>
                <a:latin typeface="Segoe UI"/>
                <a:ea typeface="Segoe UI"/>
                <a:cs typeface="Segoe UI"/>
              </a:rPr>
              <a:t>.</a:t>
            </a:r>
          </a:p>
        </p:txBody>
      </p:sp>
      <p:sp>
        <p:nvSpPr>
          <p:cNvPr id="157" name="">
            <a:extLst xmlns:a="http://schemas.openxmlformats.org/drawingml/2006/main">
              <a:ext uri="{FF2B5EF4-FFF2-40B4-BE49-F238E27FC236}">
                <a16:creationId xmlns:a16="http://schemas.microsoft.com/office/drawing/2014/main" id="{C0F47818-A975-4E34-ACDC-FD6CED5DFCCC}"/>
              </a:ext>
            </a:extLst>
          </p:cNvPr>
          <p:cNvSpPr>
            <a:spLocks xmlns:a="http://schemas.openxmlformats.org/drawingml/2006/main" noGrp="1"/>
          </p:cNvSpPr>
          <p:nvPr/>
        </p:nvSpPr>
        <p:spPr>
          <a:xfrm xmlns:a="http://schemas.openxmlformats.org/drawingml/2006/main">
            <a:off x="16383000" y="22050375"/>
            <a:ext cx="569595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C4F73"/>
                </a:solidFill>
                <a:latin typeface="Segoe UI"/>
                <a:ea typeface="Segoe UI"/>
                <a:cs typeface="Segoe UI"/>
              </a:defRPr>
            </a:pPr>
            <a:r>
              <a:rPr sz="1575" b="0">
                <a:solidFill>
                  <a:srgbClr val="FFFFFF"/>
                </a:solidFill>
                <a:latin typeface="Segoe UI"/>
                <a:ea typeface="Segoe UI"/>
                <a:cs typeface="Segoe UI"/>
              </a:rPr>
              <a:t>.</a:t>
            </a:r>
          </a:p>
        </p:txBody>
      </p:sp>
      <p:sp>
        <p:nvSpPr>
          <p:cNvPr id="158" name="">
            <a:extLst xmlns:a="http://schemas.openxmlformats.org/drawingml/2006/main">
              <a:ext uri="{FF2B5EF4-FFF2-40B4-BE49-F238E27FC236}">
                <a16:creationId xmlns:a16="http://schemas.microsoft.com/office/drawing/2014/main" id="{D3FFC3A6-4454-42F9-8AA7-8A5CFAE8E10F}"/>
              </a:ext>
            </a:extLst>
          </p:cNvPr>
          <p:cNvSpPr>
            <a:spLocks xmlns:a="http://schemas.openxmlformats.org/drawingml/2006/main" noGrp="1"/>
          </p:cNvSpPr>
          <p:nvPr/>
        </p:nvSpPr>
        <p:spPr>
          <a:xfrm xmlns:a="http://schemas.openxmlformats.org/drawingml/2006/main">
            <a:off x="22860000" y="21269325"/>
            <a:ext cx="6286500" cy="2419350"/>
          </a:xfrm>
          <a:prstGeom xmlns:a="http://schemas.openxmlformats.org/drawingml/2006/main" prst="rect">
            <a:avLst/>
          </a:prstGeom>
          <a:solidFill xmlns:a="http://schemas.openxmlformats.org/drawingml/2006/main">
            <a:srgbClr val="F2F7FF"/>
          </a:solidFill>
          <a:ln xmlns:a="http://schemas.openxmlformats.org/drawingml/2006/main" w="19050">
            <a:solidFill>
              <a:srgbClr val="D8E0E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59" name="">
            <a:extLst xmlns:a="http://schemas.openxmlformats.org/drawingml/2006/main">
              <a:ext uri="{FF2B5EF4-FFF2-40B4-BE49-F238E27FC236}">
                <a16:creationId xmlns:a16="http://schemas.microsoft.com/office/drawing/2014/main" id="{BCEDE319-1849-41B1-8131-7CED70488214}"/>
              </a:ext>
            </a:extLst>
          </p:cNvPr>
          <p:cNvSpPr>
            <a:spLocks xmlns:a="http://schemas.openxmlformats.org/drawingml/2006/main" noGrp="1"/>
          </p:cNvSpPr>
          <p:nvPr/>
        </p:nvSpPr>
        <p:spPr>
          <a:xfrm xmlns:a="http://schemas.openxmlformats.org/drawingml/2006/main">
            <a:off x="22860000" y="21269325"/>
            <a:ext cx="95250" cy="24193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60" name="">
            <a:extLst xmlns:a="http://schemas.openxmlformats.org/drawingml/2006/main">
              <a:ext uri="{FF2B5EF4-FFF2-40B4-BE49-F238E27FC236}">
                <a16:creationId xmlns:a16="http://schemas.microsoft.com/office/drawing/2014/main" id="{C49960ED-139C-4039-A912-028B853BD25E}"/>
              </a:ext>
            </a:extLst>
          </p:cNvPr>
          <p:cNvSpPr>
            <a:spLocks xmlns:a="http://schemas.openxmlformats.org/drawingml/2006/main" noGrp="1"/>
          </p:cNvSpPr>
          <p:nvPr/>
        </p:nvSpPr>
        <p:spPr>
          <a:xfrm xmlns:a="http://schemas.openxmlformats.org/drawingml/2006/main">
            <a:off x="23183850" y="21536025"/>
            <a:ext cx="56959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75" b="1">
                <a:solidFill>
                  <a:srgbClr val="2B2A55"/>
                </a:solidFill>
                <a:latin typeface="Segoe UI"/>
                <a:ea typeface="Segoe UI"/>
                <a:cs typeface="Segoe UI"/>
              </a:defRPr>
            </a:pPr>
            <a:r>
              <a:rPr sz="1875" b="1">
                <a:solidFill>
                  <a:srgbClr val="FFFFFF"/>
                </a:solidFill>
                <a:latin typeface="Segoe UI"/>
                <a:ea typeface="Segoe UI"/>
                <a:cs typeface="Segoe UI"/>
              </a:rPr>
              <a:t>.</a:t>
            </a:r>
          </a:p>
        </p:txBody>
      </p:sp>
      <p:sp>
        <p:nvSpPr>
          <p:cNvPr id="161" name="">
            <a:extLst xmlns:a="http://schemas.openxmlformats.org/drawingml/2006/main">
              <a:ext uri="{FF2B5EF4-FFF2-40B4-BE49-F238E27FC236}">
                <a16:creationId xmlns:a16="http://schemas.microsoft.com/office/drawing/2014/main" id="{881CBE05-EEC1-4B71-8CCD-1D2E896C333A}"/>
              </a:ext>
            </a:extLst>
          </p:cNvPr>
          <p:cNvSpPr>
            <a:spLocks xmlns:a="http://schemas.openxmlformats.org/drawingml/2006/main" noGrp="1"/>
          </p:cNvSpPr>
          <p:nvPr/>
        </p:nvSpPr>
        <p:spPr>
          <a:xfrm xmlns:a="http://schemas.openxmlformats.org/drawingml/2006/main">
            <a:off x="23183850" y="22050375"/>
            <a:ext cx="569595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C4F73"/>
                </a:solidFill>
                <a:latin typeface="Segoe UI"/>
                <a:ea typeface="Segoe UI"/>
                <a:cs typeface="Segoe UI"/>
              </a:defRPr>
            </a:pPr>
            <a:r>
              <a:rPr sz="1575" b="0">
                <a:solidFill>
                  <a:srgbClr val="FFFFFF"/>
                </a:solidFill>
                <a:latin typeface="Segoe UI"/>
                <a:ea typeface="Segoe UI"/>
                <a:cs typeface="Segoe UI"/>
              </a:rPr>
              <a:t>.</a:t>
            </a:r>
          </a:p>
        </p:txBody>
      </p:sp>
      <p:sp>
        <p:nvSpPr>
          <p:cNvPr id="162" name="">
            <a:extLst xmlns:a="http://schemas.openxmlformats.org/drawingml/2006/main">
              <a:ext uri="{FF2B5EF4-FFF2-40B4-BE49-F238E27FC236}">
                <a16:creationId xmlns:a16="http://schemas.microsoft.com/office/drawing/2014/main" id="{3AB1284E-4542-42AB-AC85-2B1AE15BE184}"/>
              </a:ext>
            </a:extLst>
          </p:cNvPr>
          <p:cNvSpPr>
            <a:spLocks xmlns:a="http://schemas.openxmlformats.org/drawingml/2006/main" noGrp="1"/>
          </p:cNvSpPr>
          <p:nvPr/>
        </p:nvSpPr>
        <p:spPr>
          <a:xfrm xmlns:a="http://schemas.openxmlformats.org/drawingml/2006/main">
            <a:off x="16059150" y="24012525"/>
            <a:ext cx="6286500" cy="2419350"/>
          </a:xfrm>
          <a:prstGeom xmlns:a="http://schemas.openxmlformats.org/drawingml/2006/main" prst="rect">
            <a:avLst/>
          </a:prstGeom>
          <a:solidFill xmlns:a="http://schemas.openxmlformats.org/drawingml/2006/main">
            <a:srgbClr val="FFF7E0"/>
          </a:solidFill>
          <a:ln xmlns:a="http://schemas.openxmlformats.org/drawingml/2006/main" w="19050">
            <a:solidFill>
              <a:srgbClr val="D8E0E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63" name="">
            <a:extLst xmlns:a="http://schemas.openxmlformats.org/drawingml/2006/main">
              <a:ext uri="{FF2B5EF4-FFF2-40B4-BE49-F238E27FC236}">
                <a16:creationId xmlns:a16="http://schemas.microsoft.com/office/drawing/2014/main" id="{368E5C3A-C447-4315-A08A-0E9B4492D6CE}"/>
              </a:ext>
            </a:extLst>
          </p:cNvPr>
          <p:cNvSpPr>
            <a:spLocks xmlns:a="http://schemas.openxmlformats.org/drawingml/2006/main" noGrp="1"/>
          </p:cNvSpPr>
          <p:nvPr/>
        </p:nvSpPr>
        <p:spPr>
          <a:xfrm xmlns:a="http://schemas.openxmlformats.org/drawingml/2006/main">
            <a:off x="16059150" y="24012525"/>
            <a:ext cx="95250" cy="241935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64" name="">
            <a:extLst xmlns:a="http://schemas.openxmlformats.org/drawingml/2006/main">
              <a:ext uri="{FF2B5EF4-FFF2-40B4-BE49-F238E27FC236}">
                <a16:creationId xmlns:a16="http://schemas.microsoft.com/office/drawing/2014/main" id="{833F49F0-F165-46E5-ACCB-68592DD9AB8A}"/>
              </a:ext>
            </a:extLst>
          </p:cNvPr>
          <p:cNvSpPr>
            <a:spLocks xmlns:a="http://schemas.openxmlformats.org/drawingml/2006/main" noGrp="1"/>
          </p:cNvSpPr>
          <p:nvPr/>
        </p:nvSpPr>
        <p:spPr>
          <a:xfrm xmlns:a="http://schemas.openxmlformats.org/drawingml/2006/main">
            <a:off x="16383000" y="24279225"/>
            <a:ext cx="56959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75" b="1">
                <a:solidFill>
                  <a:srgbClr val="2B2A55"/>
                </a:solidFill>
                <a:latin typeface="Segoe UI"/>
                <a:ea typeface="Segoe UI"/>
                <a:cs typeface="Segoe UI"/>
              </a:defRPr>
            </a:pPr>
            <a:r>
              <a:rPr sz="1875" b="1">
                <a:solidFill>
                  <a:srgbClr val="FFFFFF"/>
                </a:solidFill>
                <a:latin typeface="Segoe UI"/>
                <a:ea typeface="Segoe UI"/>
                <a:cs typeface="Segoe UI"/>
              </a:rPr>
              <a:t>.</a:t>
            </a:r>
          </a:p>
        </p:txBody>
      </p:sp>
      <p:sp>
        <p:nvSpPr>
          <p:cNvPr id="165" name="">
            <a:extLst xmlns:a="http://schemas.openxmlformats.org/drawingml/2006/main">
              <a:ext uri="{FF2B5EF4-FFF2-40B4-BE49-F238E27FC236}">
                <a16:creationId xmlns:a16="http://schemas.microsoft.com/office/drawing/2014/main" id="{422EFC7D-C30A-4A68-A950-1AE30F23DFB0}"/>
              </a:ext>
            </a:extLst>
          </p:cNvPr>
          <p:cNvSpPr>
            <a:spLocks xmlns:a="http://schemas.openxmlformats.org/drawingml/2006/main" noGrp="1"/>
          </p:cNvSpPr>
          <p:nvPr/>
        </p:nvSpPr>
        <p:spPr>
          <a:xfrm xmlns:a="http://schemas.openxmlformats.org/drawingml/2006/main">
            <a:off x="16383000" y="24793575"/>
            <a:ext cx="569595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C4F73"/>
                </a:solidFill>
                <a:latin typeface="Segoe UI"/>
                <a:ea typeface="Segoe UI"/>
                <a:cs typeface="Segoe UI"/>
              </a:defRPr>
            </a:pPr>
            <a:r>
              <a:rPr sz="1575" b="0">
                <a:solidFill>
                  <a:srgbClr val="FFFFFF"/>
                </a:solidFill>
                <a:latin typeface="Segoe UI"/>
                <a:ea typeface="Segoe UI"/>
                <a:cs typeface="Segoe UI"/>
              </a:rPr>
              <a:t>.</a:t>
            </a:r>
          </a:p>
        </p:txBody>
      </p:sp>
      <p:sp>
        <p:nvSpPr>
          <p:cNvPr id="166" name="">
            <a:extLst xmlns:a="http://schemas.openxmlformats.org/drawingml/2006/main">
              <a:ext uri="{FF2B5EF4-FFF2-40B4-BE49-F238E27FC236}">
                <a16:creationId xmlns:a16="http://schemas.microsoft.com/office/drawing/2014/main" id="{963725C1-C075-492D-AB3D-3B377E5FEE57}"/>
              </a:ext>
            </a:extLst>
          </p:cNvPr>
          <p:cNvSpPr>
            <a:spLocks xmlns:a="http://schemas.openxmlformats.org/drawingml/2006/main" noGrp="1"/>
          </p:cNvSpPr>
          <p:nvPr/>
        </p:nvSpPr>
        <p:spPr>
          <a:xfrm xmlns:a="http://schemas.openxmlformats.org/drawingml/2006/main">
            <a:off x="22860000" y="24012525"/>
            <a:ext cx="6286500" cy="2419350"/>
          </a:xfrm>
          <a:prstGeom xmlns:a="http://schemas.openxmlformats.org/drawingml/2006/main" prst="rect">
            <a:avLst/>
          </a:prstGeom>
          <a:solidFill xmlns:a="http://schemas.openxmlformats.org/drawingml/2006/main">
            <a:srgbClr val="F5F8F1"/>
          </a:solidFill>
          <a:ln xmlns:a="http://schemas.openxmlformats.org/drawingml/2006/main" w="19050">
            <a:solidFill>
              <a:srgbClr val="D8E0EE"/>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67" name="">
            <a:extLst xmlns:a="http://schemas.openxmlformats.org/drawingml/2006/main">
              <a:ext uri="{FF2B5EF4-FFF2-40B4-BE49-F238E27FC236}">
                <a16:creationId xmlns:a16="http://schemas.microsoft.com/office/drawing/2014/main" id="{D2A509F9-7F7F-4E0A-840E-31190051AE0C}"/>
              </a:ext>
            </a:extLst>
          </p:cNvPr>
          <p:cNvSpPr>
            <a:spLocks xmlns:a="http://schemas.openxmlformats.org/drawingml/2006/main" noGrp="1"/>
          </p:cNvSpPr>
          <p:nvPr/>
        </p:nvSpPr>
        <p:spPr>
          <a:xfrm xmlns:a="http://schemas.openxmlformats.org/drawingml/2006/main">
            <a:off x="22860000" y="24012525"/>
            <a:ext cx="95250" cy="2419350"/>
          </a:xfrm>
          <a:prstGeom xmlns:a="http://schemas.openxmlformats.org/drawingml/2006/main" prst="rect">
            <a:avLst/>
          </a:prstGeom>
          <a:solidFill xmlns:a="http://schemas.openxmlformats.org/drawingml/2006/main">
            <a:srgbClr val="4B9A58"/>
          </a:solidFill>
          <a:ln xmlns:a="http://schemas.openxmlformats.org/drawingml/2006/main" w="0">
            <a:solidFill>
              <a:srgbClr val="4B9A58"/>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68" name="">
            <a:extLst xmlns:a="http://schemas.openxmlformats.org/drawingml/2006/main">
              <a:ext uri="{FF2B5EF4-FFF2-40B4-BE49-F238E27FC236}">
                <a16:creationId xmlns:a16="http://schemas.microsoft.com/office/drawing/2014/main" id="{E35D75B7-2AEA-4EB3-AF86-8B6EC6E3E83A}"/>
              </a:ext>
            </a:extLst>
          </p:cNvPr>
          <p:cNvSpPr>
            <a:spLocks xmlns:a="http://schemas.openxmlformats.org/drawingml/2006/main" noGrp="1"/>
          </p:cNvSpPr>
          <p:nvPr/>
        </p:nvSpPr>
        <p:spPr>
          <a:xfrm xmlns:a="http://schemas.openxmlformats.org/drawingml/2006/main">
            <a:off x="23183850" y="24279225"/>
            <a:ext cx="56959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75" b="1">
                <a:solidFill>
                  <a:srgbClr val="2B2A55"/>
                </a:solidFill>
                <a:latin typeface="Segoe UI"/>
                <a:ea typeface="Segoe UI"/>
                <a:cs typeface="Segoe UI"/>
              </a:defRPr>
            </a:pPr>
            <a:r>
              <a:rPr sz="1875" b="1">
                <a:solidFill>
                  <a:srgbClr val="FFFFFF"/>
                </a:solidFill>
                <a:latin typeface="Segoe UI"/>
                <a:ea typeface="Segoe UI"/>
                <a:cs typeface="Segoe UI"/>
              </a:rPr>
              <a:t>.</a:t>
            </a:r>
          </a:p>
        </p:txBody>
      </p:sp>
      <p:sp>
        <p:nvSpPr>
          <p:cNvPr id="169" name="">
            <a:extLst xmlns:a="http://schemas.openxmlformats.org/drawingml/2006/main">
              <a:ext uri="{FF2B5EF4-FFF2-40B4-BE49-F238E27FC236}">
                <a16:creationId xmlns:a16="http://schemas.microsoft.com/office/drawing/2014/main" id="{D5B27989-948E-4E45-93AC-C4131BFC87EC}"/>
              </a:ext>
            </a:extLst>
          </p:cNvPr>
          <p:cNvSpPr>
            <a:spLocks xmlns:a="http://schemas.openxmlformats.org/drawingml/2006/main" noGrp="1"/>
          </p:cNvSpPr>
          <p:nvPr/>
        </p:nvSpPr>
        <p:spPr>
          <a:xfrm xmlns:a="http://schemas.openxmlformats.org/drawingml/2006/main">
            <a:off x="23183850" y="24793575"/>
            <a:ext cx="569595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4C4F73"/>
                </a:solidFill>
                <a:latin typeface="Segoe UI"/>
                <a:ea typeface="Segoe UI"/>
                <a:cs typeface="Segoe UI"/>
              </a:defRPr>
            </a:pPr>
            <a:r>
              <a:rPr sz="1575" b="0">
                <a:solidFill>
                  <a:srgbClr val="FFFFFF"/>
                </a:solidFill>
                <a:latin typeface="Segoe UI"/>
                <a:ea typeface="Segoe UI"/>
                <a:cs typeface="Segoe UI"/>
              </a:rPr>
              <a:t>.</a:t>
            </a:r>
          </a:p>
        </p:txBody>
      </p:sp>
      <p:sp>
        <p:nvSpPr>
          <p:cNvPr id="170" name="">
            <a:extLst xmlns:a="http://schemas.openxmlformats.org/drawingml/2006/main">
              <a:ext uri="{FF2B5EF4-FFF2-40B4-BE49-F238E27FC236}">
                <a16:creationId xmlns:a16="http://schemas.microsoft.com/office/drawing/2014/main" id="{17D1EC08-9A73-44C0-A989-A3B418983AE3}"/>
              </a:ext>
            </a:extLst>
          </p:cNvPr>
          <p:cNvSpPr>
            <a:spLocks xmlns:a="http://schemas.openxmlformats.org/drawingml/2006/main" noGrp="1"/>
          </p:cNvSpPr>
          <p:nvPr/>
        </p:nvSpPr>
        <p:spPr>
          <a:xfrm xmlns:a="http://schemas.openxmlformats.org/drawingml/2006/main">
            <a:off x="952500" y="28717875"/>
            <a:ext cx="28575000" cy="6191250"/>
          </a:xfrm>
          <a:prstGeom xmlns:a="http://schemas.openxmlformats.org/drawingml/2006/main" prst="rect">
            <a:avLst/>
          </a:prstGeom>
          <a:solidFill xmlns:a="http://schemas.openxmlformats.org/drawingml/2006/main">
            <a:srgbClr val="FFFFFF"/>
          </a:solidFill>
          <a:ln xmlns:a="http://schemas.openxmlformats.org/drawingml/2006/main" w="19050">
            <a:solidFill>
              <a:srgbClr val="CED6E8"/>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71" name="">
            <a:extLst xmlns:a="http://schemas.openxmlformats.org/drawingml/2006/main">
              <a:ext uri="{FF2B5EF4-FFF2-40B4-BE49-F238E27FC236}">
                <a16:creationId xmlns:a16="http://schemas.microsoft.com/office/drawing/2014/main" id="{F9F3BD8F-00E2-4B63-B2A2-FA8C89F8C09F}"/>
              </a:ext>
            </a:extLst>
          </p:cNvPr>
          <p:cNvSpPr>
            <a:spLocks xmlns:a="http://schemas.openxmlformats.org/drawingml/2006/main" noGrp="1"/>
          </p:cNvSpPr>
          <p:nvPr/>
        </p:nvSpPr>
        <p:spPr>
          <a:xfrm xmlns:a="http://schemas.openxmlformats.org/drawingml/2006/main">
            <a:off x="952500" y="28717875"/>
            <a:ext cx="114300" cy="61912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72" name="">
            <a:extLst xmlns:a="http://schemas.openxmlformats.org/drawingml/2006/main">
              <a:ext uri="{FF2B5EF4-FFF2-40B4-BE49-F238E27FC236}">
                <a16:creationId xmlns:a16="http://schemas.microsoft.com/office/drawing/2014/main" id="{B31637E0-E1F3-49AC-8A00-435EEF84800B}"/>
              </a:ext>
            </a:extLst>
          </p:cNvPr>
          <p:cNvSpPr>
            <a:spLocks xmlns:a="http://schemas.openxmlformats.org/drawingml/2006/main" noGrp="1"/>
          </p:cNvSpPr>
          <p:nvPr/>
        </p:nvSpPr>
        <p:spPr>
          <a:xfrm xmlns:a="http://schemas.openxmlformats.org/drawingml/2006/main">
            <a:off x="1276350" y="28965525"/>
            <a:ext cx="27908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850" b="1">
                <a:solidFill>
                  <a:srgbClr val="2B2A55"/>
                </a:solidFill>
                <a:latin typeface="Segoe UI"/>
                <a:ea typeface="Segoe UI"/>
                <a:cs typeface="Segoe UI"/>
              </a:defRPr>
            </a:pPr>
            <a:r>
              <a:rPr sz="2850" b="1">
                <a:solidFill>
                  <a:srgbClr val="FFFFFF"/>
                </a:solidFill>
                <a:latin typeface="Segoe UI"/>
                <a:ea typeface="Segoe UI"/>
                <a:cs typeface="Segoe UI"/>
              </a:rPr>
              <a:t>.</a:t>
            </a:r>
          </a:p>
        </p:txBody>
      </p:sp>
      <p:sp>
        <p:nvSpPr>
          <p:cNvPr id="173" name="">
            <a:extLst xmlns:a="http://schemas.openxmlformats.org/drawingml/2006/main">
              <a:ext uri="{FF2B5EF4-FFF2-40B4-BE49-F238E27FC236}">
                <a16:creationId xmlns:a16="http://schemas.microsoft.com/office/drawing/2014/main" id="{48CAF723-F980-457B-935D-823890022E9B}"/>
              </a:ext>
            </a:extLst>
          </p:cNvPr>
          <p:cNvSpPr>
            <a:spLocks xmlns:a="http://schemas.openxmlformats.org/drawingml/2006/main" noGrp="1"/>
          </p:cNvSpPr>
          <p:nvPr/>
        </p:nvSpPr>
        <p:spPr>
          <a:xfrm xmlns:a="http://schemas.openxmlformats.org/drawingml/2006/main">
            <a:off x="1524000" y="30146625"/>
            <a:ext cx="8667750" cy="3524250"/>
          </a:xfrm>
          <a:prstGeom xmlns:a="http://schemas.openxmlformats.org/drawingml/2006/main" prst="rect">
            <a:avLst/>
          </a:prstGeom>
          <a:solidFill xmlns:a="http://schemas.openxmlformats.org/drawingml/2006/main">
            <a:srgbClr val="FDEDED"/>
          </a:solidFill>
          <a:ln xmlns:a="http://schemas.openxmlformats.org/drawingml/2006/main" w="19050">
            <a:solidFill>
              <a:srgbClr val="D6DCEA"/>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74" name="">
            <a:extLst xmlns:a="http://schemas.openxmlformats.org/drawingml/2006/main">
              <a:ext uri="{FF2B5EF4-FFF2-40B4-BE49-F238E27FC236}">
                <a16:creationId xmlns:a16="http://schemas.microsoft.com/office/drawing/2014/main" id="{3EE36932-D648-43FF-B8FD-F87C950E9350}"/>
              </a:ext>
            </a:extLst>
          </p:cNvPr>
          <p:cNvSpPr>
            <a:spLocks xmlns:a="http://schemas.openxmlformats.org/drawingml/2006/main" noGrp="1"/>
          </p:cNvSpPr>
          <p:nvPr/>
        </p:nvSpPr>
        <p:spPr>
          <a:xfrm xmlns:a="http://schemas.openxmlformats.org/drawingml/2006/main">
            <a:off x="1790700" y="30413325"/>
            <a:ext cx="781050" cy="523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C91414"/>
                </a:solidFill>
                <a:latin typeface="Segoe UI"/>
                <a:ea typeface="Segoe UI"/>
                <a:cs typeface="Segoe UI"/>
              </a:defRPr>
            </a:pPr>
            <a:r>
              <a:rPr sz="2250" b="1">
                <a:solidFill>
                  <a:srgbClr val="FFFFFF"/>
                </a:solidFill>
                <a:latin typeface="Segoe UI"/>
                <a:ea typeface="Segoe UI"/>
                <a:cs typeface="Segoe UI"/>
              </a:rPr>
              <a:t>.</a:t>
            </a:r>
          </a:p>
        </p:txBody>
      </p:sp>
      <p:sp>
        <p:nvSpPr>
          <p:cNvPr id="175" name="">
            <a:extLst xmlns:a="http://schemas.openxmlformats.org/drawingml/2006/main">
              <a:ext uri="{FF2B5EF4-FFF2-40B4-BE49-F238E27FC236}">
                <a16:creationId xmlns:a16="http://schemas.microsoft.com/office/drawing/2014/main" id="{EF06E418-A8B7-4AE5-BF71-A2143B363010}"/>
              </a:ext>
            </a:extLst>
          </p:cNvPr>
          <p:cNvSpPr>
            <a:spLocks xmlns:a="http://schemas.openxmlformats.org/drawingml/2006/main" noGrp="1"/>
          </p:cNvSpPr>
          <p:nvPr/>
        </p:nvSpPr>
        <p:spPr>
          <a:xfrm xmlns:a="http://schemas.openxmlformats.org/drawingml/2006/main">
            <a:off x="2667000" y="30432375"/>
            <a:ext cx="71437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2B2A55"/>
                </a:solidFill>
                <a:latin typeface="Segoe UI"/>
                <a:ea typeface="Segoe UI"/>
                <a:cs typeface="Segoe UI"/>
              </a:defRPr>
            </a:pPr>
            <a:r>
              <a:rPr sz="2250" b="1">
                <a:solidFill>
                  <a:srgbClr val="FFFFFF"/>
                </a:solidFill>
                <a:latin typeface="Segoe UI"/>
                <a:ea typeface="Segoe UI"/>
                <a:cs typeface="Segoe UI"/>
              </a:rPr>
              <a:t>.</a:t>
            </a:r>
          </a:p>
        </p:txBody>
      </p:sp>
      <p:sp>
        <p:nvSpPr>
          <p:cNvPr id="176" name="">
            <a:extLst xmlns:a="http://schemas.openxmlformats.org/drawingml/2006/main">
              <a:ext uri="{FF2B5EF4-FFF2-40B4-BE49-F238E27FC236}">
                <a16:creationId xmlns:a16="http://schemas.microsoft.com/office/drawing/2014/main" id="{86A690BF-0B19-4A54-B5E6-78EECC4D8019}"/>
              </a:ext>
            </a:extLst>
          </p:cNvPr>
          <p:cNvSpPr>
            <a:spLocks xmlns:a="http://schemas.openxmlformats.org/drawingml/2006/main" noGrp="1"/>
          </p:cNvSpPr>
          <p:nvPr/>
        </p:nvSpPr>
        <p:spPr>
          <a:xfrm xmlns:a="http://schemas.openxmlformats.org/drawingml/2006/main">
            <a:off x="2667000" y="31242000"/>
            <a:ext cx="6953250" cy="28575"/>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77" name="">
            <a:extLst xmlns:a="http://schemas.openxmlformats.org/drawingml/2006/main">
              <a:ext uri="{FF2B5EF4-FFF2-40B4-BE49-F238E27FC236}">
                <a16:creationId xmlns:a16="http://schemas.microsoft.com/office/drawing/2014/main" id="{CE23A357-D98B-4A09-B443-B7FEB5F7D9C1}"/>
              </a:ext>
            </a:extLst>
          </p:cNvPr>
          <p:cNvSpPr>
            <a:spLocks xmlns:a="http://schemas.openxmlformats.org/drawingml/2006/main" noGrp="1"/>
          </p:cNvSpPr>
          <p:nvPr/>
        </p:nvSpPr>
        <p:spPr>
          <a:xfrm xmlns:a="http://schemas.openxmlformats.org/drawingml/2006/main">
            <a:off x="2667000" y="31575375"/>
            <a:ext cx="7048500" cy="1238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4C4F73"/>
                </a:solidFill>
                <a:latin typeface="Segoe UI"/>
                <a:ea typeface="Segoe UI"/>
                <a:cs typeface="Segoe UI"/>
              </a:defRPr>
            </a:pPr>
            <a:r>
              <a:rPr sz="1800" b="0">
                <a:solidFill>
                  <a:srgbClr val="FFFFFF"/>
                </a:solidFill>
                <a:latin typeface="Segoe UI"/>
                <a:ea typeface="Segoe UI"/>
                <a:cs typeface="Segoe UI"/>
              </a:rPr>
              <a:t>.</a:t>
            </a:r>
          </a:p>
        </p:txBody>
      </p:sp>
      <p:sp>
        <p:nvSpPr>
          <p:cNvPr id="178" name="">
            <a:extLst xmlns:a="http://schemas.openxmlformats.org/drawingml/2006/main">
              <a:ext uri="{FF2B5EF4-FFF2-40B4-BE49-F238E27FC236}">
                <a16:creationId xmlns:a16="http://schemas.microsoft.com/office/drawing/2014/main" id="{1A43AA41-0E64-49E7-88E2-35F5B14CF501}"/>
              </a:ext>
            </a:extLst>
          </p:cNvPr>
          <p:cNvSpPr>
            <a:spLocks xmlns:a="http://schemas.openxmlformats.org/drawingml/2006/main" noGrp="1"/>
          </p:cNvSpPr>
          <p:nvPr/>
        </p:nvSpPr>
        <p:spPr>
          <a:xfrm xmlns:a="http://schemas.openxmlformats.org/drawingml/2006/main">
            <a:off x="10858500" y="30146625"/>
            <a:ext cx="8667750" cy="3524250"/>
          </a:xfrm>
          <a:prstGeom xmlns:a="http://schemas.openxmlformats.org/drawingml/2006/main" prst="rect">
            <a:avLst/>
          </a:prstGeom>
          <a:solidFill xmlns:a="http://schemas.openxmlformats.org/drawingml/2006/main">
            <a:srgbClr val="FFF7E0"/>
          </a:solidFill>
          <a:ln xmlns:a="http://schemas.openxmlformats.org/drawingml/2006/main" w="19050">
            <a:solidFill>
              <a:srgbClr val="D6DCEA"/>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79" name="">
            <a:extLst xmlns:a="http://schemas.openxmlformats.org/drawingml/2006/main">
              <a:ext uri="{FF2B5EF4-FFF2-40B4-BE49-F238E27FC236}">
                <a16:creationId xmlns:a16="http://schemas.microsoft.com/office/drawing/2014/main" id="{54BACC08-AD86-4649-9650-F20846BC3F5B}"/>
              </a:ext>
            </a:extLst>
          </p:cNvPr>
          <p:cNvSpPr>
            <a:spLocks xmlns:a="http://schemas.openxmlformats.org/drawingml/2006/main" noGrp="1"/>
          </p:cNvSpPr>
          <p:nvPr/>
        </p:nvSpPr>
        <p:spPr>
          <a:xfrm xmlns:a="http://schemas.openxmlformats.org/drawingml/2006/main">
            <a:off x="11125200" y="30413325"/>
            <a:ext cx="781050" cy="523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F4B321"/>
                </a:solidFill>
                <a:latin typeface="Segoe UI"/>
                <a:ea typeface="Segoe UI"/>
                <a:cs typeface="Segoe UI"/>
              </a:defRPr>
            </a:pPr>
            <a:r>
              <a:rPr sz="2250" b="1">
                <a:solidFill>
                  <a:srgbClr val="FFFFFF"/>
                </a:solidFill>
                <a:latin typeface="Segoe UI"/>
                <a:ea typeface="Segoe UI"/>
                <a:cs typeface="Segoe UI"/>
              </a:rPr>
              <a:t>.</a:t>
            </a:r>
          </a:p>
        </p:txBody>
      </p:sp>
      <p:sp>
        <p:nvSpPr>
          <p:cNvPr id="180" name="">
            <a:extLst xmlns:a="http://schemas.openxmlformats.org/drawingml/2006/main">
              <a:ext uri="{FF2B5EF4-FFF2-40B4-BE49-F238E27FC236}">
                <a16:creationId xmlns:a16="http://schemas.microsoft.com/office/drawing/2014/main" id="{A82384B8-BF39-40D0-B0CD-690EC1EA6D66}"/>
              </a:ext>
            </a:extLst>
          </p:cNvPr>
          <p:cNvSpPr>
            <a:spLocks xmlns:a="http://schemas.openxmlformats.org/drawingml/2006/main" noGrp="1"/>
          </p:cNvSpPr>
          <p:nvPr/>
        </p:nvSpPr>
        <p:spPr>
          <a:xfrm xmlns:a="http://schemas.openxmlformats.org/drawingml/2006/main">
            <a:off x="12001500" y="30432375"/>
            <a:ext cx="71437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2B2A55"/>
                </a:solidFill>
                <a:latin typeface="Segoe UI"/>
                <a:ea typeface="Segoe UI"/>
                <a:cs typeface="Segoe UI"/>
              </a:defRPr>
            </a:pPr>
            <a:r>
              <a:rPr sz="2250" b="1">
                <a:solidFill>
                  <a:srgbClr val="FFFFFF"/>
                </a:solidFill>
                <a:latin typeface="Segoe UI"/>
                <a:ea typeface="Segoe UI"/>
                <a:cs typeface="Segoe UI"/>
              </a:rPr>
              <a:t>.</a:t>
            </a:r>
          </a:p>
        </p:txBody>
      </p:sp>
      <p:sp>
        <p:nvSpPr>
          <p:cNvPr id="181" name="">
            <a:extLst xmlns:a="http://schemas.openxmlformats.org/drawingml/2006/main">
              <a:ext uri="{FF2B5EF4-FFF2-40B4-BE49-F238E27FC236}">
                <a16:creationId xmlns:a16="http://schemas.microsoft.com/office/drawing/2014/main" id="{CF1E46F4-2EB7-45F8-8CE9-DFE4742D63B2}"/>
              </a:ext>
            </a:extLst>
          </p:cNvPr>
          <p:cNvSpPr>
            <a:spLocks xmlns:a="http://schemas.openxmlformats.org/drawingml/2006/main" noGrp="1"/>
          </p:cNvSpPr>
          <p:nvPr/>
        </p:nvSpPr>
        <p:spPr>
          <a:xfrm xmlns:a="http://schemas.openxmlformats.org/drawingml/2006/main">
            <a:off x="12001500" y="31242000"/>
            <a:ext cx="6953250" cy="28575"/>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82" name="">
            <a:extLst xmlns:a="http://schemas.openxmlformats.org/drawingml/2006/main">
              <a:ext uri="{FF2B5EF4-FFF2-40B4-BE49-F238E27FC236}">
                <a16:creationId xmlns:a16="http://schemas.microsoft.com/office/drawing/2014/main" id="{17D5DE6C-FA13-4731-92FD-3C2019A4647C}"/>
              </a:ext>
            </a:extLst>
          </p:cNvPr>
          <p:cNvSpPr>
            <a:spLocks xmlns:a="http://schemas.openxmlformats.org/drawingml/2006/main" noGrp="1"/>
          </p:cNvSpPr>
          <p:nvPr/>
        </p:nvSpPr>
        <p:spPr>
          <a:xfrm xmlns:a="http://schemas.openxmlformats.org/drawingml/2006/main">
            <a:off x="12001500" y="31575375"/>
            <a:ext cx="7048500" cy="1238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4C4F73"/>
                </a:solidFill>
                <a:latin typeface="Segoe UI"/>
                <a:ea typeface="Segoe UI"/>
                <a:cs typeface="Segoe UI"/>
              </a:defRPr>
            </a:pPr>
            <a:r>
              <a:rPr sz="1800" b="0">
                <a:solidFill>
                  <a:srgbClr val="FFFFFF"/>
                </a:solidFill>
                <a:latin typeface="Segoe UI"/>
                <a:ea typeface="Segoe UI"/>
                <a:cs typeface="Segoe UI"/>
              </a:rPr>
              <a:t>.</a:t>
            </a:r>
          </a:p>
        </p:txBody>
      </p:sp>
      <p:sp>
        <p:nvSpPr>
          <p:cNvPr id="183" name="">
            <a:extLst xmlns:a="http://schemas.openxmlformats.org/drawingml/2006/main">
              <a:ext uri="{FF2B5EF4-FFF2-40B4-BE49-F238E27FC236}">
                <a16:creationId xmlns:a16="http://schemas.microsoft.com/office/drawing/2014/main" id="{8B19091B-7EA8-413F-A866-62CD73E20027}"/>
              </a:ext>
            </a:extLst>
          </p:cNvPr>
          <p:cNvSpPr>
            <a:spLocks xmlns:a="http://schemas.openxmlformats.org/drawingml/2006/main" noGrp="1"/>
          </p:cNvSpPr>
          <p:nvPr/>
        </p:nvSpPr>
        <p:spPr>
          <a:xfrm xmlns:a="http://schemas.openxmlformats.org/drawingml/2006/main">
            <a:off x="20193000" y="30146625"/>
            <a:ext cx="8667750" cy="3524250"/>
          </a:xfrm>
          <a:prstGeom xmlns:a="http://schemas.openxmlformats.org/drawingml/2006/main" prst="rect">
            <a:avLst/>
          </a:prstGeom>
          <a:solidFill xmlns:a="http://schemas.openxmlformats.org/drawingml/2006/main">
            <a:srgbClr val="F2F7FF"/>
          </a:solidFill>
          <a:ln xmlns:a="http://schemas.openxmlformats.org/drawingml/2006/main" w="19050">
            <a:solidFill>
              <a:srgbClr val="D6DCEA"/>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84" name="">
            <a:extLst xmlns:a="http://schemas.openxmlformats.org/drawingml/2006/main">
              <a:ext uri="{FF2B5EF4-FFF2-40B4-BE49-F238E27FC236}">
                <a16:creationId xmlns:a16="http://schemas.microsoft.com/office/drawing/2014/main" id="{D9794D4F-7215-47EF-A921-29C98BEBC57C}"/>
              </a:ext>
            </a:extLst>
          </p:cNvPr>
          <p:cNvSpPr>
            <a:spLocks xmlns:a="http://schemas.openxmlformats.org/drawingml/2006/main" noGrp="1"/>
          </p:cNvSpPr>
          <p:nvPr/>
        </p:nvSpPr>
        <p:spPr>
          <a:xfrm xmlns:a="http://schemas.openxmlformats.org/drawingml/2006/main">
            <a:off x="20459700" y="30413325"/>
            <a:ext cx="781050" cy="523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4472C4"/>
                </a:solidFill>
                <a:latin typeface="Segoe UI"/>
                <a:ea typeface="Segoe UI"/>
                <a:cs typeface="Segoe UI"/>
              </a:defRPr>
            </a:pPr>
            <a:r>
              <a:rPr sz="2250" b="1">
                <a:solidFill>
                  <a:srgbClr val="FFFFFF"/>
                </a:solidFill>
                <a:latin typeface="Segoe UI"/>
                <a:ea typeface="Segoe UI"/>
                <a:cs typeface="Segoe UI"/>
              </a:rPr>
              <a:t>.</a:t>
            </a:r>
          </a:p>
        </p:txBody>
      </p:sp>
      <p:sp>
        <p:nvSpPr>
          <p:cNvPr id="185" name="">
            <a:extLst xmlns:a="http://schemas.openxmlformats.org/drawingml/2006/main">
              <a:ext uri="{FF2B5EF4-FFF2-40B4-BE49-F238E27FC236}">
                <a16:creationId xmlns:a16="http://schemas.microsoft.com/office/drawing/2014/main" id="{2895BC32-5FCB-4778-9EE8-FBCB81289CD3}"/>
              </a:ext>
            </a:extLst>
          </p:cNvPr>
          <p:cNvSpPr>
            <a:spLocks xmlns:a="http://schemas.openxmlformats.org/drawingml/2006/main" noGrp="1"/>
          </p:cNvSpPr>
          <p:nvPr/>
        </p:nvSpPr>
        <p:spPr>
          <a:xfrm xmlns:a="http://schemas.openxmlformats.org/drawingml/2006/main">
            <a:off x="21336000" y="30432375"/>
            <a:ext cx="71437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2B2A55"/>
                </a:solidFill>
                <a:latin typeface="Segoe UI"/>
                <a:ea typeface="Segoe UI"/>
                <a:cs typeface="Segoe UI"/>
              </a:defRPr>
            </a:pPr>
            <a:r>
              <a:rPr sz="2250" b="1">
                <a:solidFill>
                  <a:srgbClr val="FFFFFF"/>
                </a:solidFill>
                <a:latin typeface="Segoe UI"/>
                <a:ea typeface="Segoe UI"/>
                <a:cs typeface="Segoe UI"/>
              </a:rPr>
              <a:t>.</a:t>
            </a:r>
          </a:p>
        </p:txBody>
      </p:sp>
      <p:sp>
        <p:nvSpPr>
          <p:cNvPr id="186" name="">
            <a:extLst xmlns:a="http://schemas.openxmlformats.org/drawingml/2006/main">
              <a:ext uri="{FF2B5EF4-FFF2-40B4-BE49-F238E27FC236}">
                <a16:creationId xmlns:a16="http://schemas.microsoft.com/office/drawing/2014/main" id="{2075FC37-1B2A-4B72-8B9F-0D19FFB597C6}"/>
              </a:ext>
            </a:extLst>
          </p:cNvPr>
          <p:cNvSpPr>
            <a:spLocks xmlns:a="http://schemas.openxmlformats.org/drawingml/2006/main" noGrp="1"/>
          </p:cNvSpPr>
          <p:nvPr/>
        </p:nvSpPr>
        <p:spPr>
          <a:xfrm xmlns:a="http://schemas.openxmlformats.org/drawingml/2006/main">
            <a:off x="21336000" y="31242000"/>
            <a:ext cx="6953250" cy="28575"/>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87" name="">
            <a:extLst xmlns:a="http://schemas.openxmlformats.org/drawingml/2006/main">
              <a:ext uri="{FF2B5EF4-FFF2-40B4-BE49-F238E27FC236}">
                <a16:creationId xmlns:a16="http://schemas.microsoft.com/office/drawing/2014/main" id="{1B5E20B2-467F-49EC-A601-D9731E8F7C0C}"/>
              </a:ext>
            </a:extLst>
          </p:cNvPr>
          <p:cNvSpPr>
            <a:spLocks xmlns:a="http://schemas.openxmlformats.org/drawingml/2006/main" noGrp="1"/>
          </p:cNvSpPr>
          <p:nvPr/>
        </p:nvSpPr>
        <p:spPr>
          <a:xfrm xmlns:a="http://schemas.openxmlformats.org/drawingml/2006/main">
            <a:off x="21336000" y="31575375"/>
            <a:ext cx="7048500" cy="1238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4C4F73"/>
                </a:solidFill>
                <a:latin typeface="Segoe UI"/>
                <a:ea typeface="Segoe UI"/>
                <a:cs typeface="Segoe UI"/>
              </a:defRPr>
            </a:pPr>
            <a:r>
              <a:rPr sz="1800" b="0">
                <a:solidFill>
                  <a:srgbClr val="FFFFFF"/>
                </a:solidFill>
                <a:latin typeface="Segoe UI"/>
                <a:ea typeface="Segoe UI"/>
                <a:cs typeface="Segoe UI"/>
              </a:rPr>
              <a:t>.</a:t>
            </a:r>
          </a:p>
        </p:txBody>
      </p:sp>
      <p:sp>
        <p:nvSpPr>
          <p:cNvPr id="188" name="">
            <a:extLst xmlns:a="http://schemas.openxmlformats.org/drawingml/2006/main">
              <a:ext uri="{FF2B5EF4-FFF2-40B4-BE49-F238E27FC236}">
                <a16:creationId xmlns:a16="http://schemas.microsoft.com/office/drawing/2014/main" id="{231F445B-79FC-4CF7-B12C-76B9FA4B92F4}"/>
              </a:ext>
            </a:extLst>
          </p:cNvPr>
          <p:cNvSpPr>
            <a:spLocks xmlns:a="http://schemas.openxmlformats.org/drawingml/2006/main" noGrp="1"/>
          </p:cNvSpPr>
          <p:nvPr/>
        </p:nvSpPr>
        <p:spPr>
          <a:xfrm xmlns:a="http://schemas.openxmlformats.org/drawingml/2006/main">
            <a:off x="952500" y="35814000"/>
            <a:ext cx="28575000" cy="30480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89" name="">
            <a:extLst xmlns:a="http://schemas.openxmlformats.org/drawingml/2006/main">
              <a:ext uri="{FF2B5EF4-FFF2-40B4-BE49-F238E27FC236}">
                <a16:creationId xmlns:a16="http://schemas.microsoft.com/office/drawing/2014/main" id="{A3E37B51-4AB5-4203-BECA-B4F5BDA46B31}"/>
              </a:ext>
            </a:extLst>
          </p:cNvPr>
          <p:cNvSpPr>
            <a:spLocks xmlns:a="http://schemas.openxmlformats.org/drawingml/2006/main" noGrp="1"/>
          </p:cNvSpPr>
          <p:nvPr/>
        </p:nvSpPr>
        <p:spPr>
          <a:xfrm xmlns:a="http://schemas.openxmlformats.org/drawingml/2006/main">
            <a:off x="1476375" y="36480750"/>
            <a:ext cx="27527250" cy="1428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FFFFFF"/>
                </a:solidFill>
                <a:latin typeface="Segoe UI"/>
                <a:ea typeface="Segoe UI"/>
                <a:cs typeface="Segoe UI"/>
              </a:defRPr>
            </a:pPr>
            <a:r>
              <a:rPr sz="2250" b="1">
                <a:solidFill>
                  <a:srgbClr val="FFFFFF"/>
                </a:solidFill>
                <a:latin typeface="Segoe UI"/>
                <a:ea typeface="Segoe UI"/>
                <a:cs typeface="Segoe UI"/>
              </a:rPr>
              <a:t>.</a:t>
            </a:r>
          </a:p>
        </p:txBody>
      </p:sp>
      <p:sp>
        <p:nvSpPr>
          <p:cNvPr id="190" name="">
            <a:extLst xmlns:a="http://schemas.openxmlformats.org/drawingml/2006/main">
              <a:ext uri="{FF2B5EF4-FFF2-40B4-BE49-F238E27FC236}">
                <a16:creationId xmlns:a16="http://schemas.microsoft.com/office/drawing/2014/main" id="{7B107D70-12EA-4E5F-A58F-5827A86F01E9}"/>
              </a:ext>
            </a:extLst>
          </p:cNvPr>
          <p:cNvSpPr>
            <a:spLocks xmlns:a="http://schemas.openxmlformats.org/drawingml/2006/main" noGrp="1"/>
          </p:cNvSpPr>
          <p:nvPr/>
        </p:nvSpPr>
        <p:spPr>
          <a:xfrm xmlns:a="http://schemas.openxmlformats.org/drawingml/2006/main">
            <a:off x="1476375" y="37861875"/>
            <a:ext cx="27527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0">
                <a:solidFill>
                  <a:srgbClr val="DCE5FF"/>
                </a:solidFill>
                <a:latin typeface="Segoe UI"/>
                <a:ea typeface="Segoe UI"/>
                <a:cs typeface="Segoe UI"/>
              </a:defRPr>
            </a:pPr>
            <a:r>
              <a:rPr sz="1725" b="0">
                <a:solidFill>
                  <a:srgbClr val="FFFFFF"/>
                </a:solidFill>
                <a:latin typeface="Segoe UI"/>
                <a:ea typeface="Segoe UI"/>
                <a:cs typeface="Segoe UI"/>
              </a:rPr>
              <a:t>.</a:t>
            </a:r>
          </a:p>
        </p:txBody>
      </p:sp>
      <p:sp>
        <p:nvSpPr>
          <p:cNvPr id="194" name="">
            <a:extLst xmlns:a="http://schemas.openxmlformats.org/drawingml/2006/main">
              <a:ext uri="{FF2B5EF4-FFF2-40B4-BE49-F238E27FC236}">
                <a16:creationId xmlns:a16="http://schemas.microsoft.com/office/drawing/2014/main" id="{D431E86A-891F-4838-A78A-674F33F92B1D}"/>
              </a:ext>
            </a:extLst>
          </p:cNvPr>
          <p:cNvSpPr>
            <a:spLocks xmlns:a="http://schemas.openxmlformats.org/drawingml/2006/main" noGrp="1"/>
          </p:cNvSpPr>
          <p:nvPr/>
        </p:nvSpPr>
        <p:spPr>
          <a:xfrm xmlns:a="http://schemas.openxmlformats.org/drawingml/2006/main">
            <a:off x="0" y="5810250"/>
            <a:ext cx="30480000" cy="37290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95" name="">
            <a:extLst xmlns:a="http://schemas.openxmlformats.org/drawingml/2006/main">
              <a:ext uri="{FF2B5EF4-FFF2-40B4-BE49-F238E27FC236}">
                <a16:creationId xmlns:a16="http://schemas.microsoft.com/office/drawing/2014/main" id="{CFD6247B-439B-42DB-B8F2-555EB66F39A5}"/>
              </a:ext>
            </a:extLst>
          </p:cNvPr>
          <p:cNvSpPr>
            <a:spLocks xmlns:a="http://schemas.openxmlformats.org/drawingml/2006/main" noGrp="1"/>
          </p:cNvSpPr>
          <p:nvPr/>
        </p:nvSpPr>
        <p:spPr>
          <a:xfrm xmlns:a="http://schemas.openxmlformats.org/drawingml/2006/main">
            <a:off x="666750" y="5638800"/>
            <a:ext cx="29146500" cy="762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196" name="">
            <a:extLst xmlns:a="http://schemas.openxmlformats.org/drawingml/2006/main">
              <a:ext uri="{FF2B5EF4-FFF2-40B4-BE49-F238E27FC236}">
                <a16:creationId xmlns:a16="http://schemas.microsoft.com/office/drawing/2014/main" id="{05EB7D28-849F-4C41-BE3D-B5B4E2E948DB}"/>
              </a:ext>
            </a:extLst>
          </p:cNvPr>
          <p:cNvSpPr>
            <a:spLocks xmlns:a="http://schemas.openxmlformats.org/drawingml/2006/main" noGrp="1"/>
          </p:cNvSpPr>
          <p:nvPr/>
        </p:nvSpPr>
        <p:spPr>
          <a:xfrm xmlns:a="http://schemas.openxmlformats.org/drawingml/2006/main">
            <a:off x="95250" y="95250"/>
            <a:ext cx="30289500" cy="42910125"/>
          </a:xfrm>
          <a:prstGeom xmlns:a="http://schemas.openxmlformats.org/drawingml/2006/main" prst="rect">
            <a:avLst/>
          </a:prstGeom>
          <a:solidFill xmlns:a="http://schemas.openxmlformats.org/drawingml/2006/main">
            <a:srgbClr val="000000">
              <a:alpha val="0"/>
            </a:srgbClr>
          </a:solidFill>
          <a:ln xmlns:a="http://schemas.openxmlformats.org/drawingml/2006/main" w="38100">
            <a:solidFill>
              <a:srgbClr val="1F234B"/>
            </a:solidFill>
            <a:prstDash val="solid"/>
          </a:ln>
        </p:spPr>
      </p:sp>
      <p:sp>
        <p:nvSpPr>
          <p:cNvPr id="197" name="">
            <a:extLst xmlns:a="http://schemas.openxmlformats.org/drawingml/2006/main">
              <a:ext uri="{FF2B5EF4-FFF2-40B4-BE49-F238E27FC236}">
                <a16:creationId xmlns:a16="http://schemas.microsoft.com/office/drawing/2014/main" id="{544A18BA-7541-4334-ABDB-8AA36C6BE0CC}"/>
              </a:ext>
            </a:extLst>
          </p:cNvPr>
          <p:cNvSpPr>
            <a:spLocks xmlns:a="http://schemas.openxmlformats.org/drawingml/2006/main" noGrp="1"/>
          </p:cNvSpPr>
          <p:nvPr/>
        </p:nvSpPr>
        <p:spPr>
          <a:xfrm xmlns:a="http://schemas.openxmlformats.org/drawingml/2006/main">
            <a:off x="952500" y="6238875"/>
            <a:ext cx="28575000" cy="3714750"/>
          </a:xfrm>
          <a:prstGeom xmlns:a="http://schemas.openxmlformats.org/drawingml/2006/main" prst="rect">
            <a:avLst/>
          </a:prstGeom>
          <a:solidFill xmlns:a="http://schemas.openxmlformats.org/drawingml/2006/main">
            <a:srgbClr val="EEF3FA"/>
          </a:solidFill>
          <a:ln xmlns:a="http://schemas.openxmlformats.org/drawingml/2006/main" w="19050">
            <a:solidFill>
              <a:srgbClr val="DAE3F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98" name="">
            <a:extLst xmlns:a="http://schemas.openxmlformats.org/drawingml/2006/main">
              <a:ext uri="{FF2B5EF4-FFF2-40B4-BE49-F238E27FC236}">
                <a16:creationId xmlns:a16="http://schemas.microsoft.com/office/drawing/2014/main" id="{6B6B293B-BE35-488D-B239-21FFB6C296E9}"/>
              </a:ext>
            </a:extLst>
          </p:cNvPr>
          <p:cNvSpPr>
            <a:spLocks xmlns:a="http://schemas.openxmlformats.org/drawingml/2006/main" noGrp="1"/>
          </p:cNvSpPr>
          <p:nvPr/>
        </p:nvSpPr>
        <p:spPr>
          <a:xfrm xmlns:a="http://schemas.openxmlformats.org/drawingml/2006/main">
            <a:off x="952500" y="6238875"/>
            <a:ext cx="171450" cy="3714750"/>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199" name="">
            <a:extLst xmlns:a="http://schemas.openxmlformats.org/drawingml/2006/main">
              <a:ext uri="{FF2B5EF4-FFF2-40B4-BE49-F238E27FC236}">
                <a16:creationId xmlns:a16="http://schemas.microsoft.com/office/drawing/2014/main" id="{566FAB97-B800-43FF-8691-C30DC13937D8}"/>
              </a:ext>
            </a:extLst>
          </p:cNvPr>
          <p:cNvSpPr>
            <a:spLocks xmlns:a="http://schemas.openxmlformats.org/drawingml/2006/main" noGrp="1"/>
          </p:cNvSpPr>
          <p:nvPr/>
        </p:nvSpPr>
        <p:spPr>
          <a:xfrm xmlns:a="http://schemas.openxmlformats.org/drawingml/2006/main">
            <a:off x="1381125" y="6572250"/>
            <a:ext cx="4000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C91414"/>
                </a:solidFill>
                <a:latin typeface="Segoe UI"/>
                <a:ea typeface="Segoe UI"/>
                <a:cs typeface="Segoe UI"/>
              </a:defRPr>
            </a:pPr>
            <a:r>
              <a:rPr sz="2025" b="1">
                <a:solidFill>
                  <a:srgbClr val="FFFFFF"/>
                </a:solidFill>
                <a:latin typeface="Segoe UI"/>
                <a:ea typeface="Segoe UI"/>
                <a:cs typeface="Segoe UI"/>
              </a:rPr>
              <a:t>.</a:t>
            </a:r>
          </a:p>
        </p:txBody>
      </p:sp>
      <p:sp>
        <p:nvSpPr>
          <p:cNvPr id="200" name="">
            <a:extLst xmlns:a="http://schemas.openxmlformats.org/drawingml/2006/main">
              <a:ext uri="{FF2B5EF4-FFF2-40B4-BE49-F238E27FC236}">
                <a16:creationId xmlns:a16="http://schemas.microsoft.com/office/drawing/2014/main" id="{4668FFB8-96B5-4E12-B09A-BBC0597006E0}"/>
              </a:ext>
            </a:extLst>
          </p:cNvPr>
          <p:cNvSpPr>
            <a:spLocks xmlns:a="http://schemas.openxmlformats.org/drawingml/2006/main" noGrp="1"/>
          </p:cNvSpPr>
          <p:nvPr/>
        </p:nvSpPr>
        <p:spPr>
          <a:xfrm xmlns:a="http://schemas.openxmlformats.org/drawingml/2006/main">
            <a:off x="1381125" y="7143750"/>
            <a:ext cx="19526250" cy="1381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2B2A55"/>
                </a:solidFill>
                <a:latin typeface="Segoe UI"/>
                <a:ea typeface="Segoe UI"/>
                <a:cs typeface="Segoe UI"/>
              </a:defRPr>
            </a:pPr>
            <a:r>
              <a:rPr sz="1800" b="0">
                <a:solidFill>
                  <a:srgbClr val="FFFFFF"/>
                </a:solidFill>
                <a:latin typeface="Segoe UI"/>
                <a:ea typeface="Segoe UI"/>
                <a:cs typeface="Segoe UI"/>
              </a:rPr>
              <a:t>.</a:t>
            </a:r>
          </a:p>
        </p:txBody>
      </p:sp>
      <p:sp>
        <p:nvSpPr>
          <p:cNvPr id="201" name="">
            <a:extLst xmlns:a="http://schemas.openxmlformats.org/drawingml/2006/main">
              <a:ext uri="{FF2B5EF4-FFF2-40B4-BE49-F238E27FC236}">
                <a16:creationId xmlns:a16="http://schemas.microsoft.com/office/drawing/2014/main" id="{4C194ED8-4FA0-42B6-A27A-6BE9BF400743}"/>
              </a:ext>
            </a:extLst>
          </p:cNvPr>
          <p:cNvSpPr>
            <a:spLocks xmlns:a="http://schemas.openxmlformats.org/drawingml/2006/main" noGrp="1"/>
          </p:cNvSpPr>
          <p:nvPr/>
        </p:nvSpPr>
        <p:spPr>
          <a:xfrm xmlns:a="http://schemas.openxmlformats.org/drawingml/2006/main">
            <a:off x="1381125" y="8715375"/>
            <a:ext cx="1952625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650" b="1">
                <a:solidFill>
                  <a:srgbClr val="4472C4"/>
                </a:solidFill>
                <a:latin typeface="Segoe UI"/>
                <a:ea typeface="Segoe UI"/>
                <a:cs typeface="Segoe UI"/>
              </a:defRPr>
            </a:pPr>
            <a:r>
              <a:rPr sz="1650" b="1">
                <a:solidFill>
                  <a:srgbClr val="FFFFFF"/>
                </a:solidFill>
                <a:latin typeface="Segoe UI"/>
                <a:ea typeface="Segoe UI"/>
                <a:cs typeface="Segoe UI"/>
              </a:rPr>
              <a:t>.</a:t>
            </a:r>
          </a:p>
        </p:txBody>
      </p:sp>
      <p:sp>
        <p:nvSpPr>
          <p:cNvPr id="202" name="">
            <a:extLst xmlns:a="http://schemas.openxmlformats.org/drawingml/2006/main">
              <a:ext uri="{FF2B5EF4-FFF2-40B4-BE49-F238E27FC236}">
                <a16:creationId xmlns:a16="http://schemas.microsoft.com/office/drawing/2014/main" id="{47AA9338-8061-461F-B311-30FB554A8D33}"/>
              </a:ext>
            </a:extLst>
          </p:cNvPr>
          <p:cNvSpPr>
            <a:spLocks xmlns:a="http://schemas.openxmlformats.org/drawingml/2006/main" noGrp="1"/>
          </p:cNvSpPr>
          <p:nvPr/>
        </p:nvSpPr>
        <p:spPr>
          <a:xfrm xmlns:a="http://schemas.openxmlformats.org/drawingml/2006/main">
            <a:off x="21574125" y="6934200"/>
            <a:ext cx="3333750" cy="628650"/>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03" name="">
            <a:extLst xmlns:a="http://schemas.openxmlformats.org/drawingml/2006/main">
              <a:ext uri="{FF2B5EF4-FFF2-40B4-BE49-F238E27FC236}">
                <a16:creationId xmlns:a16="http://schemas.microsoft.com/office/drawing/2014/main" id="{5E48707F-1706-4ED1-865E-258E54B5033C}"/>
              </a:ext>
            </a:extLst>
          </p:cNvPr>
          <p:cNvSpPr>
            <a:spLocks xmlns:a="http://schemas.openxmlformats.org/drawingml/2006/main" noGrp="1"/>
          </p:cNvSpPr>
          <p:nvPr/>
        </p:nvSpPr>
        <p:spPr>
          <a:xfrm xmlns:a="http://schemas.openxmlformats.org/drawingml/2006/main">
            <a:off x="21574125" y="7086600"/>
            <a:ext cx="3333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650" b="1">
                <a:solidFill>
                  <a:srgbClr val="FFFFFF"/>
                </a:solidFill>
                <a:latin typeface="Segoe UI"/>
                <a:ea typeface="Segoe UI"/>
                <a:cs typeface="Segoe UI"/>
              </a:defRPr>
            </a:pPr>
            <a:r>
              <a:rPr sz="1650" b="1">
                <a:solidFill>
                  <a:srgbClr val="FFFFFF"/>
                </a:solidFill>
                <a:latin typeface="Segoe UI"/>
                <a:ea typeface="Segoe UI"/>
                <a:cs typeface="Segoe UI"/>
              </a:rPr>
              <a:t>.</a:t>
            </a:r>
          </a:p>
        </p:txBody>
      </p:sp>
      <p:sp>
        <p:nvSpPr>
          <p:cNvPr id="204" name="">
            <a:extLst xmlns:a="http://schemas.openxmlformats.org/drawingml/2006/main">
              <a:ext uri="{FF2B5EF4-FFF2-40B4-BE49-F238E27FC236}">
                <a16:creationId xmlns:a16="http://schemas.microsoft.com/office/drawing/2014/main" id="{FCE98558-8960-4228-A65B-030414CE7877}"/>
              </a:ext>
            </a:extLst>
          </p:cNvPr>
          <p:cNvSpPr>
            <a:spLocks xmlns:a="http://schemas.openxmlformats.org/drawingml/2006/main" noGrp="1"/>
          </p:cNvSpPr>
          <p:nvPr/>
        </p:nvSpPr>
        <p:spPr>
          <a:xfrm xmlns:a="http://schemas.openxmlformats.org/drawingml/2006/main">
            <a:off x="25288875" y="6934200"/>
            <a:ext cx="3333750" cy="6286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05" name="">
            <a:extLst xmlns:a="http://schemas.openxmlformats.org/drawingml/2006/main">
              <a:ext uri="{FF2B5EF4-FFF2-40B4-BE49-F238E27FC236}">
                <a16:creationId xmlns:a16="http://schemas.microsoft.com/office/drawing/2014/main" id="{DFA1B00C-AD26-4F24-A244-24A79BCB17E5}"/>
              </a:ext>
            </a:extLst>
          </p:cNvPr>
          <p:cNvSpPr>
            <a:spLocks xmlns:a="http://schemas.openxmlformats.org/drawingml/2006/main" noGrp="1"/>
          </p:cNvSpPr>
          <p:nvPr/>
        </p:nvSpPr>
        <p:spPr>
          <a:xfrm xmlns:a="http://schemas.openxmlformats.org/drawingml/2006/main">
            <a:off x="25288875" y="7086600"/>
            <a:ext cx="3333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650" b="1">
                <a:solidFill>
                  <a:srgbClr val="FFFFFF"/>
                </a:solidFill>
                <a:latin typeface="Segoe UI"/>
                <a:ea typeface="Segoe UI"/>
                <a:cs typeface="Segoe UI"/>
              </a:defRPr>
            </a:pPr>
            <a:r>
              <a:rPr sz="1650" b="1">
                <a:solidFill>
                  <a:srgbClr val="FFFFFF"/>
                </a:solidFill>
                <a:latin typeface="Segoe UI"/>
                <a:ea typeface="Segoe UI"/>
                <a:cs typeface="Segoe UI"/>
              </a:rPr>
              <a:t>.</a:t>
            </a:r>
          </a:p>
        </p:txBody>
      </p:sp>
      <p:sp>
        <p:nvSpPr>
          <p:cNvPr id="206" name="">
            <a:extLst xmlns:a="http://schemas.openxmlformats.org/drawingml/2006/main">
              <a:ext uri="{FF2B5EF4-FFF2-40B4-BE49-F238E27FC236}">
                <a16:creationId xmlns:a16="http://schemas.microsoft.com/office/drawing/2014/main" id="{9A2529A5-5DBA-4D13-9A18-EC3679182983}"/>
              </a:ext>
            </a:extLst>
          </p:cNvPr>
          <p:cNvSpPr>
            <a:spLocks xmlns:a="http://schemas.openxmlformats.org/drawingml/2006/main" noGrp="1"/>
          </p:cNvSpPr>
          <p:nvPr/>
        </p:nvSpPr>
        <p:spPr>
          <a:xfrm xmlns:a="http://schemas.openxmlformats.org/drawingml/2006/main">
            <a:off x="21574125" y="7839075"/>
            <a:ext cx="3333750" cy="62865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07" name="">
            <a:extLst xmlns:a="http://schemas.openxmlformats.org/drawingml/2006/main">
              <a:ext uri="{FF2B5EF4-FFF2-40B4-BE49-F238E27FC236}">
                <a16:creationId xmlns:a16="http://schemas.microsoft.com/office/drawing/2014/main" id="{B2189053-FF2E-4A91-9AC1-84B148571D62}"/>
              </a:ext>
            </a:extLst>
          </p:cNvPr>
          <p:cNvSpPr>
            <a:spLocks xmlns:a="http://schemas.openxmlformats.org/drawingml/2006/main" noGrp="1"/>
          </p:cNvSpPr>
          <p:nvPr/>
        </p:nvSpPr>
        <p:spPr>
          <a:xfrm xmlns:a="http://schemas.openxmlformats.org/drawingml/2006/main">
            <a:off x="21574125" y="7991475"/>
            <a:ext cx="3333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650" b="1">
                <a:solidFill>
                  <a:srgbClr val="FFFFFF"/>
                </a:solidFill>
                <a:latin typeface="Segoe UI"/>
                <a:ea typeface="Segoe UI"/>
                <a:cs typeface="Segoe UI"/>
              </a:defRPr>
            </a:pPr>
            <a:r>
              <a:rPr sz="1650" b="1">
                <a:solidFill>
                  <a:srgbClr val="FFFFFF"/>
                </a:solidFill>
                <a:latin typeface="Segoe UI"/>
                <a:ea typeface="Segoe UI"/>
                <a:cs typeface="Segoe UI"/>
              </a:rPr>
              <a:t>.</a:t>
            </a:r>
          </a:p>
        </p:txBody>
      </p:sp>
      <p:sp>
        <p:nvSpPr>
          <p:cNvPr id="208" name="">
            <a:extLst xmlns:a="http://schemas.openxmlformats.org/drawingml/2006/main">
              <a:ext uri="{FF2B5EF4-FFF2-40B4-BE49-F238E27FC236}">
                <a16:creationId xmlns:a16="http://schemas.microsoft.com/office/drawing/2014/main" id="{2100EEDC-43D9-4DF2-AEBE-EB94B81B2708}"/>
              </a:ext>
            </a:extLst>
          </p:cNvPr>
          <p:cNvSpPr>
            <a:spLocks xmlns:a="http://schemas.openxmlformats.org/drawingml/2006/main" noGrp="1"/>
          </p:cNvSpPr>
          <p:nvPr/>
        </p:nvSpPr>
        <p:spPr>
          <a:xfrm xmlns:a="http://schemas.openxmlformats.org/drawingml/2006/main">
            <a:off x="25288875" y="7839075"/>
            <a:ext cx="3333750" cy="628650"/>
          </a:xfrm>
          <a:prstGeom xmlns:a="http://schemas.openxmlformats.org/drawingml/2006/main" prst="rect">
            <a:avLst/>
          </a:prstGeom>
          <a:solidFill xmlns:a="http://schemas.openxmlformats.org/drawingml/2006/main">
            <a:srgbClr val="6F5AA7"/>
          </a:solidFill>
          <a:ln xmlns:a="http://schemas.openxmlformats.org/drawingml/2006/main" w="0">
            <a:solidFill>
              <a:srgbClr val="6F5AA7"/>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09" name="">
            <a:extLst xmlns:a="http://schemas.openxmlformats.org/drawingml/2006/main">
              <a:ext uri="{FF2B5EF4-FFF2-40B4-BE49-F238E27FC236}">
                <a16:creationId xmlns:a16="http://schemas.microsoft.com/office/drawing/2014/main" id="{FB725BE5-C22C-4758-BC69-D1550E9EE72E}"/>
              </a:ext>
            </a:extLst>
          </p:cNvPr>
          <p:cNvSpPr>
            <a:spLocks xmlns:a="http://schemas.openxmlformats.org/drawingml/2006/main" noGrp="1"/>
          </p:cNvSpPr>
          <p:nvPr/>
        </p:nvSpPr>
        <p:spPr>
          <a:xfrm xmlns:a="http://schemas.openxmlformats.org/drawingml/2006/main">
            <a:off x="25288875" y="7991475"/>
            <a:ext cx="3333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650" b="1">
                <a:solidFill>
                  <a:srgbClr val="FFFFFF"/>
                </a:solidFill>
                <a:latin typeface="Segoe UI"/>
                <a:ea typeface="Segoe UI"/>
                <a:cs typeface="Segoe UI"/>
              </a:defRPr>
            </a:pPr>
            <a:r>
              <a:rPr sz="1650" b="1">
                <a:solidFill>
                  <a:srgbClr val="FFFFFF"/>
                </a:solidFill>
                <a:latin typeface="Segoe UI"/>
                <a:ea typeface="Segoe UI"/>
                <a:cs typeface="Segoe UI"/>
              </a:rPr>
              <a:t>.</a:t>
            </a:r>
          </a:p>
        </p:txBody>
      </p:sp>
      <p:sp>
        <p:nvSpPr>
          <p:cNvPr id="210" name="">
            <a:extLst xmlns:a="http://schemas.openxmlformats.org/drawingml/2006/main">
              <a:ext uri="{FF2B5EF4-FFF2-40B4-BE49-F238E27FC236}">
                <a16:creationId xmlns:a16="http://schemas.microsoft.com/office/drawing/2014/main" id="{D841DDD9-F84D-4EF9-BBCB-125113547ACA}"/>
              </a:ext>
            </a:extLst>
          </p:cNvPr>
          <p:cNvSpPr>
            <a:spLocks xmlns:a="http://schemas.openxmlformats.org/drawingml/2006/main" noGrp="1"/>
          </p:cNvSpPr>
          <p:nvPr/>
        </p:nvSpPr>
        <p:spPr>
          <a:xfrm xmlns:a="http://schemas.openxmlformats.org/drawingml/2006/main">
            <a:off x="952500" y="10715625"/>
            <a:ext cx="11430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2B2A55"/>
                </a:solidFill>
                <a:latin typeface="Segoe UI"/>
                <a:ea typeface="Segoe UI"/>
                <a:cs typeface="Segoe UI"/>
              </a:defRPr>
            </a:pPr>
            <a:r>
              <a:rPr sz="2250" b="1">
                <a:solidFill>
                  <a:srgbClr val="FFFFFF"/>
                </a:solidFill>
                <a:latin typeface="Segoe UI"/>
                <a:ea typeface="Segoe UI"/>
                <a:cs typeface="Segoe UI"/>
              </a:rPr>
              <a:t>.</a:t>
            </a:r>
          </a:p>
        </p:txBody>
      </p:sp>
      <p:sp>
        <p:nvSpPr>
          <p:cNvPr id="211" name="">
            <a:extLst xmlns:a="http://schemas.openxmlformats.org/drawingml/2006/main">
              <a:ext uri="{FF2B5EF4-FFF2-40B4-BE49-F238E27FC236}">
                <a16:creationId xmlns:a16="http://schemas.microsoft.com/office/drawing/2014/main" id="{561E7D2A-66A6-4809-A498-0BF20EEC7864}"/>
              </a:ext>
            </a:extLst>
          </p:cNvPr>
          <p:cNvSpPr>
            <a:spLocks xmlns:a="http://schemas.openxmlformats.org/drawingml/2006/main" noGrp="1"/>
          </p:cNvSpPr>
          <p:nvPr/>
        </p:nvSpPr>
        <p:spPr>
          <a:xfrm xmlns:a="http://schemas.openxmlformats.org/drawingml/2006/main">
            <a:off x="952500" y="11382375"/>
            <a:ext cx="5467350" cy="1809750"/>
          </a:xfrm>
          <a:prstGeom xmlns:a="http://schemas.openxmlformats.org/drawingml/2006/main" prst="rect">
            <a:avLst/>
          </a:prstGeom>
          <a:solidFill xmlns:a="http://schemas.openxmlformats.org/drawingml/2006/main">
            <a:srgbClr val="FFFFFF"/>
          </a:solidFill>
          <a:ln xmlns:a="http://schemas.openxmlformats.org/drawingml/2006/main" w="38100">
            <a:solidFill>
              <a:srgbClr val="C9141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12" name="">
            <a:extLst xmlns:a="http://schemas.openxmlformats.org/drawingml/2006/main">
              <a:ext uri="{FF2B5EF4-FFF2-40B4-BE49-F238E27FC236}">
                <a16:creationId xmlns:a16="http://schemas.microsoft.com/office/drawing/2014/main" id="{8D5E338B-3688-4782-A883-B8036FF75DF8}"/>
              </a:ext>
            </a:extLst>
          </p:cNvPr>
          <p:cNvSpPr>
            <a:spLocks xmlns:a="http://schemas.openxmlformats.org/drawingml/2006/main" noGrp="1"/>
          </p:cNvSpPr>
          <p:nvPr/>
        </p:nvSpPr>
        <p:spPr>
          <a:xfrm xmlns:a="http://schemas.openxmlformats.org/drawingml/2006/main">
            <a:off x="952500" y="11382375"/>
            <a:ext cx="742950" cy="1809750"/>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13" name="">
            <a:extLst xmlns:a="http://schemas.openxmlformats.org/drawingml/2006/main">
              <a:ext uri="{FF2B5EF4-FFF2-40B4-BE49-F238E27FC236}">
                <a16:creationId xmlns:a16="http://schemas.microsoft.com/office/drawing/2014/main" id="{3F65FDE9-E36C-40C6-8BA3-8366AEF56A41}"/>
              </a:ext>
            </a:extLst>
          </p:cNvPr>
          <p:cNvSpPr>
            <a:spLocks xmlns:a="http://schemas.openxmlformats.org/drawingml/2006/main" noGrp="1"/>
          </p:cNvSpPr>
          <p:nvPr/>
        </p:nvSpPr>
        <p:spPr>
          <a:xfrm xmlns:a="http://schemas.openxmlformats.org/drawingml/2006/main">
            <a:off x="952500" y="11877675"/>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FFFFFF"/>
                </a:solidFill>
                <a:latin typeface="Segoe UI"/>
                <a:ea typeface="Segoe UI"/>
                <a:cs typeface="Segoe UI"/>
              </a:defRPr>
            </a:pPr>
            <a:r>
              <a:rPr sz="2100" b="1">
                <a:solidFill>
                  <a:srgbClr val="FFFFFF"/>
                </a:solidFill>
                <a:latin typeface="Segoe UI"/>
                <a:ea typeface="Segoe UI"/>
                <a:cs typeface="Segoe UI"/>
              </a:rPr>
              <a:t>.</a:t>
            </a:r>
          </a:p>
        </p:txBody>
      </p:sp>
      <p:sp>
        <p:nvSpPr>
          <p:cNvPr id="214" name="">
            <a:extLst xmlns:a="http://schemas.openxmlformats.org/drawingml/2006/main">
              <a:ext uri="{FF2B5EF4-FFF2-40B4-BE49-F238E27FC236}">
                <a16:creationId xmlns:a16="http://schemas.microsoft.com/office/drawing/2014/main" id="{ED0A7463-9E9A-4263-84CB-EE928989909D}"/>
              </a:ext>
            </a:extLst>
          </p:cNvPr>
          <p:cNvSpPr>
            <a:spLocks xmlns:a="http://schemas.openxmlformats.org/drawingml/2006/main" noGrp="1"/>
          </p:cNvSpPr>
          <p:nvPr/>
        </p:nvSpPr>
        <p:spPr>
          <a:xfrm xmlns:a="http://schemas.openxmlformats.org/drawingml/2006/main">
            <a:off x="1905000" y="11610975"/>
            <a:ext cx="4324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1">
                <a:solidFill>
                  <a:srgbClr val="2B2A55"/>
                </a:solidFill>
                <a:latin typeface="Segoe UI"/>
                <a:ea typeface="Segoe UI"/>
                <a:cs typeface="Segoe UI"/>
              </a:defRPr>
            </a:pPr>
            <a:r>
              <a:rPr sz="1800" b="1">
                <a:solidFill>
                  <a:srgbClr val="FFFFFF"/>
                </a:solidFill>
                <a:latin typeface="Segoe UI"/>
                <a:ea typeface="Segoe UI"/>
                <a:cs typeface="Segoe UI"/>
              </a:rPr>
              <a:t>.</a:t>
            </a:r>
          </a:p>
        </p:txBody>
      </p:sp>
      <p:sp>
        <p:nvSpPr>
          <p:cNvPr id="215" name="">
            <a:extLst xmlns:a="http://schemas.openxmlformats.org/drawingml/2006/main">
              <a:ext uri="{FF2B5EF4-FFF2-40B4-BE49-F238E27FC236}">
                <a16:creationId xmlns:a16="http://schemas.microsoft.com/office/drawing/2014/main" id="{5572DCCE-7761-4414-8AF5-F23CDE003037}"/>
              </a:ext>
            </a:extLst>
          </p:cNvPr>
          <p:cNvSpPr>
            <a:spLocks xmlns:a="http://schemas.openxmlformats.org/drawingml/2006/main" noGrp="1"/>
          </p:cNvSpPr>
          <p:nvPr/>
        </p:nvSpPr>
        <p:spPr>
          <a:xfrm xmlns:a="http://schemas.openxmlformats.org/drawingml/2006/main">
            <a:off x="1905000" y="12068175"/>
            <a:ext cx="43243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75" b="0">
                <a:solidFill>
                  <a:srgbClr val="4B4F73"/>
                </a:solidFill>
                <a:latin typeface="Segoe UI"/>
                <a:ea typeface="Segoe UI"/>
                <a:cs typeface="Segoe UI"/>
              </a:defRPr>
            </a:pPr>
            <a:r>
              <a:rPr sz="1275" b="0">
                <a:solidFill>
                  <a:srgbClr val="FFFFFF"/>
                </a:solidFill>
                <a:latin typeface="Segoe UI"/>
                <a:ea typeface="Segoe UI"/>
                <a:cs typeface="Segoe UI"/>
              </a:rPr>
              <a:t>.</a:t>
            </a:r>
          </a:p>
        </p:txBody>
      </p:sp>
      <p:sp>
        <p:nvSpPr>
          <p:cNvPr id="216" name="">
            <a:extLst xmlns:a="http://schemas.openxmlformats.org/drawingml/2006/main">
              <a:ext uri="{FF2B5EF4-FFF2-40B4-BE49-F238E27FC236}">
                <a16:creationId xmlns:a16="http://schemas.microsoft.com/office/drawing/2014/main" id="{8B57F76D-9649-4F0A-99AF-6AAE3FAE39A9}"/>
              </a:ext>
            </a:extLst>
          </p:cNvPr>
          <p:cNvSpPr>
            <a:spLocks xmlns:a="http://schemas.openxmlformats.org/drawingml/2006/main" noGrp="1"/>
          </p:cNvSpPr>
          <p:nvPr/>
        </p:nvSpPr>
        <p:spPr>
          <a:xfrm xmlns:a="http://schemas.openxmlformats.org/drawingml/2006/main">
            <a:off x="6419850" y="12201525"/>
            <a:ext cx="323850" cy="1524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17" name="">
            <a:extLst xmlns:a="http://schemas.openxmlformats.org/drawingml/2006/main">
              <a:ext uri="{FF2B5EF4-FFF2-40B4-BE49-F238E27FC236}">
                <a16:creationId xmlns:a16="http://schemas.microsoft.com/office/drawing/2014/main" id="{0DB2E2D0-50E2-4953-BF2C-2CDEB501232A}"/>
              </a:ext>
            </a:extLst>
          </p:cNvPr>
          <p:cNvSpPr>
            <a:spLocks xmlns:a="http://schemas.openxmlformats.org/drawingml/2006/main" noGrp="1"/>
          </p:cNvSpPr>
          <p:nvPr/>
        </p:nvSpPr>
        <p:spPr>
          <a:xfrm xmlns:a="http://schemas.openxmlformats.org/drawingml/2006/main">
            <a:off x="6743700" y="11382375"/>
            <a:ext cx="5467350" cy="1809750"/>
          </a:xfrm>
          <a:prstGeom xmlns:a="http://schemas.openxmlformats.org/drawingml/2006/main" prst="rect">
            <a:avLst/>
          </a:prstGeom>
          <a:solidFill xmlns:a="http://schemas.openxmlformats.org/drawingml/2006/main">
            <a:srgbClr val="FFFFFF"/>
          </a:solidFill>
          <a:ln xmlns:a="http://schemas.openxmlformats.org/drawingml/2006/main" w="38100">
            <a:solidFill>
              <a:srgbClr val="11111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18" name="">
            <a:extLst xmlns:a="http://schemas.openxmlformats.org/drawingml/2006/main">
              <a:ext uri="{FF2B5EF4-FFF2-40B4-BE49-F238E27FC236}">
                <a16:creationId xmlns:a16="http://schemas.microsoft.com/office/drawing/2014/main" id="{47895F7B-74AF-4278-A7C7-9C80E7773A8C}"/>
              </a:ext>
            </a:extLst>
          </p:cNvPr>
          <p:cNvSpPr>
            <a:spLocks xmlns:a="http://schemas.openxmlformats.org/drawingml/2006/main" noGrp="1"/>
          </p:cNvSpPr>
          <p:nvPr/>
        </p:nvSpPr>
        <p:spPr>
          <a:xfrm xmlns:a="http://schemas.openxmlformats.org/drawingml/2006/main">
            <a:off x="6743700" y="11382375"/>
            <a:ext cx="742950" cy="18097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19" name="">
            <a:extLst xmlns:a="http://schemas.openxmlformats.org/drawingml/2006/main">
              <a:ext uri="{FF2B5EF4-FFF2-40B4-BE49-F238E27FC236}">
                <a16:creationId xmlns:a16="http://schemas.microsoft.com/office/drawing/2014/main" id="{6D29C030-45AD-41E5-BBFF-8DD55D4B8257}"/>
              </a:ext>
            </a:extLst>
          </p:cNvPr>
          <p:cNvSpPr>
            <a:spLocks xmlns:a="http://schemas.openxmlformats.org/drawingml/2006/main" noGrp="1"/>
          </p:cNvSpPr>
          <p:nvPr/>
        </p:nvSpPr>
        <p:spPr>
          <a:xfrm xmlns:a="http://schemas.openxmlformats.org/drawingml/2006/main">
            <a:off x="6743700" y="11877675"/>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FFFFFF"/>
                </a:solidFill>
                <a:latin typeface="Segoe UI"/>
                <a:ea typeface="Segoe UI"/>
                <a:cs typeface="Segoe UI"/>
              </a:defRPr>
            </a:pPr>
            <a:r>
              <a:rPr sz="2100" b="1">
                <a:solidFill>
                  <a:srgbClr val="FFFFFF"/>
                </a:solidFill>
                <a:latin typeface="Segoe UI"/>
                <a:ea typeface="Segoe UI"/>
                <a:cs typeface="Segoe UI"/>
              </a:rPr>
              <a:t>.</a:t>
            </a:r>
          </a:p>
        </p:txBody>
      </p:sp>
      <p:sp>
        <p:nvSpPr>
          <p:cNvPr id="220" name="">
            <a:extLst xmlns:a="http://schemas.openxmlformats.org/drawingml/2006/main">
              <a:ext uri="{FF2B5EF4-FFF2-40B4-BE49-F238E27FC236}">
                <a16:creationId xmlns:a16="http://schemas.microsoft.com/office/drawing/2014/main" id="{6451AABA-D447-472F-AB33-96CA4B46DC42}"/>
              </a:ext>
            </a:extLst>
          </p:cNvPr>
          <p:cNvSpPr>
            <a:spLocks xmlns:a="http://schemas.openxmlformats.org/drawingml/2006/main" noGrp="1"/>
          </p:cNvSpPr>
          <p:nvPr/>
        </p:nvSpPr>
        <p:spPr>
          <a:xfrm xmlns:a="http://schemas.openxmlformats.org/drawingml/2006/main">
            <a:off x="7696200" y="11610975"/>
            <a:ext cx="4324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1">
                <a:solidFill>
                  <a:srgbClr val="2B2A55"/>
                </a:solidFill>
                <a:latin typeface="Segoe UI"/>
                <a:ea typeface="Segoe UI"/>
                <a:cs typeface="Segoe UI"/>
              </a:defRPr>
            </a:pPr>
            <a:r>
              <a:rPr sz="1800" b="1">
                <a:solidFill>
                  <a:srgbClr val="FFFFFF"/>
                </a:solidFill>
                <a:latin typeface="Segoe UI"/>
                <a:ea typeface="Segoe UI"/>
                <a:cs typeface="Segoe UI"/>
              </a:rPr>
              <a:t>.</a:t>
            </a:r>
          </a:p>
        </p:txBody>
      </p:sp>
      <p:sp>
        <p:nvSpPr>
          <p:cNvPr id="221" name="">
            <a:extLst xmlns:a="http://schemas.openxmlformats.org/drawingml/2006/main">
              <a:ext uri="{FF2B5EF4-FFF2-40B4-BE49-F238E27FC236}">
                <a16:creationId xmlns:a16="http://schemas.microsoft.com/office/drawing/2014/main" id="{361D8950-F6EC-4211-873C-7BB5BB992840}"/>
              </a:ext>
            </a:extLst>
          </p:cNvPr>
          <p:cNvSpPr>
            <a:spLocks xmlns:a="http://schemas.openxmlformats.org/drawingml/2006/main" noGrp="1"/>
          </p:cNvSpPr>
          <p:nvPr/>
        </p:nvSpPr>
        <p:spPr>
          <a:xfrm xmlns:a="http://schemas.openxmlformats.org/drawingml/2006/main">
            <a:off x="7696200" y="12068175"/>
            <a:ext cx="43243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75" b="0">
                <a:solidFill>
                  <a:srgbClr val="4B4F73"/>
                </a:solidFill>
                <a:latin typeface="Segoe UI"/>
                <a:ea typeface="Segoe UI"/>
                <a:cs typeface="Segoe UI"/>
              </a:defRPr>
            </a:pPr>
            <a:r>
              <a:rPr sz="1275" b="0">
                <a:solidFill>
                  <a:srgbClr val="FFFFFF"/>
                </a:solidFill>
                <a:latin typeface="Segoe UI"/>
                <a:ea typeface="Segoe UI"/>
                <a:cs typeface="Segoe UI"/>
              </a:rPr>
              <a:t>.</a:t>
            </a:r>
          </a:p>
        </p:txBody>
      </p:sp>
      <p:sp>
        <p:nvSpPr>
          <p:cNvPr id="222" name="">
            <a:extLst xmlns:a="http://schemas.openxmlformats.org/drawingml/2006/main">
              <a:ext uri="{FF2B5EF4-FFF2-40B4-BE49-F238E27FC236}">
                <a16:creationId xmlns:a16="http://schemas.microsoft.com/office/drawing/2014/main" id="{81C071B3-9A5D-490C-ADFD-0203EBA569F5}"/>
              </a:ext>
            </a:extLst>
          </p:cNvPr>
          <p:cNvSpPr>
            <a:spLocks xmlns:a="http://schemas.openxmlformats.org/drawingml/2006/main" noGrp="1"/>
          </p:cNvSpPr>
          <p:nvPr/>
        </p:nvSpPr>
        <p:spPr>
          <a:xfrm xmlns:a="http://schemas.openxmlformats.org/drawingml/2006/main">
            <a:off x="12211050" y="12201525"/>
            <a:ext cx="323850" cy="1524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23" name="">
            <a:extLst xmlns:a="http://schemas.openxmlformats.org/drawingml/2006/main">
              <a:ext uri="{FF2B5EF4-FFF2-40B4-BE49-F238E27FC236}">
                <a16:creationId xmlns:a16="http://schemas.microsoft.com/office/drawing/2014/main" id="{22BCA2D1-2728-4D16-A28D-88269C4C1D89}"/>
              </a:ext>
            </a:extLst>
          </p:cNvPr>
          <p:cNvSpPr>
            <a:spLocks xmlns:a="http://schemas.openxmlformats.org/drawingml/2006/main" noGrp="1"/>
          </p:cNvSpPr>
          <p:nvPr/>
        </p:nvSpPr>
        <p:spPr>
          <a:xfrm xmlns:a="http://schemas.openxmlformats.org/drawingml/2006/main">
            <a:off x="12534900" y="11382375"/>
            <a:ext cx="5467350" cy="1809750"/>
          </a:xfrm>
          <a:prstGeom xmlns:a="http://schemas.openxmlformats.org/drawingml/2006/main" prst="rect">
            <a:avLst/>
          </a:prstGeom>
          <a:solidFill xmlns:a="http://schemas.openxmlformats.org/drawingml/2006/main">
            <a:srgbClr val="FFFFFF"/>
          </a:solidFill>
          <a:ln xmlns:a="http://schemas.openxmlformats.org/drawingml/2006/main" w="3810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24" name="">
            <a:extLst xmlns:a="http://schemas.openxmlformats.org/drawingml/2006/main">
              <a:ext uri="{FF2B5EF4-FFF2-40B4-BE49-F238E27FC236}">
                <a16:creationId xmlns:a16="http://schemas.microsoft.com/office/drawing/2014/main" id="{D1C44FA6-985C-4F34-BEFD-272850670AA0}"/>
              </a:ext>
            </a:extLst>
          </p:cNvPr>
          <p:cNvSpPr>
            <a:spLocks xmlns:a="http://schemas.openxmlformats.org/drawingml/2006/main" noGrp="1"/>
          </p:cNvSpPr>
          <p:nvPr/>
        </p:nvSpPr>
        <p:spPr>
          <a:xfrm xmlns:a="http://schemas.openxmlformats.org/drawingml/2006/main">
            <a:off x="12534900" y="11382375"/>
            <a:ext cx="742950" cy="180975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25" name="">
            <a:extLst xmlns:a="http://schemas.openxmlformats.org/drawingml/2006/main">
              <a:ext uri="{FF2B5EF4-FFF2-40B4-BE49-F238E27FC236}">
                <a16:creationId xmlns:a16="http://schemas.microsoft.com/office/drawing/2014/main" id="{D3A7612F-DC84-411F-B2BB-BF055D63CB63}"/>
              </a:ext>
            </a:extLst>
          </p:cNvPr>
          <p:cNvSpPr>
            <a:spLocks xmlns:a="http://schemas.openxmlformats.org/drawingml/2006/main" noGrp="1"/>
          </p:cNvSpPr>
          <p:nvPr/>
        </p:nvSpPr>
        <p:spPr>
          <a:xfrm xmlns:a="http://schemas.openxmlformats.org/drawingml/2006/main">
            <a:off x="12534900" y="11877675"/>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FFFFFF"/>
                </a:solidFill>
                <a:latin typeface="Segoe UI"/>
                <a:ea typeface="Segoe UI"/>
                <a:cs typeface="Segoe UI"/>
              </a:defRPr>
            </a:pPr>
            <a:r>
              <a:rPr sz="2100" b="1">
                <a:solidFill>
                  <a:srgbClr val="FFFFFF"/>
                </a:solidFill>
                <a:latin typeface="Segoe UI"/>
                <a:ea typeface="Segoe UI"/>
                <a:cs typeface="Segoe UI"/>
              </a:rPr>
              <a:t>.</a:t>
            </a:r>
          </a:p>
        </p:txBody>
      </p:sp>
      <p:sp>
        <p:nvSpPr>
          <p:cNvPr id="226" name="">
            <a:extLst xmlns:a="http://schemas.openxmlformats.org/drawingml/2006/main">
              <a:ext uri="{FF2B5EF4-FFF2-40B4-BE49-F238E27FC236}">
                <a16:creationId xmlns:a16="http://schemas.microsoft.com/office/drawing/2014/main" id="{A0045D59-0594-4F4E-8296-BD49E6C02A4A}"/>
              </a:ext>
            </a:extLst>
          </p:cNvPr>
          <p:cNvSpPr>
            <a:spLocks xmlns:a="http://schemas.openxmlformats.org/drawingml/2006/main" noGrp="1"/>
          </p:cNvSpPr>
          <p:nvPr/>
        </p:nvSpPr>
        <p:spPr>
          <a:xfrm xmlns:a="http://schemas.openxmlformats.org/drawingml/2006/main">
            <a:off x="13487400" y="11610975"/>
            <a:ext cx="4324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1">
                <a:solidFill>
                  <a:srgbClr val="2B2A55"/>
                </a:solidFill>
                <a:latin typeface="Segoe UI"/>
                <a:ea typeface="Segoe UI"/>
                <a:cs typeface="Segoe UI"/>
              </a:defRPr>
            </a:pPr>
            <a:r>
              <a:rPr sz="1800" b="1">
                <a:solidFill>
                  <a:srgbClr val="FFFFFF"/>
                </a:solidFill>
                <a:latin typeface="Segoe UI"/>
                <a:ea typeface="Segoe UI"/>
                <a:cs typeface="Segoe UI"/>
              </a:rPr>
              <a:t>.</a:t>
            </a:r>
          </a:p>
        </p:txBody>
      </p:sp>
      <p:sp>
        <p:nvSpPr>
          <p:cNvPr id="227" name="">
            <a:extLst xmlns:a="http://schemas.openxmlformats.org/drawingml/2006/main">
              <a:ext uri="{FF2B5EF4-FFF2-40B4-BE49-F238E27FC236}">
                <a16:creationId xmlns:a16="http://schemas.microsoft.com/office/drawing/2014/main" id="{931B1C1F-3CCD-43EF-BDF1-CC50D5D9BB19}"/>
              </a:ext>
            </a:extLst>
          </p:cNvPr>
          <p:cNvSpPr>
            <a:spLocks xmlns:a="http://schemas.openxmlformats.org/drawingml/2006/main" noGrp="1"/>
          </p:cNvSpPr>
          <p:nvPr/>
        </p:nvSpPr>
        <p:spPr>
          <a:xfrm xmlns:a="http://schemas.openxmlformats.org/drawingml/2006/main">
            <a:off x="13487400" y="12068175"/>
            <a:ext cx="43243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75" b="0">
                <a:solidFill>
                  <a:srgbClr val="4B4F73"/>
                </a:solidFill>
                <a:latin typeface="Segoe UI"/>
                <a:ea typeface="Segoe UI"/>
                <a:cs typeface="Segoe UI"/>
              </a:defRPr>
            </a:pPr>
            <a:r>
              <a:rPr sz="1275" b="0">
                <a:solidFill>
                  <a:srgbClr val="FFFFFF"/>
                </a:solidFill>
                <a:latin typeface="Segoe UI"/>
                <a:ea typeface="Segoe UI"/>
                <a:cs typeface="Segoe UI"/>
              </a:rPr>
              <a:t>.</a:t>
            </a:r>
          </a:p>
        </p:txBody>
      </p:sp>
      <p:sp>
        <p:nvSpPr>
          <p:cNvPr id="228" name="">
            <a:extLst xmlns:a="http://schemas.openxmlformats.org/drawingml/2006/main">
              <a:ext uri="{FF2B5EF4-FFF2-40B4-BE49-F238E27FC236}">
                <a16:creationId xmlns:a16="http://schemas.microsoft.com/office/drawing/2014/main" id="{13B5A5A7-EA55-4ED1-AAAE-46DDCDA5E0FB}"/>
              </a:ext>
            </a:extLst>
          </p:cNvPr>
          <p:cNvSpPr>
            <a:spLocks xmlns:a="http://schemas.openxmlformats.org/drawingml/2006/main" noGrp="1"/>
          </p:cNvSpPr>
          <p:nvPr/>
        </p:nvSpPr>
        <p:spPr>
          <a:xfrm xmlns:a="http://schemas.openxmlformats.org/drawingml/2006/main">
            <a:off x="18002250" y="12201525"/>
            <a:ext cx="323850" cy="1524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29" name="">
            <a:extLst xmlns:a="http://schemas.openxmlformats.org/drawingml/2006/main">
              <a:ext uri="{FF2B5EF4-FFF2-40B4-BE49-F238E27FC236}">
                <a16:creationId xmlns:a16="http://schemas.microsoft.com/office/drawing/2014/main" id="{742B3726-9E91-416A-9470-54CC36355D49}"/>
              </a:ext>
            </a:extLst>
          </p:cNvPr>
          <p:cNvSpPr>
            <a:spLocks xmlns:a="http://schemas.openxmlformats.org/drawingml/2006/main" noGrp="1"/>
          </p:cNvSpPr>
          <p:nvPr/>
        </p:nvSpPr>
        <p:spPr>
          <a:xfrm xmlns:a="http://schemas.openxmlformats.org/drawingml/2006/main">
            <a:off x="18326100" y="11382375"/>
            <a:ext cx="5467350" cy="1809750"/>
          </a:xfrm>
          <a:prstGeom xmlns:a="http://schemas.openxmlformats.org/drawingml/2006/main" prst="rect">
            <a:avLst/>
          </a:prstGeom>
          <a:solidFill xmlns:a="http://schemas.openxmlformats.org/drawingml/2006/main">
            <a:srgbClr val="FFFFFF"/>
          </a:solidFill>
          <a:ln xmlns:a="http://schemas.openxmlformats.org/drawingml/2006/main" w="3810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30" name="">
            <a:extLst xmlns:a="http://schemas.openxmlformats.org/drawingml/2006/main">
              <a:ext uri="{FF2B5EF4-FFF2-40B4-BE49-F238E27FC236}">
                <a16:creationId xmlns:a16="http://schemas.microsoft.com/office/drawing/2014/main" id="{193958B9-B6B2-4683-8E11-F55B9123CCCA}"/>
              </a:ext>
            </a:extLst>
          </p:cNvPr>
          <p:cNvSpPr>
            <a:spLocks xmlns:a="http://schemas.openxmlformats.org/drawingml/2006/main" noGrp="1"/>
          </p:cNvSpPr>
          <p:nvPr/>
        </p:nvSpPr>
        <p:spPr>
          <a:xfrm xmlns:a="http://schemas.openxmlformats.org/drawingml/2006/main">
            <a:off x="18326100" y="11382375"/>
            <a:ext cx="742950" cy="18097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31" name="">
            <a:extLst xmlns:a="http://schemas.openxmlformats.org/drawingml/2006/main">
              <a:ext uri="{FF2B5EF4-FFF2-40B4-BE49-F238E27FC236}">
                <a16:creationId xmlns:a16="http://schemas.microsoft.com/office/drawing/2014/main" id="{D1D4B308-E944-43CB-B4BB-F00EB5D2980C}"/>
              </a:ext>
            </a:extLst>
          </p:cNvPr>
          <p:cNvSpPr>
            <a:spLocks xmlns:a="http://schemas.openxmlformats.org/drawingml/2006/main" noGrp="1"/>
          </p:cNvSpPr>
          <p:nvPr/>
        </p:nvSpPr>
        <p:spPr>
          <a:xfrm xmlns:a="http://schemas.openxmlformats.org/drawingml/2006/main">
            <a:off x="18326100" y="11877675"/>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FFFFFF"/>
                </a:solidFill>
                <a:latin typeface="Segoe UI"/>
                <a:ea typeface="Segoe UI"/>
                <a:cs typeface="Segoe UI"/>
              </a:defRPr>
            </a:pPr>
            <a:r>
              <a:rPr sz="2100" b="1">
                <a:solidFill>
                  <a:srgbClr val="FFFFFF"/>
                </a:solidFill>
                <a:latin typeface="Segoe UI"/>
                <a:ea typeface="Segoe UI"/>
                <a:cs typeface="Segoe UI"/>
              </a:rPr>
              <a:t>.</a:t>
            </a:r>
          </a:p>
        </p:txBody>
      </p:sp>
      <p:sp>
        <p:nvSpPr>
          <p:cNvPr id="232" name="">
            <a:extLst xmlns:a="http://schemas.openxmlformats.org/drawingml/2006/main">
              <a:ext uri="{FF2B5EF4-FFF2-40B4-BE49-F238E27FC236}">
                <a16:creationId xmlns:a16="http://schemas.microsoft.com/office/drawing/2014/main" id="{688DD781-959D-4ADB-A5B2-3DA048760380}"/>
              </a:ext>
            </a:extLst>
          </p:cNvPr>
          <p:cNvSpPr>
            <a:spLocks xmlns:a="http://schemas.openxmlformats.org/drawingml/2006/main" noGrp="1"/>
          </p:cNvSpPr>
          <p:nvPr/>
        </p:nvSpPr>
        <p:spPr>
          <a:xfrm xmlns:a="http://schemas.openxmlformats.org/drawingml/2006/main">
            <a:off x="19278600" y="11610975"/>
            <a:ext cx="4324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1">
                <a:solidFill>
                  <a:srgbClr val="2B2A55"/>
                </a:solidFill>
                <a:latin typeface="Segoe UI"/>
                <a:ea typeface="Segoe UI"/>
                <a:cs typeface="Segoe UI"/>
              </a:defRPr>
            </a:pPr>
            <a:r>
              <a:rPr sz="1800" b="1">
                <a:solidFill>
                  <a:srgbClr val="FFFFFF"/>
                </a:solidFill>
                <a:latin typeface="Segoe UI"/>
                <a:ea typeface="Segoe UI"/>
                <a:cs typeface="Segoe UI"/>
              </a:rPr>
              <a:t>.</a:t>
            </a:r>
          </a:p>
        </p:txBody>
      </p:sp>
      <p:sp>
        <p:nvSpPr>
          <p:cNvPr id="233" name="">
            <a:extLst xmlns:a="http://schemas.openxmlformats.org/drawingml/2006/main">
              <a:ext uri="{FF2B5EF4-FFF2-40B4-BE49-F238E27FC236}">
                <a16:creationId xmlns:a16="http://schemas.microsoft.com/office/drawing/2014/main" id="{B870A8B0-DE77-4093-9B07-7EEFFFF4FD88}"/>
              </a:ext>
            </a:extLst>
          </p:cNvPr>
          <p:cNvSpPr>
            <a:spLocks xmlns:a="http://schemas.openxmlformats.org/drawingml/2006/main" noGrp="1"/>
          </p:cNvSpPr>
          <p:nvPr/>
        </p:nvSpPr>
        <p:spPr>
          <a:xfrm xmlns:a="http://schemas.openxmlformats.org/drawingml/2006/main">
            <a:off x="19278600" y="12068175"/>
            <a:ext cx="43243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75" b="0">
                <a:solidFill>
                  <a:srgbClr val="4B4F73"/>
                </a:solidFill>
                <a:latin typeface="Segoe UI"/>
                <a:ea typeface="Segoe UI"/>
                <a:cs typeface="Segoe UI"/>
              </a:defRPr>
            </a:pPr>
            <a:r>
              <a:rPr sz="1275" b="0">
                <a:solidFill>
                  <a:srgbClr val="FFFFFF"/>
                </a:solidFill>
                <a:latin typeface="Segoe UI"/>
                <a:ea typeface="Segoe UI"/>
                <a:cs typeface="Segoe UI"/>
              </a:rPr>
              <a:t>.</a:t>
            </a:r>
          </a:p>
        </p:txBody>
      </p:sp>
      <p:sp>
        <p:nvSpPr>
          <p:cNvPr id="234" name="">
            <a:extLst xmlns:a="http://schemas.openxmlformats.org/drawingml/2006/main">
              <a:ext uri="{FF2B5EF4-FFF2-40B4-BE49-F238E27FC236}">
                <a16:creationId xmlns:a16="http://schemas.microsoft.com/office/drawing/2014/main" id="{EA9F5B9D-0833-4139-8200-513741C5283C}"/>
              </a:ext>
            </a:extLst>
          </p:cNvPr>
          <p:cNvSpPr>
            <a:spLocks xmlns:a="http://schemas.openxmlformats.org/drawingml/2006/main" noGrp="1"/>
          </p:cNvSpPr>
          <p:nvPr/>
        </p:nvSpPr>
        <p:spPr>
          <a:xfrm xmlns:a="http://schemas.openxmlformats.org/drawingml/2006/main">
            <a:off x="23793450" y="12201525"/>
            <a:ext cx="323850" cy="1524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35" name="">
            <a:extLst xmlns:a="http://schemas.openxmlformats.org/drawingml/2006/main">
              <a:ext uri="{FF2B5EF4-FFF2-40B4-BE49-F238E27FC236}">
                <a16:creationId xmlns:a16="http://schemas.microsoft.com/office/drawing/2014/main" id="{16173D81-DF10-4960-B730-C1EF98FCFF1F}"/>
              </a:ext>
            </a:extLst>
          </p:cNvPr>
          <p:cNvSpPr>
            <a:spLocks xmlns:a="http://schemas.openxmlformats.org/drawingml/2006/main" noGrp="1"/>
          </p:cNvSpPr>
          <p:nvPr/>
        </p:nvSpPr>
        <p:spPr>
          <a:xfrm xmlns:a="http://schemas.openxmlformats.org/drawingml/2006/main">
            <a:off x="24117300" y="11382375"/>
            <a:ext cx="5467350" cy="1809750"/>
          </a:xfrm>
          <a:prstGeom xmlns:a="http://schemas.openxmlformats.org/drawingml/2006/main" prst="rect">
            <a:avLst/>
          </a:prstGeom>
          <a:solidFill xmlns:a="http://schemas.openxmlformats.org/drawingml/2006/main">
            <a:srgbClr val="FFFFFF"/>
          </a:solidFill>
          <a:ln xmlns:a="http://schemas.openxmlformats.org/drawingml/2006/main" w="38100">
            <a:solidFill>
              <a:srgbClr val="6F5AA7"/>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36" name="">
            <a:extLst xmlns:a="http://schemas.openxmlformats.org/drawingml/2006/main">
              <a:ext uri="{FF2B5EF4-FFF2-40B4-BE49-F238E27FC236}">
                <a16:creationId xmlns:a16="http://schemas.microsoft.com/office/drawing/2014/main" id="{D724D883-6E05-44F1-B7BE-CC1165C9B698}"/>
              </a:ext>
            </a:extLst>
          </p:cNvPr>
          <p:cNvSpPr>
            <a:spLocks xmlns:a="http://schemas.openxmlformats.org/drawingml/2006/main" noGrp="1"/>
          </p:cNvSpPr>
          <p:nvPr/>
        </p:nvSpPr>
        <p:spPr>
          <a:xfrm xmlns:a="http://schemas.openxmlformats.org/drawingml/2006/main">
            <a:off x="24117300" y="11382375"/>
            <a:ext cx="742950" cy="1809750"/>
          </a:xfrm>
          <a:prstGeom xmlns:a="http://schemas.openxmlformats.org/drawingml/2006/main" prst="rect">
            <a:avLst/>
          </a:prstGeom>
          <a:solidFill xmlns:a="http://schemas.openxmlformats.org/drawingml/2006/main">
            <a:srgbClr val="6F5AA7"/>
          </a:solidFill>
          <a:ln xmlns:a="http://schemas.openxmlformats.org/drawingml/2006/main" w="0">
            <a:solidFill>
              <a:srgbClr val="6F5AA7"/>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37" name="">
            <a:extLst xmlns:a="http://schemas.openxmlformats.org/drawingml/2006/main">
              <a:ext uri="{FF2B5EF4-FFF2-40B4-BE49-F238E27FC236}">
                <a16:creationId xmlns:a16="http://schemas.microsoft.com/office/drawing/2014/main" id="{6B50714E-1CAE-45BF-A841-2AA8C8FC83F2}"/>
              </a:ext>
            </a:extLst>
          </p:cNvPr>
          <p:cNvSpPr>
            <a:spLocks xmlns:a="http://schemas.openxmlformats.org/drawingml/2006/main" noGrp="1"/>
          </p:cNvSpPr>
          <p:nvPr/>
        </p:nvSpPr>
        <p:spPr>
          <a:xfrm xmlns:a="http://schemas.openxmlformats.org/drawingml/2006/main">
            <a:off x="24117300" y="11877675"/>
            <a:ext cx="7429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100" b="1">
                <a:solidFill>
                  <a:srgbClr val="FFFFFF"/>
                </a:solidFill>
                <a:latin typeface="Segoe UI"/>
                <a:ea typeface="Segoe UI"/>
                <a:cs typeface="Segoe UI"/>
              </a:defRPr>
            </a:pPr>
            <a:r>
              <a:rPr sz="2100" b="1">
                <a:solidFill>
                  <a:srgbClr val="FFFFFF"/>
                </a:solidFill>
                <a:latin typeface="Segoe UI"/>
                <a:ea typeface="Segoe UI"/>
                <a:cs typeface="Segoe UI"/>
              </a:rPr>
              <a:t>.</a:t>
            </a:r>
          </a:p>
        </p:txBody>
      </p:sp>
      <p:sp>
        <p:nvSpPr>
          <p:cNvPr id="238" name="">
            <a:extLst xmlns:a="http://schemas.openxmlformats.org/drawingml/2006/main">
              <a:ext uri="{FF2B5EF4-FFF2-40B4-BE49-F238E27FC236}">
                <a16:creationId xmlns:a16="http://schemas.microsoft.com/office/drawing/2014/main" id="{E5270F39-830A-494A-8E3A-8D3D5CB905D2}"/>
              </a:ext>
            </a:extLst>
          </p:cNvPr>
          <p:cNvSpPr>
            <a:spLocks xmlns:a="http://schemas.openxmlformats.org/drawingml/2006/main" noGrp="1"/>
          </p:cNvSpPr>
          <p:nvPr/>
        </p:nvSpPr>
        <p:spPr>
          <a:xfrm xmlns:a="http://schemas.openxmlformats.org/drawingml/2006/main">
            <a:off x="25069800" y="11610975"/>
            <a:ext cx="4324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1">
                <a:solidFill>
                  <a:srgbClr val="2B2A55"/>
                </a:solidFill>
                <a:latin typeface="Segoe UI"/>
                <a:ea typeface="Segoe UI"/>
                <a:cs typeface="Segoe UI"/>
              </a:defRPr>
            </a:pPr>
            <a:r>
              <a:rPr sz="1800" b="1">
                <a:solidFill>
                  <a:srgbClr val="FFFFFF"/>
                </a:solidFill>
                <a:latin typeface="Segoe UI"/>
                <a:ea typeface="Segoe UI"/>
                <a:cs typeface="Segoe UI"/>
              </a:rPr>
              <a:t>.</a:t>
            </a:r>
          </a:p>
        </p:txBody>
      </p:sp>
      <p:sp>
        <p:nvSpPr>
          <p:cNvPr id="239" name="">
            <a:extLst xmlns:a="http://schemas.openxmlformats.org/drawingml/2006/main">
              <a:ext uri="{FF2B5EF4-FFF2-40B4-BE49-F238E27FC236}">
                <a16:creationId xmlns:a16="http://schemas.microsoft.com/office/drawing/2014/main" id="{6704378E-059E-47E6-B522-24F1647EA528}"/>
              </a:ext>
            </a:extLst>
          </p:cNvPr>
          <p:cNvSpPr>
            <a:spLocks xmlns:a="http://schemas.openxmlformats.org/drawingml/2006/main" noGrp="1"/>
          </p:cNvSpPr>
          <p:nvPr/>
        </p:nvSpPr>
        <p:spPr>
          <a:xfrm xmlns:a="http://schemas.openxmlformats.org/drawingml/2006/main">
            <a:off x="25069800" y="12068175"/>
            <a:ext cx="43243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75" b="0">
                <a:solidFill>
                  <a:srgbClr val="4B4F73"/>
                </a:solidFill>
                <a:latin typeface="Segoe UI"/>
                <a:ea typeface="Segoe UI"/>
                <a:cs typeface="Segoe UI"/>
              </a:defRPr>
            </a:pPr>
            <a:r>
              <a:rPr sz="1275" b="0">
                <a:solidFill>
                  <a:srgbClr val="FFFFFF"/>
                </a:solidFill>
                <a:latin typeface="Segoe UI"/>
                <a:ea typeface="Segoe UI"/>
                <a:cs typeface="Segoe UI"/>
              </a:rPr>
              <a:t>.</a:t>
            </a:r>
          </a:p>
        </p:txBody>
      </p:sp>
      <p:sp>
        <p:nvSpPr>
          <p:cNvPr id="240" name="">
            <a:extLst xmlns:a="http://schemas.openxmlformats.org/drawingml/2006/main">
              <a:ext uri="{FF2B5EF4-FFF2-40B4-BE49-F238E27FC236}">
                <a16:creationId xmlns:a16="http://schemas.microsoft.com/office/drawing/2014/main" id="{D4D967A8-F6CF-4225-B3F2-F03494E29034}"/>
              </a:ext>
            </a:extLst>
          </p:cNvPr>
          <p:cNvSpPr>
            <a:spLocks xmlns:a="http://schemas.openxmlformats.org/drawingml/2006/main" noGrp="1"/>
          </p:cNvSpPr>
          <p:nvPr/>
        </p:nvSpPr>
        <p:spPr>
          <a:xfrm xmlns:a="http://schemas.openxmlformats.org/drawingml/2006/main">
            <a:off x="7429500" y="13811250"/>
            <a:ext cx="7239000" cy="1381125"/>
          </a:xfrm>
          <a:prstGeom xmlns:a="http://schemas.openxmlformats.org/drawingml/2006/main" prst="rect">
            <a:avLst/>
          </a:prstGeom>
          <a:solidFill xmlns:a="http://schemas.openxmlformats.org/drawingml/2006/main">
            <a:srgbClr val="F3F7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41" name="">
            <a:extLst xmlns:a="http://schemas.openxmlformats.org/drawingml/2006/main">
              <a:ext uri="{FF2B5EF4-FFF2-40B4-BE49-F238E27FC236}">
                <a16:creationId xmlns:a16="http://schemas.microsoft.com/office/drawing/2014/main" id="{38741466-7B4A-45AD-843D-FD121E617EED}"/>
              </a:ext>
            </a:extLst>
          </p:cNvPr>
          <p:cNvSpPr>
            <a:spLocks xmlns:a="http://schemas.openxmlformats.org/drawingml/2006/main" noGrp="1"/>
          </p:cNvSpPr>
          <p:nvPr/>
        </p:nvSpPr>
        <p:spPr>
          <a:xfrm xmlns:a="http://schemas.openxmlformats.org/drawingml/2006/main">
            <a:off x="7429500" y="13811250"/>
            <a:ext cx="85725" cy="1381125"/>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42" name="">
            <a:extLst xmlns:a="http://schemas.openxmlformats.org/drawingml/2006/main">
              <a:ext uri="{FF2B5EF4-FFF2-40B4-BE49-F238E27FC236}">
                <a16:creationId xmlns:a16="http://schemas.microsoft.com/office/drawing/2014/main" id="{76644551-68A6-4C7D-853E-AB4E267AEFF2}"/>
              </a:ext>
            </a:extLst>
          </p:cNvPr>
          <p:cNvSpPr>
            <a:spLocks xmlns:a="http://schemas.openxmlformats.org/drawingml/2006/main" noGrp="1"/>
          </p:cNvSpPr>
          <p:nvPr/>
        </p:nvSpPr>
        <p:spPr>
          <a:xfrm xmlns:a="http://schemas.openxmlformats.org/drawingml/2006/main">
            <a:off x="7696200" y="14001750"/>
            <a:ext cx="6743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2B2A55"/>
                </a:solidFill>
                <a:latin typeface="Segoe UI"/>
                <a:ea typeface="Segoe UI"/>
                <a:cs typeface="Segoe UI"/>
              </a:defRPr>
            </a:pPr>
            <a:r>
              <a:rPr sz="1725" b="1">
                <a:solidFill>
                  <a:srgbClr val="FFFFFF"/>
                </a:solidFill>
                <a:latin typeface="Segoe UI"/>
                <a:ea typeface="Segoe UI"/>
                <a:cs typeface="Segoe UI"/>
              </a:rPr>
              <a:t>.</a:t>
            </a:r>
          </a:p>
        </p:txBody>
      </p:sp>
      <p:sp>
        <p:nvSpPr>
          <p:cNvPr id="243" name="">
            <a:extLst xmlns:a="http://schemas.openxmlformats.org/drawingml/2006/main">
              <a:ext uri="{FF2B5EF4-FFF2-40B4-BE49-F238E27FC236}">
                <a16:creationId xmlns:a16="http://schemas.microsoft.com/office/drawing/2014/main" id="{8E4FAE39-BFCD-4EF4-8796-84E50919E222}"/>
              </a:ext>
            </a:extLst>
          </p:cNvPr>
          <p:cNvSpPr>
            <a:spLocks xmlns:a="http://schemas.openxmlformats.org/drawingml/2006/main" noGrp="1"/>
          </p:cNvSpPr>
          <p:nvPr/>
        </p:nvSpPr>
        <p:spPr>
          <a:xfrm xmlns:a="http://schemas.openxmlformats.org/drawingml/2006/main">
            <a:off x="7696200" y="14458950"/>
            <a:ext cx="6724650" cy="6000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4B4F73"/>
                </a:solidFill>
                <a:latin typeface="Segoe UI"/>
                <a:ea typeface="Segoe UI"/>
                <a:cs typeface="Segoe UI"/>
              </a:defRPr>
            </a:pPr>
            <a:r>
              <a:rPr sz="1350" b="0">
                <a:solidFill>
                  <a:srgbClr val="FFFFFF"/>
                </a:solidFill>
                <a:latin typeface="Segoe UI"/>
                <a:ea typeface="Segoe UI"/>
                <a:cs typeface="Segoe UI"/>
              </a:rPr>
              <a:t>.</a:t>
            </a:r>
          </a:p>
        </p:txBody>
      </p:sp>
      <p:sp>
        <p:nvSpPr>
          <p:cNvPr id="244" name="">
            <a:extLst xmlns:a="http://schemas.openxmlformats.org/drawingml/2006/main">
              <a:ext uri="{FF2B5EF4-FFF2-40B4-BE49-F238E27FC236}">
                <a16:creationId xmlns:a16="http://schemas.microsoft.com/office/drawing/2014/main" id="{A69D3F08-AD4D-45B4-AFFF-33A4734884CB}"/>
              </a:ext>
            </a:extLst>
          </p:cNvPr>
          <p:cNvSpPr>
            <a:spLocks xmlns:a="http://schemas.openxmlformats.org/drawingml/2006/main" noGrp="1"/>
          </p:cNvSpPr>
          <p:nvPr/>
        </p:nvSpPr>
        <p:spPr>
          <a:xfrm xmlns:a="http://schemas.openxmlformats.org/drawingml/2006/main">
            <a:off x="16287750" y="13811250"/>
            <a:ext cx="7239000" cy="1381125"/>
          </a:xfrm>
          <a:prstGeom xmlns:a="http://schemas.openxmlformats.org/drawingml/2006/main" prst="rect">
            <a:avLst/>
          </a:prstGeom>
          <a:solidFill xmlns:a="http://schemas.openxmlformats.org/drawingml/2006/main">
            <a:srgbClr val="F5F2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45" name="">
            <a:extLst xmlns:a="http://schemas.openxmlformats.org/drawingml/2006/main">
              <a:ext uri="{FF2B5EF4-FFF2-40B4-BE49-F238E27FC236}">
                <a16:creationId xmlns:a16="http://schemas.microsoft.com/office/drawing/2014/main" id="{3A7FA335-27AD-4FE7-B2D0-5A3F30140EF4}"/>
              </a:ext>
            </a:extLst>
          </p:cNvPr>
          <p:cNvSpPr>
            <a:spLocks xmlns:a="http://schemas.openxmlformats.org/drawingml/2006/main" noGrp="1"/>
          </p:cNvSpPr>
          <p:nvPr/>
        </p:nvSpPr>
        <p:spPr>
          <a:xfrm xmlns:a="http://schemas.openxmlformats.org/drawingml/2006/main">
            <a:off x="16287750" y="13811250"/>
            <a:ext cx="85725" cy="1381125"/>
          </a:xfrm>
          <a:prstGeom xmlns:a="http://schemas.openxmlformats.org/drawingml/2006/main" prst="rect">
            <a:avLst/>
          </a:prstGeom>
          <a:solidFill xmlns:a="http://schemas.openxmlformats.org/drawingml/2006/main">
            <a:srgbClr val="6F5AA7"/>
          </a:solidFill>
          <a:ln xmlns:a="http://schemas.openxmlformats.org/drawingml/2006/main" w="0">
            <a:solidFill>
              <a:srgbClr val="6F5AA7"/>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46" name="">
            <a:extLst xmlns:a="http://schemas.openxmlformats.org/drawingml/2006/main">
              <a:ext uri="{FF2B5EF4-FFF2-40B4-BE49-F238E27FC236}">
                <a16:creationId xmlns:a16="http://schemas.microsoft.com/office/drawing/2014/main" id="{A1B6E3CB-AF79-4E63-9D99-FE959F7B7DC5}"/>
              </a:ext>
            </a:extLst>
          </p:cNvPr>
          <p:cNvSpPr>
            <a:spLocks xmlns:a="http://schemas.openxmlformats.org/drawingml/2006/main" noGrp="1"/>
          </p:cNvSpPr>
          <p:nvPr/>
        </p:nvSpPr>
        <p:spPr>
          <a:xfrm xmlns:a="http://schemas.openxmlformats.org/drawingml/2006/main">
            <a:off x="16554450" y="14001750"/>
            <a:ext cx="6743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2B2A55"/>
                </a:solidFill>
                <a:latin typeface="Segoe UI"/>
                <a:ea typeface="Segoe UI"/>
                <a:cs typeface="Segoe UI"/>
              </a:defRPr>
            </a:pPr>
            <a:r>
              <a:rPr sz="1725" b="1">
                <a:solidFill>
                  <a:srgbClr val="FFFFFF"/>
                </a:solidFill>
                <a:latin typeface="Segoe UI"/>
                <a:ea typeface="Segoe UI"/>
                <a:cs typeface="Segoe UI"/>
              </a:rPr>
              <a:t>.</a:t>
            </a:r>
          </a:p>
        </p:txBody>
      </p:sp>
      <p:sp>
        <p:nvSpPr>
          <p:cNvPr id="247" name="">
            <a:extLst xmlns:a="http://schemas.openxmlformats.org/drawingml/2006/main">
              <a:ext uri="{FF2B5EF4-FFF2-40B4-BE49-F238E27FC236}">
                <a16:creationId xmlns:a16="http://schemas.microsoft.com/office/drawing/2014/main" id="{E3734639-BA31-4702-BE29-439B4CB31A20}"/>
              </a:ext>
            </a:extLst>
          </p:cNvPr>
          <p:cNvSpPr>
            <a:spLocks xmlns:a="http://schemas.openxmlformats.org/drawingml/2006/main" noGrp="1"/>
          </p:cNvSpPr>
          <p:nvPr/>
        </p:nvSpPr>
        <p:spPr>
          <a:xfrm xmlns:a="http://schemas.openxmlformats.org/drawingml/2006/main">
            <a:off x="16554450" y="14458950"/>
            <a:ext cx="6724650" cy="6000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4B4F73"/>
                </a:solidFill>
                <a:latin typeface="Segoe UI"/>
                <a:ea typeface="Segoe UI"/>
                <a:cs typeface="Segoe UI"/>
              </a:defRPr>
            </a:pPr>
            <a:r>
              <a:rPr sz="1350" b="0">
                <a:solidFill>
                  <a:srgbClr val="FFFFFF"/>
                </a:solidFill>
                <a:latin typeface="Segoe UI"/>
                <a:ea typeface="Segoe UI"/>
                <a:cs typeface="Segoe UI"/>
              </a:rPr>
              <a:t>.</a:t>
            </a:r>
          </a:p>
        </p:txBody>
      </p:sp>
      <p:sp>
        <p:nvSpPr>
          <p:cNvPr id="248" name="">
            <a:extLst xmlns:a="http://schemas.openxmlformats.org/drawingml/2006/main">
              <a:ext uri="{FF2B5EF4-FFF2-40B4-BE49-F238E27FC236}">
                <a16:creationId xmlns:a16="http://schemas.microsoft.com/office/drawing/2014/main" id="{8FD46874-7968-40A7-AB7A-EB6396237851}"/>
              </a:ext>
            </a:extLst>
          </p:cNvPr>
          <p:cNvSpPr>
            <a:spLocks xmlns:a="http://schemas.openxmlformats.org/drawingml/2006/main" noGrp="1"/>
          </p:cNvSpPr>
          <p:nvPr/>
        </p:nvSpPr>
        <p:spPr>
          <a:xfrm xmlns:a="http://schemas.openxmlformats.org/drawingml/2006/main">
            <a:off x="952500" y="16335375"/>
            <a:ext cx="13906500" cy="8953500"/>
          </a:xfrm>
          <a:prstGeom xmlns:a="http://schemas.openxmlformats.org/drawingml/2006/main" prst="rect">
            <a:avLst/>
          </a:prstGeom>
          <a:solidFill xmlns:a="http://schemas.openxmlformats.org/drawingml/2006/main">
            <a:srgbClr val="FFFFFF"/>
          </a:solidFill>
          <a:ln xmlns:a="http://schemas.openxmlformats.org/drawingml/2006/main" w="19050">
            <a:solidFill>
              <a:srgbClr val="D5DDEA"/>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49" name="">
            <a:extLst xmlns:a="http://schemas.openxmlformats.org/drawingml/2006/main">
              <a:ext uri="{FF2B5EF4-FFF2-40B4-BE49-F238E27FC236}">
                <a16:creationId xmlns:a16="http://schemas.microsoft.com/office/drawing/2014/main" id="{D059C562-AA8C-44A5-93D1-26BA23977D5C}"/>
              </a:ext>
            </a:extLst>
          </p:cNvPr>
          <p:cNvSpPr>
            <a:spLocks xmlns:a="http://schemas.openxmlformats.org/drawingml/2006/main" noGrp="1"/>
          </p:cNvSpPr>
          <p:nvPr/>
        </p:nvSpPr>
        <p:spPr>
          <a:xfrm xmlns:a="http://schemas.openxmlformats.org/drawingml/2006/main">
            <a:off x="952500" y="16335375"/>
            <a:ext cx="114300" cy="895350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50" name="">
            <a:extLst xmlns:a="http://schemas.openxmlformats.org/drawingml/2006/main">
              <a:ext uri="{FF2B5EF4-FFF2-40B4-BE49-F238E27FC236}">
                <a16:creationId xmlns:a16="http://schemas.microsoft.com/office/drawing/2014/main" id="{E8CF8B11-516F-4220-97FB-3B55366DB9FC}"/>
              </a:ext>
            </a:extLst>
          </p:cNvPr>
          <p:cNvSpPr>
            <a:spLocks xmlns:a="http://schemas.openxmlformats.org/drawingml/2006/main" noGrp="1"/>
          </p:cNvSpPr>
          <p:nvPr/>
        </p:nvSpPr>
        <p:spPr>
          <a:xfrm xmlns:a="http://schemas.openxmlformats.org/drawingml/2006/main">
            <a:off x="1276350" y="16544925"/>
            <a:ext cx="132397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325" b="1">
                <a:solidFill>
                  <a:srgbClr val="2B2A55"/>
                </a:solidFill>
                <a:latin typeface="Segoe UI"/>
                <a:ea typeface="Segoe UI"/>
                <a:cs typeface="Segoe UI"/>
              </a:defRPr>
            </a:pPr>
            <a:r>
              <a:rPr sz="2325" b="1">
                <a:solidFill>
                  <a:srgbClr val="FFFFFF"/>
                </a:solidFill>
                <a:latin typeface="Segoe UI"/>
                <a:ea typeface="Segoe UI"/>
                <a:cs typeface="Segoe UI"/>
              </a:rPr>
              <a:t>.</a:t>
            </a:r>
          </a:p>
        </p:txBody>
      </p:sp>
      <p:sp>
        <p:nvSpPr>
          <p:cNvPr id="251" name="">
            <a:extLst xmlns:a="http://schemas.openxmlformats.org/drawingml/2006/main">
              <a:ext uri="{FF2B5EF4-FFF2-40B4-BE49-F238E27FC236}">
                <a16:creationId xmlns:a16="http://schemas.microsoft.com/office/drawing/2014/main" id="{FF50FA7B-F17B-4857-BC82-CE302C412BAA}"/>
              </a:ext>
            </a:extLst>
          </p:cNvPr>
          <p:cNvSpPr>
            <a:spLocks xmlns:a="http://schemas.openxmlformats.org/drawingml/2006/main" noGrp="1"/>
          </p:cNvSpPr>
          <p:nvPr/>
        </p:nvSpPr>
        <p:spPr>
          <a:xfrm xmlns:a="http://schemas.openxmlformats.org/drawingml/2006/main">
            <a:off x="1428750" y="17240250"/>
            <a:ext cx="12954000" cy="1571625"/>
          </a:xfrm>
          <a:prstGeom xmlns:a="http://schemas.openxmlformats.org/drawingml/2006/main" prst="rect">
            <a:avLst/>
          </a:prstGeom>
          <a:solidFill xmlns:a="http://schemas.openxmlformats.org/drawingml/2006/main">
            <a:srgbClr val="F8FAFE"/>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52" name="">
            <a:extLst xmlns:a="http://schemas.openxmlformats.org/drawingml/2006/main">
              <a:ext uri="{FF2B5EF4-FFF2-40B4-BE49-F238E27FC236}">
                <a16:creationId xmlns:a16="http://schemas.microsoft.com/office/drawing/2014/main" id="{A405A0D3-EC76-4B4E-8A3A-80E212C6AACF}"/>
              </a:ext>
            </a:extLst>
          </p:cNvPr>
          <p:cNvSpPr>
            <a:spLocks xmlns:a="http://schemas.openxmlformats.org/drawingml/2006/main" noGrp="1"/>
          </p:cNvSpPr>
          <p:nvPr/>
        </p:nvSpPr>
        <p:spPr>
          <a:xfrm xmlns:a="http://schemas.openxmlformats.org/drawingml/2006/main">
            <a:off x="1428750" y="17240250"/>
            <a:ext cx="85725" cy="1571625"/>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53" name="">
            <a:extLst xmlns:a="http://schemas.openxmlformats.org/drawingml/2006/main">
              <a:ext uri="{FF2B5EF4-FFF2-40B4-BE49-F238E27FC236}">
                <a16:creationId xmlns:a16="http://schemas.microsoft.com/office/drawing/2014/main" id="{0AE963CD-0F5C-4DC7-AC3F-5FBF6C8E7030}"/>
              </a:ext>
            </a:extLst>
          </p:cNvPr>
          <p:cNvSpPr>
            <a:spLocks xmlns:a="http://schemas.openxmlformats.org/drawingml/2006/main" noGrp="1"/>
          </p:cNvSpPr>
          <p:nvPr/>
        </p:nvSpPr>
        <p:spPr>
          <a:xfrm xmlns:a="http://schemas.openxmlformats.org/drawingml/2006/main">
            <a:off x="1695450" y="17430750"/>
            <a:ext cx="12458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2B2A55"/>
                </a:solidFill>
                <a:latin typeface="Segoe UI"/>
                <a:ea typeface="Segoe UI"/>
                <a:cs typeface="Segoe UI"/>
              </a:defRPr>
            </a:pPr>
            <a:r>
              <a:rPr sz="1725" b="1">
                <a:solidFill>
                  <a:srgbClr val="FFFFFF"/>
                </a:solidFill>
                <a:latin typeface="Segoe UI"/>
                <a:ea typeface="Segoe UI"/>
                <a:cs typeface="Segoe UI"/>
              </a:rPr>
              <a:t>.</a:t>
            </a:r>
          </a:p>
        </p:txBody>
      </p:sp>
      <p:sp>
        <p:nvSpPr>
          <p:cNvPr id="254" name="">
            <a:extLst xmlns:a="http://schemas.openxmlformats.org/drawingml/2006/main">
              <a:ext uri="{FF2B5EF4-FFF2-40B4-BE49-F238E27FC236}">
                <a16:creationId xmlns:a16="http://schemas.microsoft.com/office/drawing/2014/main" id="{A643B031-92FD-455A-A375-B7BC68FDEB26}"/>
              </a:ext>
            </a:extLst>
          </p:cNvPr>
          <p:cNvSpPr>
            <a:spLocks xmlns:a="http://schemas.openxmlformats.org/drawingml/2006/main" noGrp="1"/>
          </p:cNvSpPr>
          <p:nvPr/>
        </p:nvSpPr>
        <p:spPr>
          <a:xfrm xmlns:a="http://schemas.openxmlformats.org/drawingml/2006/main">
            <a:off x="1695450" y="17887950"/>
            <a:ext cx="12439650" cy="7905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4B4F73"/>
                </a:solidFill>
                <a:latin typeface="Segoe UI"/>
                <a:ea typeface="Segoe UI"/>
                <a:cs typeface="Segoe UI"/>
              </a:defRPr>
            </a:pPr>
            <a:r>
              <a:rPr sz="1350" b="0">
                <a:solidFill>
                  <a:srgbClr val="FFFFFF"/>
                </a:solidFill>
                <a:latin typeface="Segoe UI"/>
                <a:ea typeface="Segoe UI"/>
                <a:cs typeface="Segoe UI"/>
              </a:rPr>
              <a:t>.</a:t>
            </a:r>
          </a:p>
        </p:txBody>
      </p:sp>
      <p:sp>
        <p:nvSpPr>
          <p:cNvPr id="255" name="">
            <a:extLst xmlns:a="http://schemas.openxmlformats.org/drawingml/2006/main">
              <a:ext uri="{FF2B5EF4-FFF2-40B4-BE49-F238E27FC236}">
                <a16:creationId xmlns:a16="http://schemas.microsoft.com/office/drawing/2014/main" id="{CFA82726-2439-4D27-93C2-44DFE0713321}"/>
              </a:ext>
            </a:extLst>
          </p:cNvPr>
          <p:cNvSpPr>
            <a:spLocks xmlns:a="http://schemas.openxmlformats.org/drawingml/2006/main" noGrp="1"/>
          </p:cNvSpPr>
          <p:nvPr/>
        </p:nvSpPr>
        <p:spPr>
          <a:xfrm xmlns:a="http://schemas.openxmlformats.org/drawingml/2006/main">
            <a:off x="1428750" y="19145250"/>
            <a:ext cx="12954000" cy="1571625"/>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56" name="">
            <a:extLst xmlns:a="http://schemas.openxmlformats.org/drawingml/2006/main">
              <a:ext uri="{FF2B5EF4-FFF2-40B4-BE49-F238E27FC236}">
                <a16:creationId xmlns:a16="http://schemas.microsoft.com/office/drawing/2014/main" id="{DBD98637-62D5-4690-8811-C48D834F0261}"/>
              </a:ext>
            </a:extLst>
          </p:cNvPr>
          <p:cNvSpPr>
            <a:spLocks xmlns:a="http://schemas.openxmlformats.org/drawingml/2006/main" noGrp="1"/>
          </p:cNvSpPr>
          <p:nvPr/>
        </p:nvSpPr>
        <p:spPr>
          <a:xfrm xmlns:a="http://schemas.openxmlformats.org/drawingml/2006/main">
            <a:off x="1428750" y="19145250"/>
            <a:ext cx="85725" cy="1571625"/>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57" name="">
            <a:extLst xmlns:a="http://schemas.openxmlformats.org/drawingml/2006/main">
              <a:ext uri="{FF2B5EF4-FFF2-40B4-BE49-F238E27FC236}">
                <a16:creationId xmlns:a16="http://schemas.microsoft.com/office/drawing/2014/main" id="{D20AC369-32B5-40B2-A928-09B1D9723E76}"/>
              </a:ext>
            </a:extLst>
          </p:cNvPr>
          <p:cNvSpPr>
            <a:spLocks xmlns:a="http://schemas.openxmlformats.org/drawingml/2006/main" noGrp="1"/>
          </p:cNvSpPr>
          <p:nvPr/>
        </p:nvSpPr>
        <p:spPr>
          <a:xfrm xmlns:a="http://schemas.openxmlformats.org/drawingml/2006/main">
            <a:off x="1695450" y="19335750"/>
            <a:ext cx="12458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2B2A55"/>
                </a:solidFill>
                <a:latin typeface="Segoe UI"/>
                <a:ea typeface="Segoe UI"/>
                <a:cs typeface="Segoe UI"/>
              </a:defRPr>
            </a:pPr>
            <a:r>
              <a:rPr sz="1725" b="1">
                <a:solidFill>
                  <a:srgbClr val="FFFFFF"/>
                </a:solidFill>
                <a:latin typeface="Segoe UI"/>
                <a:ea typeface="Segoe UI"/>
                <a:cs typeface="Segoe UI"/>
              </a:rPr>
              <a:t>.</a:t>
            </a:r>
          </a:p>
        </p:txBody>
      </p:sp>
      <p:sp>
        <p:nvSpPr>
          <p:cNvPr id="258" name="">
            <a:extLst xmlns:a="http://schemas.openxmlformats.org/drawingml/2006/main">
              <a:ext uri="{FF2B5EF4-FFF2-40B4-BE49-F238E27FC236}">
                <a16:creationId xmlns:a16="http://schemas.microsoft.com/office/drawing/2014/main" id="{373A40E3-3EF8-4176-9019-2A832F5ADE60}"/>
              </a:ext>
            </a:extLst>
          </p:cNvPr>
          <p:cNvSpPr>
            <a:spLocks xmlns:a="http://schemas.openxmlformats.org/drawingml/2006/main" noGrp="1"/>
          </p:cNvSpPr>
          <p:nvPr/>
        </p:nvSpPr>
        <p:spPr>
          <a:xfrm xmlns:a="http://schemas.openxmlformats.org/drawingml/2006/main">
            <a:off x="1695450" y="19792950"/>
            <a:ext cx="12439650" cy="7905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4B4F73"/>
                </a:solidFill>
                <a:latin typeface="Segoe UI"/>
                <a:ea typeface="Segoe UI"/>
                <a:cs typeface="Segoe UI"/>
              </a:defRPr>
            </a:pPr>
            <a:r>
              <a:rPr sz="1350" b="0">
                <a:solidFill>
                  <a:srgbClr val="FFFFFF"/>
                </a:solidFill>
                <a:latin typeface="Segoe UI"/>
                <a:ea typeface="Segoe UI"/>
                <a:cs typeface="Segoe UI"/>
              </a:rPr>
              <a:t>.</a:t>
            </a:r>
          </a:p>
        </p:txBody>
      </p:sp>
      <p:sp>
        <p:nvSpPr>
          <p:cNvPr id="259" name="">
            <a:extLst xmlns:a="http://schemas.openxmlformats.org/drawingml/2006/main">
              <a:ext uri="{FF2B5EF4-FFF2-40B4-BE49-F238E27FC236}">
                <a16:creationId xmlns:a16="http://schemas.microsoft.com/office/drawing/2014/main" id="{4078B6E3-B68D-41D3-A84C-74E2D247E94F}"/>
              </a:ext>
            </a:extLst>
          </p:cNvPr>
          <p:cNvSpPr>
            <a:spLocks xmlns:a="http://schemas.openxmlformats.org/drawingml/2006/main" noGrp="1"/>
          </p:cNvSpPr>
          <p:nvPr/>
        </p:nvSpPr>
        <p:spPr>
          <a:xfrm xmlns:a="http://schemas.openxmlformats.org/drawingml/2006/main">
            <a:off x="1428750" y="21050250"/>
            <a:ext cx="12954000" cy="1571625"/>
          </a:xfrm>
          <a:prstGeom xmlns:a="http://schemas.openxmlformats.org/drawingml/2006/main" prst="rect">
            <a:avLst/>
          </a:prstGeom>
          <a:solidFill xmlns:a="http://schemas.openxmlformats.org/drawingml/2006/main">
            <a:srgbClr val="F8FAFE"/>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60" name="">
            <a:extLst xmlns:a="http://schemas.openxmlformats.org/drawingml/2006/main">
              <a:ext uri="{FF2B5EF4-FFF2-40B4-BE49-F238E27FC236}">
                <a16:creationId xmlns:a16="http://schemas.microsoft.com/office/drawing/2014/main" id="{012DAC11-9061-4E18-8ECE-3D7B1E5F9C9C}"/>
              </a:ext>
            </a:extLst>
          </p:cNvPr>
          <p:cNvSpPr>
            <a:spLocks xmlns:a="http://schemas.openxmlformats.org/drawingml/2006/main" noGrp="1"/>
          </p:cNvSpPr>
          <p:nvPr/>
        </p:nvSpPr>
        <p:spPr>
          <a:xfrm xmlns:a="http://schemas.openxmlformats.org/drawingml/2006/main">
            <a:off x="1428750" y="21050250"/>
            <a:ext cx="85725" cy="1571625"/>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61" name="">
            <a:extLst xmlns:a="http://schemas.openxmlformats.org/drawingml/2006/main">
              <a:ext uri="{FF2B5EF4-FFF2-40B4-BE49-F238E27FC236}">
                <a16:creationId xmlns:a16="http://schemas.microsoft.com/office/drawing/2014/main" id="{ACCB8240-E83D-4FB8-A39A-40EEDCE77556}"/>
              </a:ext>
            </a:extLst>
          </p:cNvPr>
          <p:cNvSpPr>
            <a:spLocks xmlns:a="http://schemas.openxmlformats.org/drawingml/2006/main" noGrp="1"/>
          </p:cNvSpPr>
          <p:nvPr/>
        </p:nvSpPr>
        <p:spPr>
          <a:xfrm xmlns:a="http://schemas.openxmlformats.org/drawingml/2006/main">
            <a:off x="1695450" y="21240750"/>
            <a:ext cx="12458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2B2A55"/>
                </a:solidFill>
                <a:latin typeface="Segoe UI"/>
                <a:ea typeface="Segoe UI"/>
                <a:cs typeface="Segoe UI"/>
              </a:defRPr>
            </a:pPr>
            <a:r>
              <a:rPr sz="1725" b="1">
                <a:solidFill>
                  <a:srgbClr val="FFFFFF"/>
                </a:solidFill>
                <a:latin typeface="Segoe UI"/>
                <a:ea typeface="Segoe UI"/>
                <a:cs typeface="Segoe UI"/>
              </a:rPr>
              <a:t>.</a:t>
            </a:r>
          </a:p>
        </p:txBody>
      </p:sp>
      <p:sp>
        <p:nvSpPr>
          <p:cNvPr id="262" name="">
            <a:extLst xmlns:a="http://schemas.openxmlformats.org/drawingml/2006/main">
              <a:ext uri="{FF2B5EF4-FFF2-40B4-BE49-F238E27FC236}">
                <a16:creationId xmlns:a16="http://schemas.microsoft.com/office/drawing/2014/main" id="{843493CC-DEAD-408B-90E8-4C1B2E532466}"/>
              </a:ext>
            </a:extLst>
          </p:cNvPr>
          <p:cNvSpPr>
            <a:spLocks xmlns:a="http://schemas.openxmlformats.org/drawingml/2006/main" noGrp="1"/>
          </p:cNvSpPr>
          <p:nvPr/>
        </p:nvSpPr>
        <p:spPr>
          <a:xfrm xmlns:a="http://schemas.openxmlformats.org/drawingml/2006/main">
            <a:off x="1695450" y="21697950"/>
            <a:ext cx="12439650" cy="7905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4B4F73"/>
                </a:solidFill>
                <a:latin typeface="Segoe UI"/>
                <a:ea typeface="Segoe UI"/>
                <a:cs typeface="Segoe UI"/>
              </a:defRPr>
            </a:pPr>
            <a:r>
              <a:rPr sz="1350" b="0">
                <a:solidFill>
                  <a:srgbClr val="FFFFFF"/>
                </a:solidFill>
                <a:latin typeface="Segoe UI"/>
                <a:ea typeface="Segoe UI"/>
                <a:cs typeface="Segoe UI"/>
              </a:rPr>
              <a:t>.</a:t>
            </a:r>
          </a:p>
        </p:txBody>
      </p:sp>
      <p:sp>
        <p:nvSpPr>
          <p:cNvPr id="263" name="">
            <a:extLst xmlns:a="http://schemas.openxmlformats.org/drawingml/2006/main">
              <a:ext uri="{FF2B5EF4-FFF2-40B4-BE49-F238E27FC236}">
                <a16:creationId xmlns:a16="http://schemas.microsoft.com/office/drawing/2014/main" id="{6FD5A7AA-B566-430B-A732-E1EC9F44DA4E}"/>
              </a:ext>
            </a:extLst>
          </p:cNvPr>
          <p:cNvSpPr>
            <a:spLocks xmlns:a="http://schemas.openxmlformats.org/drawingml/2006/main" noGrp="1"/>
          </p:cNvSpPr>
          <p:nvPr/>
        </p:nvSpPr>
        <p:spPr>
          <a:xfrm xmlns:a="http://schemas.openxmlformats.org/drawingml/2006/main">
            <a:off x="1428750" y="22955250"/>
            <a:ext cx="12954000" cy="1571625"/>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64" name="">
            <a:extLst xmlns:a="http://schemas.openxmlformats.org/drawingml/2006/main">
              <a:ext uri="{FF2B5EF4-FFF2-40B4-BE49-F238E27FC236}">
                <a16:creationId xmlns:a16="http://schemas.microsoft.com/office/drawing/2014/main" id="{E5A024AD-CFF2-44CC-836E-952C63C476DE}"/>
              </a:ext>
            </a:extLst>
          </p:cNvPr>
          <p:cNvSpPr>
            <a:spLocks xmlns:a="http://schemas.openxmlformats.org/drawingml/2006/main" noGrp="1"/>
          </p:cNvSpPr>
          <p:nvPr/>
        </p:nvSpPr>
        <p:spPr>
          <a:xfrm xmlns:a="http://schemas.openxmlformats.org/drawingml/2006/main">
            <a:off x="1428750" y="22955250"/>
            <a:ext cx="85725" cy="1571625"/>
          </a:xfrm>
          <a:prstGeom xmlns:a="http://schemas.openxmlformats.org/drawingml/2006/main" prst="rect">
            <a:avLst/>
          </a:prstGeom>
          <a:solidFill xmlns:a="http://schemas.openxmlformats.org/drawingml/2006/main">
            <a:srgbClr val="4B9A58"/>
          </a:solidFill>
          <a:ln xmlns:a="http://schemas.openxmlformats.org/drawingml/2006/main" w="0">
            <a:solidFill>
              <a:srgbClr val="4B9A58"/>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65" name="">
            <a:extLst xmlns:a="http://schemas.openxmlformats.org/drawingml/2006/main">
              <a:ext uri="{FF2B5EF4-FFF2-40B4-BE49-F238E27FC236}">
                <a16:creationId xmlns:a16="http://schemas.microsoft.com/office/drawing/2014/main" id="{9DAEAD48-C7EB-4010-A9F1-C31436F36471}"/>
              </a:ext>
            </a:extLst>
          </p:cNvPr>
          <p:cNvSpPr>
            <a:spLocks xmlns:a="http://schemas.openxmlformats.org/drawingml/2006/main" noGrp="1"/>
          </p:cNvSpPr>
          <p:nvPr/>
        </p:nvSpPr>
        <p:spPr>
          <a:xfrm xmlns:a="http://schemas.openxmlformats.org/drawingml/2006/main">
            <a:off x="1695450" y="23145750"/>
            <a:ext cx="12458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2B2A55"/>
                </a:solidFill>
                <a:latin typeface="Segoe UI"/>
                <a:ea typeface="Segoe UI"/>
                <a:cs typeface="Segoe UI"/>
              </a:defRPr>
            </a:pPr>
            <a:r>
              <a:rPr sz="1725" b="1">
                <a:solidFill>
                  <a:srgbClr val="FFFFFF"/>
                </a:solidFill>
                <a:latin typeface="Segoe UI"/>
                <a:ea typeface="Segoe UI"/>
                <a:cs typeface="Segoe UI"/>
              </a:rPr>
              <a:t>.</a:t>
            </a:r>
          </a:p>
        </p:txBody>
      </p:sp>
      <p:sp>
        <p:nvSpPr>
          <p:cNvPr id="266" name="">
            <a:extLst xmlns:a="http://schemas.openxmlformats.org/drawingml/2006/main">
              <a:ext uri="{FF2B5EF4-FFF2-40B4-BE49-F238E27FC236}">
                <a16:creationId xmlns:a16="http://schemas.microsoft.com/office/drawing/2014/main" id="{2F3F54EB-549C-4233-80A0-2A9F18850EFD}"/>
              </a:ext>
            </a:extLst>
          </p:cNvPr>
          <p:cNvSpPr>
            <a:spLocks xmlns:a="http://schemas.openxmlformats.org/drawingml/2006/main" noGrp="1"/>
          </p:cNvSpPr>
          <p:nvPr/>
        </p:nvSpPr>
        <p:spPr>
          <a:xfrm xmlns:a="http://schemas.openxmlformats.org/drawingml/2006/main">
            <a:off x="1695450" y="23602950"/>
            <a:ext cx="12439650" cy="7905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4B4F73"/>
                </a:solidFill>
                <a:latin typeface="Segoe UI"/>
                <a:ea typeface="Segoe UI"/>
                <a:cs typeface="Segoe UI"/>
              </a:defRPr>
            </a:pPr>
            <a:r>
              <a:rPr sz="1350" b="0">
                <a:solidFill>
                  <a:srgbClr val="FFFFFF"/>
                </a:solidFill>
                <a:latin typeface="Segoe UI"/>
                <a:ea typeface="Segoe UI"/>
                <a:cs typeface="Segoe UI"/>
              </a:rPr>
              <a:t>.</a:t>
            </a:r>
          </a:p>
        </p:txBody>
      </p:sp>
      <p:sp>
        <p:nvSpPr>
          <p:cNvPr id="267" name="">
            <a:extLst xmlns:a="http://schemas.openxmlformats.org/drawingml/2006/main">
              <a:ext uri="{FF2B5EF4-FFF2-40B4-BE49-F238E27FC236}">
                <a16:creationId xmlns:a16="http://schemas.microsoft.com/office/drawing/2014/main" id="{FB079C6E-B83B-4147-98DC-7E8D912A6AF6}"/>
              </a:ext>
            </a:extLst>
          </p:cNvPr>
          <p:cNvSpPr>
            <a:spLocks xmlns:a="http://schemas.openxmlformats.org/drawingml/2006/main" noGrp="1"/>
          </p:cNvSpPr>
          <p:nvPr/>
        </p:nvSpPr>
        <p:spPr>
          <a:xfrm xmlns:a="http://schemas.openxmlformats.org/drawingml/2006/main">
            <a:off x="15621000" y="16335375"/>
            <a:ext cx="13906500" cy="8953500"/>
          </a:xfrm>
          <a:prstGeom xmlns:a="http://schemas.openxmlformats.org/drawingml/2006/main" prst="rect">
            <a:avLst/>
          </a:prstGeom>
          <a:solidFill xmlns:a="http://schemas.openxmlformats.org/drawingml/2006/main">
            <a:srgbClr val="FFFFFF"/>
          </a:solidFill>
          <a:ln xmlns:a="http://schemas.openxmlformats.org/drawingml/2006/main" w="19050">
            <a:solidFill>
              <a:srgbClr val="D5DDEA"/>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68" name="">
            <a:extLst xmlns:a="http://schemas.openxmlformats.org/drawingml/2006/main">
              <a:ext uri="{FF2B5EF4-FFF2-40B4-BE49-F238E27FC236}">
                <a16:creationId xmlns:a16="http://schemas.microsoft.com/office/drawing/2014/main" id="{35527739-507F-4CB7-8CBD-BDB88F21F9A1}"/>
              </a:ext>
            </a:extLst>
          </p:cNvPr>
          <p:cNvSpPr>
            <a:spLocks xmlns:a="http://schemas.openxmlformats.org/drawingml/2006/main" noGrp="1"/>
          </p:cNvSpPr>
          <p:nvPr/>
        </p:nvSpPr>
        <p:spPr>
          <a:xfrm xmlns:a="http://schemas.openxmlformats.org/drawingml/2006/main">
            <a:off x="15621000" y="16335375"/>
            <a:ext cx="114300" cy="8953500"/>
          </a:xfrm>
          <a:prstGeom xmlns:a="http://schemas.openxmlformats.org/drawingml/2006/main" prst="rect">
            <a:avLst/>
          </a:prstGeom>
          <a:solidFill xmlns:a="http://schemas.openxmlformats.org/drawingml/2006/main">
            <a:srgbClr val="6F5AA7"/>
          </a:solidFill>
          <a:ln xmlns:a="http://schemas.openxmlformats.org/drawingml/2006/main" w="0">
            <a:solidFill>
              <a:srgbClr val="6F5AA7"/>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69" name="">
            <a:extLst xmlns:a="http://schemas.openxmlformats.org/drawingml/2006/main">
              <a:ext uri="{FF2B5EF4-FFF2-40B4-BE49-F238E27FC236}">
                <a16:creationId xmlns:a16="http://schemas.microsoft.com/office/drawing/2014/main" id="{F4C4532D-4CA0-4C94-838A-DF5F84DB22ED}"/>
              </a:ext>
            </a:extLst>
          </p:cNvPr>
          <p:cNvSpPr>
            <a:spLocks xmlns:a="http://schemas.openxmlformats.org/drawingml/2006/main" noGrp="1"/>
          </p:cNvSpPr>
          <p:nvPr/>
        </p:nvSpPr>
        <p:spPr>
          <a:xfrm xmlns:a="http://schemas.openxmlformats.org/drawingml/2006/main">
            <a:off x="15944850" y="16544925"/>
            <a:ext cx="132397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325" b="1">
                <a:solidFill>
                  <a:srgbClr val="2B2A55"/>
                </a:solidFill>
                <a:latin typeface="Segoe UI"/>
                <a:ea typeface="Segoe UI"/>
                <a:cs typeface="Segoe UI"/>
              </a:defRPr>
            </a:pPr>
            <a:r>
              <a:rPr sz="2325" b="1">
                <a:solidFill>
                  <a:srgbClr val="FFFFFF"/>
                </a:solidFill>
                <a:latin typeface="Segoe UI"/>
                <a:ea typeface="Segoe UI"/>
                <a:cs typeface="Segoe UI"/>
              </a:rPr>
              <a:t>.</a:t>
            </a:r>
          </a:p>
        </p:txBody>
      </p:sp>
      <p:sp>
        <p:nvSpPr>
          <p:cNvPr id="270" name="">
            <a:extLst xmlns:a="http://schemas.openxmlformats.org/drawingml/2006/main">
              <a:ext uri="{FF2B5EF4-FFF2-40B4-BE49-F238E27FC236}">
                <a16:creationId xmlns:a16="http://schemas.microsoft.com/office/drawing/2014/main" id="{D8503BA8-3A83-4056-956D-B4984BD857F3}"/>
              </a:ext>
            </a:extLst>
          </p:cNvPr>
          <p:cNvSpPr>
            <a:spLocks xmlns:a="http://schemas.openxmlformats.org/drawingml/2006/main" noGrp="1"/>
          </p:cNvSpPr>
          <p:nvPr/>
        </p:nvSpPr>
        <p:spPr>
          <a:xfrm xmlns:a="http://schemas.openxmlformats.org/drawingml/2006/main">
            <a:off x="16097250" y="17240250"/>
            <a:ext cx="6286500" cy="3048000"/>
          </a:xfrm>
          <a:prstGeom xmlns:a="http://schemas.openxmlformats.org/drawingml/2006/main" prst="rect">
            <a:avLst/>
          </a:prstGeom>
          <a:solidFill xmlns:a="http://schemas.openxmlformats.org/drawingml/2006/main">
            <a:srgbClr val="F4F8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71" name="">
            <a:extLst xmlns:a="http://schemas.openxmlformats.org/drawingml/2006/main">
              <a:ext uri="{FF2B5EF4-FFF2-40B4-BE49-F238E27FC236}">
                <a16:creationId xmlns:a16="http://schemas.microsoft.com/office/drawing/2014/main" id="{E10D5CF3-09FD-4CB8-A0E1-D2D5476807B6}"/>
              </a:ext>
            </a:extLst>
          </p:cNvPr>
          <p:cNvSpPr>
            <a:spLocks xmlns:a="http://schemas.openxmlformats.org/drawingml/2006/main" noGrp="1"/>
          </p:cNvSpPr>
          <p:nvPr/>
        </p:nvSpPr>
        <p:spPr>
          <a:xfrm xmlns:a="http://schemas.openxmlformats.org/drawingml/2006/main">
            <a:off x="16097250" y="17240250"/>
            <a:ext cx="85725" cy="304800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72" name="">
            <a:extLst xmlns:a="http://schemas.openxmlformats.org/drawingml/2006/main">
              <a:ext uri="{FF2B5EF4-FFF2-40B4-BE49-F238E27FC236}">
                <a16:creationId xmlns:a16="http://schemas.microsoft.com/office/drawing/2014/main" id="{7E16FA01-5992-4818-A8DC-7D230BDD8FC8}"/>
              </a:ext>
            </a:extLst>
          </p:cNvPr>
          <p:cNvSpPr>
            <a:spLocks xmlns:a="http://schemas.openxmlformats.org/drawingml/2006/main" noGrp="1"/>
          </p:cNvSpPr>
          <p:nvPr/>
        </p:nvSpPr>
        <p:spPr>
          <a:xfrm xmlns:a="http://schemas.openxmlformats.org/drawingml/2006/main">
            <a:off x="16363950" y="17430750"/>
            <a:ext cx="5791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2B2A55"/>
                </a:solidFill>
                <a:latin typeface="Segoe UI"/>
                <a:ea typeface="Segoe UI"/>
                <a:cs typeface="Segoe UI"/>
              </a:defRPr>
            </a:pPr>
            <a:r>
              <a:rPr sz="1725" b="1">
                <a:solidFill>
                  <a:srgbClr val="FFFFFF"/>
                </a:solidFill>
                <a:latin typeface="Segoe UI"/>
                <a:ea typeface="Segoe UI"/>
                <a:cs typeface="Segoe UI"/>
              </a:rPr>
              <a:t>.</a:t>
            </a:r>
          </a:p>
        </p:txBody>
      </p:sp>
      <p:sp>
        <p:nvSpPr>
          <p:cNvPr id="273" name="">
            <a:extLst xmlns:a="http://schemas.openxmlformats.org/drawingml/2006/main">
              <a:ext uri="{FF2B5EF4-FFF2-40B4-BE49-F238E27FC236}">
                <a16:creationId xmlns:a16="http://schemas.microsoft.com/office/drawing/2014/main" id="{D739EA9B-853D-46FC-8F9B-C24C9D437473}"/>
              </a:ext>
            </a:extLst>
          </p:cNvPr>
          <p:cNvSpPr>
            <a:spLocks xmlns:a="http://schemas.openxmlformats.org/drawingml/2006/main" noGrp="1"/>
          </p:cNvSpPr>
          <p:nvPr/>
        </p:nvSpPr>
        <p:spPr>
          <a:xfrm xmlns:a="http://schemas.openxmlformats.org/drawingml/2006/main">
            <a:off x="16363950" y="17887950"/>
            <a:ext cx="5772150" cy="2266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4B4F73"/>
                </a:solidFill>
                <a:latin typeface="Segoe UI"/>
                <a:ea typeface="Segoe UI"/>
                <a:cs typeface="Segoe UI"/>
              </a:defRPr>
            </a:pPr>
            <a:r>
              <a:rPr sz="1350" b="0">
                <a:solidFill>
                  <a:srgbClr val="FFFFFF"/>
                </a:solidFill>
                <a:latin typeface="Segoe UI"/>
                <a:ea typeface="Segoe UI"/>
                <a:cs typeface="Segoe UI"/>
              </a:rPr>
              <a:t>.</a:t>
            </a:r>
          </a:p>
        </p:txBody>
      </p:sp>
      <p:sp>
        <p:nvSpPr>
          <p:cNvPr id="274" name="">
            <a:extLst xmlns:a="http://schemas.openxmlformats.org/drawingml/2006/main">
              <a:ext uri="{FF2B5EF4-FFF2-40B4-BE49-F238E27FC236}">
                <a16:creationId xmlns:a16="http://schemas.microsoft.com/office/drawing/2014/main" id="{1D5462F5-8D3F-49C3-B8AE-15CE29BAD8DF}"/>
              </a:ext>
            </a:extLst>
          </p:cNvPr>
          <p:cNvSpPr>
            <a:spLocks xmlns:a="http://schemas.openxmlformats.org/drawingml/2006/main" noGrp="1"/>
          </p:cNvSpPr>
          <p:nvPr/>
        </p:nvSpPr>
        <p:spPr>
          <a:xfrm xmlns:a="http://schemas.openxmlformats.org/drawingml/2006/main">
            <a:off x="22764750" y="17240250"/>
            <a:ext cx="6286500" cy="3048000"/>
          </a:xfrm>
          <a:prstGeom xmlns:a="http://schemas.openxmlformats.org/drawingml/2006/main" prst="rect">
            <a:avLst/>
          </a:prstGeom>
          <a:solidFill xmlns:a="http://schemas.openxmlformats.org/drawingml/2006/main">
            <a:srgbClr val="FFF9E8"/>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75" name="">
            <a:extLst xmlns:a="http://schemas.openxmlformats.org/drawingml/2006/main">
              <a:ext uri="{FF2B5EF4-FFF2-40B4-BE49-F238E27FC236}">
                <a16:creationId xmlns:a16="http://schemas.microsoft.com/office/drawing/2014/main" id="{C8379BFC-F4DE-434A-8716-DB166DDC809B}"/>
              </a:ext>
            </a:extLst>
          </p:cNvPr>
          <p:cNvSpPr>
            <a:spLocks xmlns:a="http://schemas.openxmlformats.org/drawingml/2006/main" noGrp="1"/>
          </p:cNvSpPr>
          <p:nvPr/>
        </p:nvSpPr>
        <p:spPr>
          <a:xfrm xmlns:a="http://schemas.openxmlformats.org/drawingml/2006/main">
            <a:off x="22764750" y="17240250"/>
            <a:ext cx="85725" cy="304800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76" name="">
            <a:extLst xmlns:a="http://schemas.openxmlformats.org/drawingml/2006/main">
              <a:ext uri="{FF2B5EF4-FFF2-40B4-BE49-F238E27FC236}">
                <a16:creationId xmlns:a16="http://schemas.microsoft.com/office/drawing/2014/main" id="{173A0F36-8231-4432-AB57-37F57DBB3556}"/>
              </a:ext>
            </a:extLst>
          </p:cNvPr>
          <p:cNvSpPr>
            <a:spLocks xmlns:a="http://schemas.openxmlformats.org/drawingml/2006/main" noGrp="1"/>
          </p:cNvSpPr>
          <p:nvPr/>
        </p:nvSpPr>
        <p:spPr>
          <a:xfrm xmlns:a="http://schemas.openxmlformats.org/drawingml/2006/main">
            <a:off x="23031450" y="17430750"/>
            <a:ext cx="5791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2B2A55"/>
                </a:solidFill>
                <a:latin typeface="Segoe UI"/>
                <a:ea typeface="Segoe UI"/>
                <a:cs typeface="Segoe UI"/>
              </a:defRPr>
            </a:pPr>
            <a:r>
              <a:rPr sz="1725" b="1">
                <a:solidFill>
                  <a:srgbClr val="FFFFFF"/>
                </a:solidFill>
                <a:latin typeface="Segoe UI"/>
                <a:ea typeface="Segoe UI"/>
                <a:cs typeface="Segoe UI"/>
              </a:rPr>
              <a:t>.</a:t>
            </a:r>
          </a:p>
        </p:txBody>
      </p:sp>
      <p:sp>
        <p:nvSpPr>
          <p:cNvPr id="277" name="">
            <a:extLst xmlns:a="http://schemas.openxmlformats.org/drawingml/2006/main">
              <a:ext uri="{FF2B5EF4-FFF2-40B4-BE49-F238E27FC236}">
                <a16:creationId xmlns:a16="http://schemas.microsoft.com/office/drawing/2014/main" id="{2E9F9AB3-BB7F-4687-9088-5BA97D6B8F8B}"/>
              </a:ext>
            </a:extLst>
          </p:cNvPr>
          <p:cNvSpPr>
            <a:spLocks xmlns:a="http://schemas.openxmlformats.org/drawingml/2006/main" noGrp="1"/>
          </p:cNvSpPr>
          <p:nvPr/>
        </p:nvSpPr>
        <p:spPr>
          <a:xfrm xmlns:a="http://schemas.openxmlformats.org/drawingml/2006/main">
            <a:off x="23031450" y="17887950"/>
            <a:ext cx="5772150" cy="2266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4B4F73"/>
                </a:solidFill>
                <a:latin typeface="Segoe UI"/>
                <a:ea typeface="Segoe UI"/>
                <a:cs typeface="Segoe UI"/>
              </a:defRPr>
            </a:pPr>
            <a:r>
              <a:rPr sz="1350" b="0">
                <a:solidFill>
                  <a:srgbClr val="FFFFFF"/>
                </a:solidFill>
                <a:latin typeface="Segoe UI"/>
                <a:ea typeface="Segoe UI"/>
                <a:cs typeface="Segoe UI"/>
              </a:rPr>
              <a:t>.</a:t>
            </a:r>
          </a:p>
        </p:txBody>
      </p:sp>
      <p:sp>
        <p:nvSpPr>
          <p:cNvPr id="278" name="">
            <a:extLst xmlns:a="http://schemas.openxmlformats.org/drawingml/2006/main">
              <a:ext uri="{FF2B5EF4-FFF2-40B4-BE49-F238E27FC236}">
                <a16:creationId xmlns:a16="http://schemas.microsoft.com/office/drawing/2014/main" id="{692F4F73-FB15-4B95-8C01-258062BFC425}"/>
              </a:ext>
            </a:extLst>
          </p:cNvPr>
          <p:cNvSpPr>
            <a:spLocks xmlns:a="http://schemas.openxmlformats.org/drawingml/2006/main" noGrp="1"/>
          </p:cNvSpPr>
          <p:nvPr/>
        </p:nvSpPr>
        <p:spPr>
          <a:xfrm xmlns:a="http://schemas.openxmlformats.org/drawingml/2006/main">
            <a:off x="16097250" y="20669250"/>
            <a:ext cx="6286500" cy="3048000"/>
          </a:xfrm>
          <a:prstGeom xmlns:a="http://schemas.openxmlformats.org/drawingml/2006/main" prst="rect">
            <a:avLst/>
          </a:prstGeom>
          <a:solidFill xmlns:a="http://schemas.openxmlformats.org/drawingml/2006/main">
            <a:srgbClr val="F4F8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79" name="">
            <a:extLst xmlns:a="http://schemas.openxmlformats.org/drawingml/2006/main">
              <a:ext uri="{FF2B5EF4-FFF2-40B4-BE49-F238E27FC236}">
                <a16:creationId xmlns:a16="http://schemas.microsoft.com/office/drawing/2014/main" id="{395F805A-571A-42BB-BE45-E322A401F41F}"/>
              </a:ext>
            </a:extLst>
          </p:cNvPr>
          <p:cNvSpPr>
            <a:spLocks xmlns:a="http://schemas.openxmlformats.org/drawingml/2006/main" noGrp="1"/>
          </p:cNvSpPr>
          <p:nvPr/>
        </p:nvSpPr>
        <p:spPr>
          <a:xfrm xmlns:a="http://schemas.openxmlformats.org/drawingml/2006/main">
            <a:off x="16097250" y="20669250"/>
            <a:ext cx="85725" cy="3048000"/>
          </a:xfrm>
          <a:prstGeom xmlns:a="http://schemas.openxmlformats.org/drawingml/2006/main" prst="rect">
            <a:avLst/>
          </a:prstGeom>
          <a:solidFill xmlns:a="http://schemas.openxmlformats.org/drawingml/2006/main">
            <a:srgbClr val="4B9A58"/>
          </a:solidFill>
          <a:ln xmlns:a="http://schemas.openxmlformats.org/drawingml/2006/main" w="0">
            <a:solidFill>
              <a:srgbClr val="4B9A58"/>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80" name="">
            <a:extLst xmlns:a="http://schemas.openxmlformats.org/drawingml/2006/main">
              <a:ext uri="{FF2B5EF4-FFF2-40B4-BE49-F238E27FC236}">
                <a16:creationId xmlns:a16="http://schemas.microsoft.com/office/drawing/2014/main" id="{CEB6218D-3DFB-47EF-838F-C2932B0160E1}"/>
              </a:ext>
            </a:extLst>
          </p:cNvPr>
          <p:cNvSpPr>
            <a:spLocks xmlns:a="http://schemas.openxmlformats.org/drawingml/2006/main" noGrp="1"/>
          </p:cNvSpPr>
          <p:nvPr/>
        </p:nvSpPr>
        <p:spPr>
          <a:xfrm xmlns:a="http://schemas.openxmlformats.org/drawingml/2006/main">
            <a:off x="16363950" y="20859750"/>
            <a:ext cx="5791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2B2A55"/>
                </a:solidFill>
                <a:latin typeface="Segoe UI"/>
                <a:ea typeface="Segoe UI"/>
                <a:cs typeface="Segoe UI"/>
              </a:defRPr>
            </a:pPr>
            <a:r>
              <a:rPr sz="1725" b="1">
                <a:solidFill>
                  <a:srgbClr val="FFFFFF"/>
                </a:solidFill>
                <a:latin typeface="Segoe UI"/>
                <a:ea typeface="Segoe UI"/>
                <a:cs typeface="Segoe UI"/>
              </a:rPr>
              <a:t>.</a:t>
            </a:r>
          </a:p>
        </p:txBody>
      </p:sp>
      <p:sp>
        <p:nvSpPr>
          <p:cNvPr id="281" name="">
            <a:extLst xmlns:a="http://schemas.openxmlformats.org/drawingml/2006/main">
              <a:ext uri="{FF2B5EF4-FFF2-40B4-BE49-F238E27FC236}">
                <a16:creationId xmlns:a16="http://schemas.microsoft.com/office/drawing/2014/main" id="{2689E094-5FCE-4FD2-B0A4-E39D0B1689B8}"/>
              </a:ext>
            </a:extLst>
          </p:cNvPr>
          <p:cNvSpPr>
            <a:spLocks xmlns:a="http://schemas.openxmlformats.org/drawingml/2006/main" noGrp="1"/>
          </p:cNvSpPr>
          <p:nvPr/>
        </p:nvSpPr>
        <p:spPr>
          <a:xfrm xmlns:a="http://schemas.openxmlformats.org/drawingml/2006/main">
            <a:off x="16363950" y="21316950"/>
            <a:ext cx="5772150" cy="2266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4B4F73"/>
                </a:solidFill>
                <a:latin typeface="Segoe UI"/>
                <a:ea typeface="Segoe UI"/>
                <a:cs typeface="Segoe UI"/>
              </a:defRPr>
            </a:pPr>
            <a:r>
              <a:rPr sz="1350" b="0">
                <a:solidFill>
                  <a:srgbClr val="FFFFFF"/>
                </a:solidFill>
                <a:latin typeface="Segoe UI"/>
                <a:ea typeface="Segoe UI"/>
                <a:cs typeface="Segoe UI"/>
              </a:rPr>
              <a:t>.</a:t>
            </a:r>
          </a:p>
        </p:txBody>
      </p:sp>
      <p:sp>
        <p:nvSpPr>
          <p:cNvPr id="282" name="">
            <a:extLst xmlns:a="http://schemas.openxmlformats.org/drawingml/2006/main">
              <a:ext uri="{FF2B5EF4-FFF2-40B4-BE49-F238E27FC236}">
                <a16:creationId xmlns:a16="http://schemas.microsoft.com/office/drawing/2014/main" id="{12361BF3-A465-4A06-907B-384432C2CBF8}"/>
              </a:ext>
            </a:extLst>
          </p:cNvPr>
          <p:cNvSpPr>
            <a:spLocks xmlns:a="http://schemas.openxmlformats.org/drawingml/2006/main" noGrp="1"/>
          </p:cNvSpPr>
          <p:nvPr/>
        </p:nvSpPr>
        <p:spPr>
          <a:xfrm xmlns:a="http://schemas.openxmlformats.org/drawingml/2006/main">
            <a:off x="22764750" y="20669250"/>
            <a:ext cx="6286500" cy="3048000"/>
          </a:xfrm>
          <a:prstGeom xmlns:a="http://schemas.openxmlformats.org/drawingml/2006/main" prst="rect">
            <a:avLst/>
          </a:prstGeom>
          <a:solidFill xmlns:a="http://schemas.openxmlformats.org/drawingml/2006/main">
            <a:srgbClr val="FFF9E8"/>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83" name="">
            <a:extLst xmlns:a="http://schemas.openxmlformats.org/drawingml/2006/main">
              <a:ext uri="{FF2B5EF4-FFF2-40B4-BE49-F238E27FC236}">
                <a16:creationId xmlns:a16="http://schemas.microsoft.com/office/drawing/2014/main" id="{D6082834-923E-42EE-891C-01DCDE4AC04D}"/>
              </a:ext>
            </a:extLst>
          </p:cNvPr>
          <p:cNvSpPr>
            <a:spLocks xmlns:a="http://schemas.openxmlformats.org/drawingml/2006/main" noGrp="1"/>
          </p:cNvSpPr>
          <p:nvPr/>
        </p:nvSpPr>
        <p:spPr>
          <a:xfrm xmlns:a="http://schemas.openxmlformats.org/drawingml/2006/main">
            <a:off x="22764750" y="20669250"/>
            <a:ext cx="85725" cy="3048000"/>
          </a:xfrm>
          <a:prstGeom xmlns:a="http://schemas.openxmlformats.org/drawingml/2006/main" prst="rect">
            <a:avLst/>
          </a:prstGeom>
          <a:solidFill xmlns:a="http://schemas.openxmlformats.org/drawingml/2006/main">
            <a:srgbClr val="6F5AA7"/>
          </a:solidFill>
          <a:ln xmlns:a="http://schemas.openxmlformats.org/drawingml/2006/main" w="0">
            <a:solidFill>
              <a:srgbClr val="6F5AA7"/>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84" name="">
            <a:extLst xmlns:a="http://schemas.openxmlformats.org/drawingml/2006/main">
              <a:ext uri="{FF2B5EF4-FFF2-40B4-BE49-F238E27FC236}">
                <a16:creationId xmlns:a16="http://schemas.microsoft.com/office/drawing/2014/main" id="{F6EDAC3B-48D4-4318-A999-90D6B52E9F23}"/>
              </a:ext>
            </a:extLst>
          </p:cNvPr>
          <p:cNvSpPr>
            <a:spLocks xmlns:a="http://schemas.openxmlformats.org/drawingml/2006/main" noGrp="1"/>
          </p:cNvSpPr>
          <p:nvPr/>
        </p:nvSpPr>
        <p:spPr>
          <a:xfrm xmlns:a="http://schemas.openxmlformats.org/drawingml/2006/main">
            <a:off x="23031450" y="20859750"/>
            <a:ext cx="5791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2B2A55"/>
                </a:solidFill>
                <a:latin typeface="Segoe UI"/>
                <a:ea typeface="Segoe UI"/>
                <a:cs typeface="Segoe UI"/>
              </a:defRPr>
            </a:pPr>
            <a:r>
              <a:rPr sz="1725" b="1">
                <a:solidFill>
                  <a:srgbClr val="FFFFFF"/>
                </a:solidFill>
                <a:latin typeface="Segoe UI"/>
                <a:ea typeface="Segoe UI"/>
                <a:cs typeface="Segoe UI"/>
              </a:rPr>
              <a:t>.</a:t>
            </a:r>
          </a:p>
        </p:txBody>
      </p:sp>
      <p:sp>
        <p:nvSpPr>
          <p:cNvPr id="285" name="">
            <a:extLst xmlns:a="http://schemas.openxmlformats.org/drawingml/2006/main">
              <a:ext uri="{FF2B5EF4-FFF2-40B4-BE49-F238E27FC236}">
                <a16:creationId xmlns:a16="http://schemas.microsoft.com/office/drawing/2014/main" id="{19B7543D-77B7-49F7-BF20-38AFBC7B335A}"/>
              </a:ext>
            </a:extLst>
          </p:cNvPr>
          <p:cNvSpPr>
            <a:spLocks xmlns:a="http://schemas.openxmlformats.org/drawingml/2006/main" noGrp="1"/>
          </p:cNvSpPr>
          <p:nvPr/>
        </p:nvSpPr>
        <p:spPr>
          <a:xfrm xmlns:a="http://schemas.openxmlformats.org/drawingml/2006/main">
            <a:off x="23031450" y="21316950"/>
            <a:ext cx="5772150" cy="2266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4B4F73"/>
                </a:solidFill>
                <a:latin typeface="Segoe UI"/>
                <a:ea typeface="Segoe UI"/>
                <a:cs typeface="Segoe UI"/>
              </a:defRPr>
            </a:pPr>
            <a:r>
              <a:rPr sz="1350" b="0">
                <a:solidFill>
                  <a:srgbClr val="FFFFFF"/>
                </a:solidFill>
                <a:latin typeface="Segoe UI"/>
                <a:ea typeface="Segoe UI"/>
                <a:cs typeface="Segoe UI"/>
              </a:rPr>
              <a:t>.</a:t>
            </a:r>
          </a:p>
        </p:txBody>
      </p:sp>
      <p:sp>
        <p:nvSpPr>
          <p:cNvPr id="286" name="">
            <a:extLst xmlns:a="http://schemas.openxmlformats.org/drawingml/2006/main">
              <a:ext uri="{FF2B5EF4-FFF2-40B4-BE49-F238E27FC236}">
                <a16:creationId xmlns:a16="http://schemas.microsoft.com/office/drawing/2014/main" id="{2CFD87C4-1136-4A45-A16D-B90DED770940}"/>
              </a:ext>
            </a:extLst>
          </p:cNvPr>
          <p:cNvSpPr>
            <a:spLocks xmlns:a="http://schemas.openxmlformats.org/drawingml/2006/main" noGrp="1"/>
          </p:cNvSpPr>
          <p:nvPr/>
        </p:nvSpPr>
        <p:spPr>
          <a:xfrm xmlns:a="http://schemas.openxmlformats.org/drawingml/2006/main">
            <a:off x="952500" y="26050875"/>
            <a:ext cx="13906500" cy="6286500"/>
          </a:xfrm>
          <a:prstGeom xmlns:a="http://schemas.openxmlformats.org/drawingml/2006/main" prst="rect">
            <a:avLst/>
          </a:prstGeom>
          <a:solidFill xmlns:a="http://schemas.openxmlformats.org/drawingml/2006/main">
            <a:srgbClr val="FFFFFF"/>
          </a:solidFill>
          <a:ln xmlns:a="http://schemas.openxmlformats.org/drawingml/2006/main" w="19050">
            <a:solidFill>
              <a:srgbClr val="D5DDEA"/>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87" name="">
            <a:extLst xmlns:a="http://schemas.openxmlformats.org/drawingml/2006/main">
              <a:ext uri="{FF2B5EF4-FFF2-40B4-BE49-F238E27FC236}">
                <a16:creationId xmlns:a16="http://schemas.microsoft.com/office/drawing/2014/main" id="{D05F2C24-C5C1-4DE6-B065-E58F4AB28BA1}"/>
              </a:ext>
            </a:extLst>
          </p:cNvPr>
          <p:cNvSpPr>
            <a:spLocks xmlns:a="http://schemas.openxmlformats.org/drawingml/2006/main" noGrp="1"/>
          </p:cNvSpPr>
          <p:nvPr/>
        </p:nvSpPr>
        <p:spPr>
          <a:xfrm xmlns:a="http://schemas.openxmlformats.org/drawingml/2006/main">
            <a:off x="952500" y="26050875"/>
            <a:ext cx="114300" cy="628650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88" name="">
            <a:extLst xmlns:a="http://schemas.openxmlformats.org/drawingml/2006/main">
              <a:ext uri="{FF2B5EF4-FFF2-40B4-BE49-F238E27FC236}">
                <a16:creationId xmlns:a16="http://schemas.microsoft.com/office/drawing/2014/main" id="{2CA4DDA0-7DCE-4C43-B847-9AD7383501C7}"/>
              </a:ext>
            </a:extLst>
          </p:cNvPr>
          <p:cNvSpPr>
            <a:spLocks xmlns:a="http://schemas.openxmlformats.org/drawingml/2006/main" noGrp="1"/>
          </p:cNvSpPr>
          <p:nvPr/>
        </p:nvSpPr>
        <p:spPr>
          <a:xfrm xmlns:a="http://schemas.openxmlformats.org/drawingml/2006/main">
            <a:off x="1276350" y="26260425"/>
            <a:ext cx="132397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325" b="1">
                <a:solidFill>
                  <a:srgbClr val="2B2A55"/>
                </a:solidFill>
                <a:latin typeface="Segoe UI"/>
                <a:ea typeface="Segoe UI"/>
                <a:cs typeface="Segoe UI"/>
              </a:defRPr>
            </a:pPr>
            <a:r>
              <a:rPr sz="2325" b="1">
                <a:solidFill>
                  <a:srgbClr val="FFFFFF"/>
                </a:solidFill>
                <a:latin typeface="Segoe UI"/>
                <a:ea typeface="Segoe UI"/>
                <a:cs typeface="Segoe UI"/>
              </a:rPr>
              <a:t>.</a:t>
            </a:r>
          </a:p>
        </p:txBody>
      </p:sp>
      <p:sp>
        <p:nvSpPr>
          <p:cNvPr id="289" name="">
            <a:extLst xmlns:a="http://schemas.openxmlformats.org/drawingml/2006/main">
              <a:ext uri="{FF2B5EF4-FFF2-40B4-BE49-F238E27FC236}">
                <a16:creationId xmlns:a16="http://schemas.microsoft.com/office/drawing/2014/main" id="{627EE1BA-CC68-4E85-9DE0-86FC2FF8FCD2}"/>
              </a:ext>
            </a:extLst>
          </p:cNvPr>
          <p:cNvSpPr>
            <a:spLocks xmlns:a="http://schemas.openxmlformats.org/drawingml/2006/main" noGrp="1"/>
          </p:cNvSpPr>
          <p:nvPr/>
        </p:nvSpPr>
        <p:spPr>
          <a:xfrm xmlns:a="http://schemas.openxmlformats.org/drawingml/2006/main">
            <a:off x="1428750" y="26955750"/>
            <a:ext cx="5905500"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90" name="">
            <a:extLst xmlns:a="http://schemas.openxmlformats.org/drawingml/2006/main">
              <a:ext uri="{FF2B5EF4-FFF2-40B4-BE49-F238E27FC236}">
                <a16:creationId xmlns:a16="http://schemas.microsoft.com/office/drawing/2014/main" id="{5CE7AF44-EA4F-4BB4-B691-DF64A689C5E7}"/>
              </a:ext>
            </a:extLst>
          </p:cNvPr>
          <p:cNvSpPr>
            <a:spLocks xmlns:a="http://schemas.openxmlformats.org/drawingml/2006/main" noGrp="1"/>
          </p:cNvSpPr>
          <p:nvPr/>
        </p:nvSpPr>
        <p:spPr>
          <a:xfrm xmlns:a="http://schemas.openxmlformats.org/drawingml/2006/main">
            <a:off x="1428750" y="26955750"/>
            <a:ext cx="85725" cy="2095500"/>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91" name="">
            <a:extLst xmlns:a="http://schemas.openxmlformats.org/drawingml/2006/main">
              <a:ext uri="{FF2B5EF4-FFF2-40B4-BE49-F238E27FC236}">
                <a16:creationId xmlns:a16="http://schemas.microsoft.com/office/drawing/2014/main" id="{C79CD570-8057-499A-9093-A494C27E227E}"/>
              </a:ext>
            </a:extLst>
          </p:cNvPr>
          <p:cNvSpPr>
            <a:spLocks xmlns:a="http://schemas.openxmlformats.org/drawingml/2006/main" noGrp="1"/>
          </p:cNvSpPr>
          <p:nvPr/>
        </p:nvSpPr>
        <p:spPr>
          <a:xfrm xmlns:a="http://schemas.openxmlformats.org/drawingml/2006/main">
            <a:off x="1695450" y="27146250"/>
            <a:ext cx="5410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2B2A55"/>
                </a:solidFill>
                <a:latin typeface="Segoe UI"/>
                <a:ea typeface="Segoe UI"/>
                <a:cs typeface="Segoe UI"/>
              </a:defRPr>
            </a:pPr>
            <a:r>
              <a:rPr sz="1725" b="1">
                <a:solidFill>
                  <a:srgbClr val="FFFFFF"/>
                </a:solidFill>
                <a:latin typeface="Segoe UI"/>
                <a:ea typeface="Segoe UI"/>
                <a:cs typeface="Segoe UI"/>
              </a:rPr>
              <a:t>.</a:t>
            </a:r>
          </a:p>
        </p:txBody>
      </p:sp>
      <p:sp>
        <p:nvSpPr>
          <p:cNvPr id="292" name="">
            <a:extLst xmlns:a="http://schemas.openxmlformats.org/drawingml/2006/main">
              <a:ext uri="{FF2B5EF4-FFF2-40B4-BE49-F238E27FC236}">
                <a16:creationId xmlns:a16="http://schemas.microsoft.com/office/drawing/2014/main" id="{77A0C4D5-94C8-4F36-8E89-DEDA2C465AE9}"/>
              </a:ext>
            </a:extLst>
          </p:cNvPr>
          <p:cNvSpPr>
            <a:spLocks xmlns:a="http://schemas.openxmlformats.org/drawingml/2006/main" noGrp="1"/>
          </p:cNvSpPr>
          <p:nvPr/>
        </p:nvSpPr>
        <p:spPr>
          <a:xfrm xmlns:a="http://schemas.openxmlformats.org/drawingml/2006/main">
            <a:off x="1695450" y="27603450"/>
            <a:ext cx="53911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4B4F73"/>
                </a:solidFill>
                <a:latin typeface="Segoe UI"/>
                <a:ea typeface="Segoe UI"/>
                <a:cs typeface="Segoe UI"/>
              </a:defRPr>
            </a:pPr>
            <a:r>
              <a:rPr sz="1350" b="0">
                <a:solidFill>
                  <a:srgbClr val="FFFFFF"/>
                </a:solidFill>
                <a:latin typeface="Segoe UI"/>
                <a:ea typeface="Segoe UI"/>
                <a:cs typeface="Segoe UI"/>
              </a:rPr>
              <a:t>.</a:t>
            </a:r>
          </a:p>
        </p:txBody>
      </p:sp>
      <p:sp>
        <p:nvSpPr>
          <p:cNvPr id="293" name="">
            <a:extLst xmlns:a="http://schemas.openxmlformats.org/drawingml/2006/main">
              <a:ext uri="{FF2B5EF4-FFF2-40B4-BE49-F238E27FC236}">
                <a16:creationId xmlns:a16="http://schemas.microsoft.com/office/drawing/2014/main" id="{709AD614-737A-4FFC-9CED-6363F7A1E534}"/>
              </a:ext>
            </a:extLst>
          </p:cNvPr>
          <p:cNvSpPr>
            <a:spLocks xmlns:a="http://schemas.openxmlformats.org/drawingml/2006/main" noGrp="1"/>
          </p:cNvSpPr>
          <p:nvPr/>
        </p:nvSpPr>
        <p:spPr>
          <a:xfrm xmlns:a="http://schemas.openxmlformats.org/drawingml/2006/main">
            <a:off x="7905750" y="26955750"/>
            <a:ext cx="5905500"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94" name="">
            <a:extLst xmlns:a="http://schemas.openxmlformats.org/drawingml/2006/main">
              <a:ext uri="{FF2B5EF4-FFF2-40B4-BE49-F238E27FC236}">
                <a16:creationId xmlns:a16="http://schemas.microsoft.com/office/drawing/2014/main" id="{BEFEFEB4-6D26-4C57-84BC-E8875CD55105}"/>
              </a:ext>
            </a:extLst>
          </p:cNvPr>
          <p:cNvSpPr>
            <a:spLocks xmlns:a="http://schemas.openxmlformats.org/drawingml/2006/main" noGrp="1"/>
          </p:cNvSpPr>
          <p:nvPr/>
        </p:nvSpPr>
        <p:spPr>
          <a:xfrm xmlns:a="http://schemas.openxmlformats.org/drawingml/2006/main">
            <a:off x="7905750" y="26955750"/>
            <a:ext cx="85725" cy="209550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95" name="">
            <a:extLst xmlns:a="http://schemas.openxmlformats.org/drawingml/2006/main">
              <a:ext uri="{FF2B5EF4-FFF2-40B4-BE49-F238E27FC236}">
                <a16:creationId xmlns:a16="http://schemas.microsoft.com/office/drawing/2014/main" id="{767E2003-2F2E-4D36-BBAC-A6D125A854B0}"/>
              </a:ext>
            </a:extLst>
          </p:cNvPr>
          <p:cNvSpPr>
            <a:spLocks xmlns:a="http://schemas.openxmlformats.org/drawingml/2006/main" noGrp="1"/>
          </p:cNvSpPr>
          <p:nvPr/>
        </p:nvSpPr>
        <p:spPr>
          <a:xfrm xmlns:a="http://schemas.openxmlformats.org/drawingml/2006/main">
            <a:off x="8172450" y="27146250"/>
            <a:ext cx="5410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2B2A55"/>
                </a:solidFill>
                <a:latin typeface="Segoe UI"/>
                <a:ea typeface="Segoe UI"/>
                <a:cs typeface="Segoe UI"/>
              </a:defRPr>
            </a:pPr>
            <a:r>
              <a:rPr sz="1725" b="1">
                <a:solidFill>
                  <a:srgbClr val="FFFFFF"/>
                </a:solidFill>
                <a:latin typeface="Segoe UI"/>
                <a:ea typeface="Segoe UI"/>
                <a:cs typeface="Segoe UI"/>
              </a:rPr>
              <a:t>.</a:t>
            </a:r>
          </a:p>
        </p:txBody>
      </p:sp>
      <p:sp>
        <p:nvSpPr>
          <p:cNvPr id="296" name="">
            <a:extLst xmlns:a="http://schemas.openxmlformats.org/drawingml/2006/main">
              <a:ext uri="{FF2B5EF4-FFF2-40B4-BE49-F238E27FC236}">
                <a16:creationId xmlns:a16="http://schemas.microsoft.com/office/drawing/2014/main" id="{2DD0F0E6-E366-42F6-8C85-94AAE0B3268A}"/>
              </a:ext>
            </a:extLst>
          </p:cNvPr>
          <p:cNvSpPr>
            <a:spLocks xmlns:a="http://schemas.openxmlformats.org/drawingml/2006/main" noGrp="1"/>
          </p:cNvSpPr>
          <p:nvPr/>
        </p:nvSpPr>
        <p:spPr>
          <a:xfrm xmlns:a="http://schemas.openxmlformats.org/drawingml/2006/main">
            <a:off x="8172450" y="27603450"/>
            <a:ext cx="53911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4B4F73"/>
                </a:solidFill>
                <a:latin typeface="Segoe UI"/>
                <a:ea typeface="Segoe UI"/>
                <a:cs typeface="Segoe UI"/>
              </a:defRPr>
            </a:pPr>
            <a:r>
              <a:rPr sz="1350" b="0">
                <a:solidFill>
                  <a:srgbClr val="FFFFFF"/>
                </a:solidFill>
                <a:latin typeface="Segoe UI"/>
                <a:ea typeface="Segoe UI"/>
                <a:cs typeface="Segoe UI"/>
              </a:rPr>
              <a:t>.</a:t>
            </a:r>
          </a:p>
        </p:txBody>
      </p:sp>
      <p:sp>
        <p:nvSpPr>
          <p:cNvPr id="297" name="">
            <a:extLst xmlns:a="http://schemas.openxmlformats.org/drawingml/2006/main">
              <a:ext uri="{FF2B5EF4-FFF2-40B4-BE49-F238E27FC236}">
                <a16:creationId xmlns:a16="http://schemas.microsoft.com/office/drawing/2014/main" id="{4818B32A-ECB4-491A-8D84-6439979845DA}"/>
              </a:ext>
            </a:extLst>
          </p:cNvPr>
          <p:cNvSpPr>
            <a:spLocks xmlns:a="http://schemas.openxmlformats.org/drawingml/2006/main" noGrp="1"/>
          </p:cNvSpPr>
          <p:nvPr/>
        </p:nvSpPr>
        <p:spPr>
          <a:xfrm xmlns:a="http://schemas.openxmlformats.org/drawingml/2006/main">
            <a:off x="1428750" y="29384625"/>
            <a:ext cx="5905500"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98" name="">
            <a:extLst xmlns:a="http://schemas.openxmlformats.org/drawingml/2006/main">
              <a:ext uri="{FF2B5EF4-FFF2-40B4-BE49-F238E27FC236}">
                <a16:creationId xmlns:a16="http://schemas.microsoft.com/office/drawing/2014/main" id="{4E132E82-2C08-4F5D-A9D0-E4F8F49C451F}"/>
              </a:ext>
            </a:extLst>
          </p:cNvPr>
          <p:cNvSpPr>
            <a:spLocks xmlns:a="http://schemas.openxmlformats.org/drawingml/2006/main" noGrp="1"/>
          </p:cNvSpPr>
          <p:nvPr/>
        </p:nvSpPr>
        <p:spPr>
          <a:xfrm xmlns:a="http://schemas.openxmlformats.org/drawingml/2006/main">
            <a:off x="1428750" y="29384625"/>
            <a:ext cx="85725" cy="209550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299" name="">
            <a:extLst xmlns:a="http://schemas.openxmlformats.org/drawingml/2006/main">
              <a:ext uri="{FF2B5EF4-FFF2-40B4-BE49-F238E27FC236}">
                <a16:creationId xmlns:a16="http://schemas.microsoft.com/office/drawing/2014/main" id="{76833095-C6C2-455A-A65A-E3A643732658}"/>
              </a:ext>
            </a:extLst>
          </p:cNvPr>
          <p:cNvSpPr>
            <a:spLocks xmlns:a="http://schemas.openxmlformats.org/drawingml/2006/main" noGrp="1"/>
          </p:cNvSpPr>
          <p:nvPr/>
        </p:nvSpPr>
        <p:spPr>
          <a:xfrm xmlns:a="http://schemas.openxmlformats.org/drawingml/2006/main">
            <a:off x="1695450" y="29575125"/>
            <a:ext cx="5410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2B2A55"/>
                </a:solidFill>
                <a:latin typeface="Segoe UI"/>
                <a:ea typeface="Segoe UI"/>
                <a:cs typeface="Segoe UI"/>
              </a:defRPr>
            </a:pPr>
            <a:r>
              <a:rPr sz="1725" b="1">
                <a:solidFill>
                  <a:srgbClr val="FFFFFF"/>
                </a:solidFill>
                <a:latin typeface="Segoe UI"/>
                <a:ea typeface="Segoe UI"/>
                <a:cs typeface="Segoe UI"/>
              </a:rPr>
              <a:t>.</a:t>
            </a:r>
          </a:p>
        </p:txBody>
      </p:sp>
      <p:sp>
        <p:nvSpPr>
          <p:cNvPr id="300" name="">
            <a:extLst xmlns:a="http://schemas.openxmlformats.org/drawingml/2006/main">
              <a:ext uri="{FF2B5EF4-FFF2-40B4-BE49-F238E27FC236}">
                <a16:creationId xmlns:a16="http://schemas.microsoft.com/office/drawing/2014/main" id="{EAF65232-CF2B-4C63-8A7E-C4CFB00870FB}"/>
              </a:ext>
            </a:extLst>
          </p:cNvPr>
          <p:cNvSpPr>
            <a:spLocks xmlns:a="http://schemas.openxmlformats.org/drawingml/2006/main" noGrp="1"/>
          </p:cNvSpPr>
          <p:nvPr/>
        </p:nvSpPr>
        <p:spPr>
          <a:xfrm xmlns:a="http://schemas.openxmlformats.org/drawingml/2006/main">
            <a:off x="1695450" y="30032325"/>
            <a:ext cx="53911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4B4F73"/>
                </a:solidFill>
                <a:latin typeface="Segoe UI"/>
                <a:ea typeface="Segoe UI"/>
                <a:cs typeface="Segoe UI"/>
              </a:defRPr>
            </a:pPr>
            <a:r>
              <a:rPr sz="1350" b="0">
                <a:solidFill>
                  <a:srgbClr val="FFFFFF"/>
                </a:solidFill>
                <a:latin typeface="Segoe UI"/>
                <a:ea typeface="Segoe UI"/>
                <a:cs typeface="Segoe UI"/>
              </a:rPr>
              <a:t>.</a:t>
            </a:r>
          </a:p>
        </p:txBody>
      </p:sp>
      <p:sp>
        <p:nvSpPr>
          <p:cNvPr id="301" name="">
            <a:extLst xmlns:a="http://schemas.openxmlformats.org/drawingml/2006/main">
              <a:ext uri="{FF2B5EF4-FFF2-40B4-BE49-F238E27FC236}">
                <a16:creationId xmlns:a16="http://schemas.microsoft.com/office/drawing/2014/main" id="{034EABA3-C85D-461E-A4B8-6B1440348776}"/>
              </a:ext>
            </a:extLst>
          </p:cNvPr>
          <p:cNvSpPr>
            <a:spLocks xmlns:a="http://schemas.openxmlformats.org/drawingml/2006/main" noGrp="1"/>
          </p:cNvSpPr>
          <p:nvPr/>
        </p:nvSpPr>
        <p:spPr>
          <a:xfrm xmlns:a="http://schemas.openxmlformats.org/drawingml/2006/main">
            <a:off x="7905750" y="29384625"/>
            <a:ext cx="5905500"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02" name="">
            <a:extLst xmlns:a="http://schemas.openxmlformats.org/drawingml/2006/main">
              <a:ext uri="{FF2B5EF4-FFF2-40B4-BE49-F238E27FC236}">
                <a16:creationId xmlns:a16="http://schemas.microsoft.com/office/drawing/2014/main" id="{95DBAAFD-A229-461A-A4BD-23098A7D0549}"/>
              </a:ext>
            </a:extLst>
          </p:cNvPr>
          <p:cNvSpPr>
            <a:spLocks xmlns:a="http://schemas.openxmlformats.org/drawingml/2006/main" noGrp="1"/>
          </p:cNvSpPr>
          <p:nvPr/>
        </p:nvSpPr>
        <p:spPr>
          <a:xfrm xmlns:a="http://schemas.openxmlformats.org/drawingml/2006/main">
            <a:off x="7905750" y="29384625"/>
            <a:ext cx="85725" cy="2095500"/>
          </a:xfrm>
          <a:prstGeom xmlns:a="http://schemas.openxmlformats.org/drawingml/2006/main" prst="rect">
            <a:avLst/>
          </a:prstGeom>
          <a:solidFill xmlns:a="http://schemas.openxmlformats.org/drawingml/2006/main">
            <a:srgbClr val="4B9A58"/>
          </a:solidFill>
          <a:ln xmlns:a="http://schemas.openxmlformats.org/drawingml/2006/main" w="0">
            <a:solidFill>
              <a:srgbClr val="4B9A58"/>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03" name="">
            <a:extLst xmlns:a="http://schemas.openxmlformats.org/drawingml/2006/main">
              <a:ext uri="{FF2B5EF4-FFF2-40B4-BE49-F238E27FC236}">
                <a16:creationId xmlns:a16="http://schemas.microsoft.com/office/drawing/2014/main" id="{A47A32B9-F606-4749-84C0-4E4C794A79F2}"/>
              </a:ext>
            </a:extLst>
          </p:cNvPr>
          <p:cNvSpPr>
            <a:spLocks xmlns:a="http://schemas.openxmlformats.org/drawingml/2006/main" noGrp="1"/>
          </p:cNvSpPr>
          <p:nvPr/>
        </p:nvSpPr>
        <p:spPr>
          <a:xfrm xmlns:a="http://schemas.openxmlformats.org/drawingml/2006/main">
            <a:off x="8172450" y="29575125"/>
            <a:ext cx="5410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2B2A55"/>
                </a:solidFill>
                <a:latin typeface="Segoe UI"/>
                <a:ea typeface="Segoe UI"/>
                <a:cs typeface="Segoe UI"/>
              </a:defRPr>
            </a:pPr>
            <a:r>
              <a:rPr sz="1725" b="1">
                <a:solidFill>
                  <a:srgbClr val="FFFFFF"/>
                </a:solidFill>
                <a:latin typeface="Segoe UI"/>
                <a:ea typeface="Segoe UI"/>
                <a:cs typeface="Segoe UI"/>
              </a:rPr>
              <a:t>.</a:t>
            </a:r>
          </a:p>
        </p:txBody>
      </p:sp>
      <p:sp>
        <p:nvSpPr>
          <p:cNvPr id="304" name="">
            <a:extLst xmlns:a="http://schemas.openxmlformats.org/drawingml/2006/main">
              <a:ext uri="{FF2B5EF4-FFF2-40B4-BE49-F238E27FC236}">
                <a16:creationId xmlns:a16="http://schemas.microsoft.com/office/drawing/2014/main" id="{47AE176A-24CB-47BA-BD93-CEB7D07411F8}"/>
              </a:ext>
            </a:extLst>
          </p:cNvPr>
          <p:cNvSpPr>
            <a:spLocks xmlns:a="http://schemas.openxmlformats.org/drawingml/2006/main" noGrp="1"/>
          </p:cNvSpPr>
          <p:nvPr/>
        </p:nvSpPr>
        <p:spPr>
          <a:xfrm xmlns:a="http://schemas.openxmlformats.org/drawingml/2006/main">
            <a:off x="8172450" y="30032325"/>
            <a:ext cx="53911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4B4F73"/>
                </a:solidFill>
                <a:latin typeface="Segoe UI"/>
                <a:ea typeface="Segoe UI"/>
                <a:cs typeface="Segoe UI"/>
              </a:defRPr>
            </a:pPr>
            <a:r>
              <a:rPr sz="1350" b="0">
                <a:solidFill>
                  <a:srgbClr val="FFFFFF"/>
                </a:solidFill>
                <a:latin typeface="Segoe UI"/>
                <a:ea typeface="Segoe UI"/>
                <a:cs typeface="Segoe UI"/>
              </a:rPr>
              <a:t>.</a:t>
            </a:r>
          </a:p>
        </p:txBody>
      </p:sp>
      <p:sp>
        <p:nvSpPr>
          <p:cNvPr id="305" name="">
            <a:extLst xmlns:a="http://schemas.openxmlformats.org/drawingml/2006/main">
              <a:ext uri="{FF2B5EF4-FFF2-40B4-BE49-F238E27FC236}">
                <a16:creationId xmlns:a16="http://schemas.microsoft.com/office/drawing/2014/main" id="{CE59BA11-4C2B-495F-8A12-78E66C5C9F71}"/>
              </a:ext>
            </a:extLst>
          </p:cNvPr>
          <p:cNvSpPr>
            <a:spLocks xmlns:a="http://schemas.openxmlformats.org/drawingml/2006/main" noGrp="1"/>
          </p:cNvSpPr>
          <p:nvPr/>
        </p:nvSpPr>
        <p:spPr>
          <a:xfrm xmlns:a="http://schemas.openxmlformats.org/drawingml/2006/main">
            <a:off x="15621000" y="26050875"/>
            <a:ext cx="13906500" cy="6286500"/>
          </a:xfrm>
          <a:prstGeom xmlns:a="http://schemas.openxmlformats.org/drawingml/2006/main" prst="rect">
            <a:avLst/>
          </a:prstGeom>
          <a:solidFill xmlns:a="http://schemas.openxmlformats.org/drawingml/2006/main">
            <a:srgbClr val="FFFFFF"/>
          </a:solidFill>
          <a:ln xmlns:a="http://schemas.openxmlformats.org/drawingml/2006/main" w="19050">
            <a:solidFill>
              <a:srgbClr val="D5DDEA"/>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06" name="">
            <a:extLst xmlns:a="http://schemas.openxmlformats.org/drawingml/2006/main">
              <a:ext uri="{FF2B5EF4-FFF2-40B4-BE49-F238E27FC236}">
                <a16:creationId xmlns:a16="http://schemas.microsoft.com/office/drawing/2014/main" id="{4ECCE1C4-DA76-466D-9E40-68F34F77FE08}"/>
              </a:ext>
            </a:extLst>
          </p:cNvPr>
          <p:cNvSpPr>
            <a:spLocks xmlns:a="http://schemas.openxmlformats.org/drawingml/2006/main" noGrp="1"/>
          </p:cNvSpPr>
          <p:nvPr/>
        </p:nvSpPr>
        <p:spPr>
          <a:xfrm xmlns:a="http://schemas.openxmlformats.org/drawingml/2006/main">
            <a:off x="15621000" y="26050875"/>
            <a:ext cx="114300" cy="6286500"/>
          </a:xfrm>
          <a:prstGeom xmlns:a="http://schemas.openxmlformats.org/drawingml/2006/main" prst="rect">
            <a:avLst/>
          </a:prstGeom>
          <a:solidFill xmlns:a="http://schemas.openxmlformats.org/drawingml/2006/main">
            <a:srgbClr val="4B9A58"/>
          </a:solidFill>
          <a:ln xmlns:a="http://schemas.openxmlformats.org/drawingml/2006/main" w="0">
            <a:solidFill>
              <a:srgbClr val="4B9A58"/>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07" name="">
            <a:extLst xmlns:a="http://schemas.openxmlformats.org/drawingml/2006/main">
              <a:ext uri="{FF2B5EF4-FFF2-40B4-BE49-F238E27FC236}">
                <a16:creationId xmlns:a16="http://schemas.microsoft.com/office/drawing/2014/main" id="{A89909BC-7576-4B3F-B968-6ACEBF38E9F4}"/>
              </a:ext>
            </a:extLst>
          </p:cNvPr>
          <p:cNvSpPr>
            <a:spLocks xmlns:a="http://schemas.openxmlformats.org/drawingml/2006/main" noGrp="1"/>
          </p:cNvSpPr>
          <p:nvPr/>
        </p:nvSpPr>
        <p:spPr>
          <a:xfrm xmlns:a="http://schemas.openxmlformats.org/drawingml/2006/main">
            <a:off x="15944850" y="26260425"/>
            <a:ext cx="132397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325" b="1">
                <a:solidFill>
                  <a:srgbClr val="2B2A55"/>
                </a:solidFill>
                <a:latin typeface="Segoe UI"/>
                <a:ea typeface="Segoe UI"/>
                <a:cs typeface="Segoe UI"/>
              </a:defRPr>
            </a:pPr>
            <a:r>
              <a:rPr sz="2325" b="1">
                <a:solidFill>
                  <a:srgbClr val="FFFFFF"/>
                </a:solidFill>
                <a:latin typeface="Segoe UI"/>
                <a:ea typeface="Segoe UI"/>
                <a:cs typeface="Segoe UI"/>
              </a:rPr>
              <a:t>.</a:t>
            </a:r>
          </a:p>
        </p:txBody>
      </p:sp>
      <p:sp>
        <p:nvSpPr>
          <p:cNvPr id="308" name="">
            <a:extLst xmlns:a="http://schemas.openxmlformats.org/drawingml/2006/main">
              <a:ext uri="{FF2B5EF4-FFF2-40B4-BE49-F238E27FC236}">
                <a16:creationId xmlns:a16="http://schemas.microsoft.com/office/drawing/2014/main" id="{2F984DF1-9567-4063-B8CF-49A137246451}"/>
              </a:ext>
            </a:extLst>
          </p:cNvPr>
          <p:cNvSpPr>
            <a:spLocks xmlns:a="http://schemas.openxmlformats.org/drawingml/2006/main" noGrp="1"/>
          </p:cNvSpPr>
          <p:nvPr/>
        </p:nvSpPr>
        <p:spPr>
          <a:xfrm xmlns:a="http://schemas.openxmlformats.org/drawingml/2006/main">
            <a:off x="16097250" y="26955750"/>
            <a:ext cx="12954000" cy="1409700"/>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09" name="">
            <a:extLst xmlns:a="http://schemas.openxmlformats.org/drawingml/2006/main">
              <a:ext uri="{FF2B5EF4-FFF2-40B4-BE49-F238E27FC236}">
                <a16:creationId xmlns:a16="http://schemas.microsoft.com/office/drawing/2014/main" id="{19265B27-E3F4-423E-97FC-F4F7017A41A3}"/>
              </a:ext>
            </a:extLst>
          </p:cNvPr>
          <p:cNvSpPr>
            <a:spLocks xmlns:a="http://schemas.openxmlformats.org/drawingml/2006/main" noGrp="1"/>
          </p:cNvSpPr>
          <p:nvPr/>
        </p:nvSpPr>
        <p:spPr>
          <a:xfrm xmlns:a="http://schemas.openxmlformats.org/drawingml/2006/main">
            <a:off x="16097250" y="26955750"/>
            <a:ext cx="85725" cy="1409700"/>
          </a:xfrm>
          <a:prstGeom xmlns:a="http://schemas.openxmlformats.org/drawingml/2006/main" prst="rect">
            <a:avLst/>
          </a:prstGeom>
          <a:solidFill xmlns:a="http://schemas.openxmlformats.org/drawingml/2006/main">
            <a:srgbClr val="4B9A58"/>
          </a:solidFill>
          <a:ln xmlns:a="http://schemas.openxmlformats.org/drawingml/2006/main" w="0">
            <a:solidFill>
              <a:srgbClr val="4B9A58"/>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10" name="">
            <a:extLst xmlns:a="http://schemas.openxmlformats.org/drawingml/2006/main">
              <a:ext uri="{FF2B5EF4-FFF2-40B4-BE49-F238E27FC236}">
                <a16:creationId xmlns:a16="http://schemas.microsoft.com/office/drawing/2014/main" id="{D93CF7B1-AF82-47F1-8454-45294BD3422C}"/>
              </a:ext>
            </a:extLst>
          </p:cNvPr>
          <p:cNvSpPr>
            <a:spLocks xmlns:a="http://schemas.openxmlformats.org/drawingml/2006/main" noGrp="1"/>
          </p:cNvSpPr>
          <p:nvPr/>
        </p:nvSpPr>
        <p:spPr>
          <a:xfrm xmlns:a="http://schemas.openxmlformats.org/drawingml/2006/main">
            <a:off x="16363950" y="27146250"/>
            <a:ext cx="12458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2B2A55"/>
                </a:solidFill>
                <a:latin typeface="Segoe UI"/>
                <a:ea typeface="Segoe UI"/>
                <a:cs typeface="Segoe UI"/>
              </a:defRPr>
            </a:pPr>
            <a:r>
              <a:rPr sz="1725" b="1">
                <a:solidFill>
                  <a:srgbClr val="FFFFFF"/>
                </a:solidFill>
                <a:latin typeface="Segoe UI"/>
                <a:ea typeface="Segoe UI"/>
                <a:cs typeface="Segoe UI"/>
              </a:rPr>
              <a:t>.</a:t>
            </a:r>
          </a:p>
        </p:txBody>
      </p:sp>
      <p:sp>
        <p:nvSpPr>
          <p:cNvPr id="311" name="">
            <a:extLst xmlns:a="http://schemas.openxmlformats.org/drawingml/2006/main">
              <a:ext uri="{FF2B5EF4-FFF2-40B4-BE49-F238E27FC236}">
                <a16:creationId xmlns:a16="http://schemas.microsoft.com/office/drawing/2014/main" id="{A960E1B6-31F2-4A14-BADD-4D8A93776C84}"/>
              </a:ext>
            </a:extLst>
          </p:cNvPr>
          <p:cNvSpPr>
            <a:spLocks xmlns:a="http://schemas.openxmlformats.org/drawingml/2006/main" noGrp="1"/>
          </p:cNvSpPr>
          <p:nvPr/>
        </p:nvSpPr>
        <p:spPr>
          <a:xfrm xmlns:a="http://schemas.openxmlformats.org/drawingml/2006/main">
            <a:off x="16363950" y="27603450"/>
            <a:ext cx="124396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4B4F73"/>
                </a:solidFill>
                <a:latin typeface="Segoe UI"/>
                <a:ea typeface="Segoe UI"/>
                <a:cs typeface="Segoe UI"/>
              </a:defRPr>
            </a:pPr>
            <a:r>
              <a:rPr sz="1350" b="0">
                <a:solidFill>
                  <a:srgbClr val="FFFFFF"/>
                </a:solidFill>
                <a:latin typeface="Segoe UI"/>
                <a:ea typeface="Segoe UI"/>
                <a:cs typeface="Segoe UI"/>
              </a:rPr>
              <a:t>.</a:t>
            </a:r>
          </a:p>
        </p:txBody>
      </p:sp>
      <p:sp>
        <p:nvSpPr>
          <p:cNvPr id="312" name="">
            <a:extLst xmlns:a="http://schemas.openxmlformats.org/drawingml/2006/main">
              <a:ext uri="{FF2B5EF4-FFF2-40B4-BE49-F238E27FC236}">
                <a16:creationId xmlns:a16="http://schemas.microsoft.com/office/drawing/2014/main" id="{E8FD89FD-228C-44CA-AB47-FB5B6AB3DBBA}"/>
              </a:ext>
            </a:extLst>
          </p:cNvPr>
          <p:cNvSpPr>
            <a:spLocks xmlns:a="http://schemas.openxmlformats.org/drawingml/2006/main" noGrp="1"/>
          </p:cNvSpPr>
          <p:nvPr/>
        </p:nvSpPr>
        <p:spPr>
          <a:xfrm xmlns:a="http://schemas.openxmlformats.org/drawingml/2006/main">
            <a:off x="16097250" y="28651200"/>
            <a:ext cx="12954000" cy="1409700"/>
          </a:xfrm>
          <a:prstGeom xmlns:a="http://schemas.openxmlformats.org/drawingml/2006/main" prst="rect">
            <a:avLst/>
          </a:prstGeom>
          <a:solidFill xmlns:a="http://schemas.openxmlformats.org/drawingml/2006/main">
            <a:srgbClr val="FFF4F4"/>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13" name="">
            <a:extLst xmlns:a="http://schemas.openxmlformats.org/drawingml/2006/main">
              <a:ext uri="{FF2B5EF4-FFF2-40B4-BE49-F238E27FC236}">
                <a16:creationId xmlns:a16="http://schemas.microsoft.com/office/drawing/2014/main" id="{4F3207C9-179B-4DF8-941E-201BC0608199}"/>
              </a:ext>
            </a:extLst>
          </p:cNvPr>
          <p:cNvSpPr>
            <a:spLocks xmlns:a="http://schemas.openxmlformats.org/drawingml/2006/main" noGrp="1"/>
          </p:cNvSpPr>
          <p:nvPr/>
        </p:nvSpPr>
        <p:spPr>
          <a:xfrm xmlns:a="http://schemas.openxmlformats.org/drawingml/2006/main">
            <a:off x="16097250" y="28651200"/>
            <a:ext cx="85725" cy="1409700"/>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14" name="">
            <a:extLst xmlns:a="http://schemas.openxmlformats.org/drawingml/2006/main">
              <a:ext uri="{FF2B5EF4-FFF2-40B4-BE49-F238E27FC236}">
                <a16:creationId xmlns:a16="http://schemas.microsoft.com/office/drawing/2014/main" id="{90395BAA-3020-4529-A67F-D2FC45FC8348}"/>
              </a:ext>
            </a:extLst>
          </p:cNvPr>
          <p:cNvSpPr>
            <a:spLocks xmlns:a="http://schemas.openxmlformats.org/drawingml/2006/main" noGrp="1"/>
          </p:cNvSpPr>
          <p:nvPr/>
        </p:nvSpPr>
        <p:spPr>
          <a:xfrm xmlns:a="http://schemas.openxmlformats.org/drawingml/2006/main">
            <a:off x="16363950" y="28841700"/>
            <a:ext cx="12458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2B2A55"/>
                </a:solidFill>
                <a:latin typeface="Segoe UI"/>
                <a:ea typeface="Segoe UI"/>
                <a:cs typeface="Segoe UI"/>
              </a:defRPr>
            </a:pPr>
            <a:r>
              <a:rPr sz="1725" b="1">
                <a:solidFill>
                  <a:srgbClr val="FFFFFF"/>
                </a:solidFill>
                <a:latin typeface="Segoe UI"/>
                <a:ea typeface="Segoe UI"/>
                <a:cs typeface="Segoe UI"/>
              </a:rPr>
              <a:t>.</a:t>
            </a:r>
          </a:p>
        </p:txBody>
      </p:sp>
      <p:sp>
        <p:nvSpPr>
          <p:cNvPr id="315" name="">
            <a:extLst xmlns:a="http://schemas.openxmlformats.org/drawingml/2006/main">
              <a:ext uri="{FF2B5EF4-FFF2-40B4-BE49-F238E27FC236}">
                <a16:creationId xmlns:a16="http://schemas.microsoft.com/office/drawing/2014/main" id="{6BE22154-BA61-408C-9E2D-A6E62845C7A2}"/>
              </a:ext>
            </a:extLst>
          </p:cNvPr>
          <p:cNvSpPr>
            <a:spLocks xmlns:a="http://schemas.openxmlformats.org/drawingml/2006/main" noGrp="1"/>
          </p:cNvSpPr>
          <p:nvPr/>
        </p:nvSpPr>
        <p:spPr>
          <a:xfrm xmlns:a="http://schemas.openxmlformats.org/drawingml/2006/main">
            <a:off x="16363950" y="29298900"/>
            <a:ext cx="124396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4B4F73"/>
                </a:solidFill>
                <a:latin typeface="Segoe UI"/>
                <a:ea typeface="Segoe UI"/>
                <a:cs typeface="Segoe UI"/>
              </a:defRPr>
            </a:pPr>
            <a:r>
              <a:rPr sz="1350" b="0">
                <a:solidFill>
                  <a:srgbClr val="FFFFFF"/>
                </a:solidFill>
                <a:latin typeface="Segoe UI"/>
                <a:ea typeface="Segoe UI"/>
                <a:cs typeface="Segoe UI"/>
              </a:rPr>
              <a:t>.</a:t>
            </a:r>
          </a:p>
        </p:txBody>
      </p:sp>
      <p:sp>
        <p:nvSpPr>
          <p:cNvPr id="316" name="">
            <a:extLst xmlns:a="http://schemas.openxmlformats.org/drawingml/2006/main">
              <a:ext uri="{FF2B5EF4-FFF2-40B4-BE49-F238E27FC236}">
                <a16:creationId xmlns:a16="http://schemas.microsoft.com/office/drawing/2014/main" id="{533A1C1B-5D58-4C40-88CA-E15C30CA7B27}"/>
              </a:ext>
            </a:extLst>
          </p:cNvPr>
          <p:cNvSpPr>
            <a:spLocks xmlns:a="http://schemas.openxmlformats.org/drawingml/2006/main" noGrp="1"/>
          </p:cNvSpPr>
          <p:nvPr/>
        </p:nvSpPr>
        <p:spPr>
          <a:xfrm xmlns:a="http://schemas.openxmlformats.org/drawingml/2006/main">
            <a:off x="16097250" y="30346650"/>
            <a:ext cx="12954000" cy="1409700"/>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17" name="">
            <a:extLst xmlns:a="http://schemas.openxmlformats.org/drawingml/2006/main">
              <a:ext uri="{FF2B5EF4-FFF2-40B4-BE49-F238E27FC236}">
                <a16:creationId xmlns:a16="http://schemas.microsoft.com/office/drawing/2014/main" id="{44E298C0-332B-41F7-914D-57CAF2A283AC}"/>
              </a:ext>
            </a:extLst>
          </p:cNvPr>
          <p:cNvSpPr>
            <a:spLocks xmlns:a="http://schemas.openxmlformats.org/drawingml/2006/main" noGrp="1"/>
          </p:cNvSpPr>
          <p:nvPr/>
        </p:nvSpPr>
        <p:spPr>
          <a:xfrm xmlns:a="http://schemas.openxmlformats.org/drawingml/2006/main">
            <a:off x="16097250" y="30346650"/>
            <a:ext cx="85725" cy="140970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18" name="">
            <a:extLst xmlns:a="http://schemas.openxmlformats.org/drawingml/2006/main">
              <a:ext uri="{FF2B5EF4-FFF2-40B4-BE49-F238E27FC236}">
                <a16:creationId xmlns:a16="http://schemas.microsoft.com/office/drawing/2014/main" id="{1E46FDB9-A08C-447B-BEB6-8783221142E7}"/>
              </a:ext>
            </a:extLst>
          </p:cNvPr>
          <p:cNvSpPr>
            <a:spLocks xmlns:a="http://schemas.openxmlformats.org/drawingml/2006/main" noGrp="1"/>
          </p:cNvSpPr>
          <p:nvPr/>
        </p:nvSpPr>
        <p:spPr>
          <a:xfrm xmlns:a="http://schemas.openxmlformats.org/drawingml/2006/main">
            <a:off x="16363950" y="30537150"/>
            <a:ext cx="12458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2B2A55"/>
                </a:solidFill>
                <a:latin typeface="Segoe UI"/>
                <a:ea typeface="Segoe UI"/>
                <a:cs typeface="Segoe UI"/>
              </a:defRPr>
            </a:pPr>
            <a:r>
              <a:rPr sz="1725" b="1">
                <a:solidFill>
                  <a:srgbClr val="FFFFFF"/>
                </a:solidFill>
                <a:latin typeface="Segoe UI"/>
                <a:ea typeface="Segoe UI"/>
                <a:cs typeface="Segoe UI"/>
              </a:rPr>
              <a:t>.</a:t>
            </a:r>
          </a:p>
        </p:txBody>
      </p:sp>
      <p:sp>
        <p:nvSpPr>
          <p:cNvPr id="319" name="">
            <a:extLst xmlns:a="http://schemas.openxmlformats.org/drawingml/2006/main">
              <a:ext uri="{FF2B5EF4-FFF2-40B4-BE49-F238E27FC236}">
                <a16:creationId xmlns:a16="http://schemas.microsoft.com/office/drawing/2014/main" id="{291AFA70-BED8-4495-A7F1-FEC598C0A8C7}"/>
              </a:ext>
            </a:extLst>
          </p:cNvPr>
          <p:cNvSpPr>
            <a:spLocks xmlns:a="http://schemas.openxmlformats.org/drawingml/2006/main" noGrp="1"/>
          </p:cNvSpPr>
          <p:nvPr/>
        </p:nvSpPr>
        <p:spPr>
          <a:xfrm xmlns:a="http://schemas.openxmlformats.org/drawingml/2006/main">
            <a:off x="16363950" y="30994350"/>
            <a:ext cx="124396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4B4F73"/>
                </a:solidFill>
                <a:latin typeface="Segoe UI"/>
                <a:ea typeface="Segoe UI"/>
                <a:cs typeface="Segoe UI"/>
              </a:defRPr>
            </a:pPr>
            <a:r>
              <a:rPr sz="1350" b="0">
                <a:solidFill>
                  <a:srgbClr val="FFFFFF"/>
                </a:solidFill>
                <a:latin typeface="Segoe UI"/>
                <a:ea typeface="Segoe UI"/>
                <a:cs typeface="Segoe UI"/>
              </a:rPr>
              <a:t>.</a:t>
            </a:r>
          </a:p>
        </p:txBody>
      </p:sp>
      <p:sp>
        <p:nvSpPr>
          <p:cNvPr id="320" name="">
            <a:extLst xmlns:a="http://schemas.openxmlformats.org/drawingml/2006/main">
              <a:ext uri="{FF2B5EF4-FFF2-40B4-BE49-F238E27FC236}">
                <a16:creationId xmlns:a16="http://schemas.microsoft.com/office/drawing/2014/main" id="{D652E2C4-EAFD-4B88-BFD5-200D5E64C228}"/>
              </a:ext>
            </a:extLst>
          </p:cNvPr>
          <p:cNvSpPr>
            <a:spLocks xmlns:a="http://schemas.openxmlformats.org/drawingml/2006/main" noGrp="1"/>
          </p:cNvSpPr>
          <p:nvPr/>
        </p:nvSpPr>
        <p:spPr>
          <a:xfrm xmlns:a="http://schemas.openxmlformats.org/drawingml/2006/main">
            <a:off x="952500" y="33147000"/>
            <a:ext cx="28575000" cy="5048250"/>
          </a:xfrm>
          <a:prstGeom xmlns:a="http://schemas.openxmlformats.org/drawingml/2006/main" prst="rect">
            <a:avLst/>
          </a:prstGeom>
          <a:solidFill xmlns:a="http://schemas.openxmlformats.org/drawingml/2006/main">
            <a:srgbClr val="FFFFFF"/>
          </a:solidFill>
          <a:ln xmlns:a="http://schemas.openxmlformats.org/drawingml/2006/main" w="19050">
            <a:solidFill>
              <a:srgbClr val="D5DDEA"/>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21" name="">
            <a:extLst xmlns:a="http://schemas.openxmlformats.org/drawingml/2006/main">
              <a:ext uri="{FF2B5EF4-FFF2-40B4-BE49-F238E27FC236}">
                <a16:creationId xmlns:a16="http://schemas.microsoft.com/office/drawing/2014/main" id="{2517C80C-926B-4D12-A72C-5BF6285E5253}"/>
              </a:ext>
            </a:extLst>
          </p:cNvPr>
          <p:cNvSpPr>
            <a:spLocks xmlns:a="http://schemas.openxmlformats.org/drawingml/2006/main" noGrp="1"/>
          </p:cNvSpPr>
          <p:nvPr/>
        </p:nvSpPr>
        <p:spPr>
          <a:xfrm xmlns:a="http://schemas.openxmlformats.org/drawingml/2006/main">
            <a:off x="952500" y="33147000"/>
            <a:ext cx="114300" cy="50482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22" name="">
            <a:extLst xmlns:a="http://schemas.openxmlformats.org/drawingml/2006/main">
              <a:ext uri="{FF2B5EF4-FFF2-40B4-BE49-F238E27FC236}">
                <a16:creationId xmlns:a16="http://schemas.microsoft.com/office/drawing/2014/main" id="{809F50AB-99E6-495F-99E1-84AD0882F0AF}"/>
              </a:ext>
            </a:extLst>
          </p:cNvPr>
          <p:cNvSpPr>
            <a:spLocks xmlns:a="http://schemas.openxmlformats.org/drawingml/2006/main" noGrp="1"/>
          </p:cNvSpPr>
          <p:nvPr/>
        </p:nvSpPr>
        <p:spPr>
          <a:xfrm xmlns:a="http://schemas.openxmlformats.org/drawingml/2006/main">
            <a:off x="1276350" y="33356550"/>
            <a:ext cx="27908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325" b="1">
                <a:solidFill>
                  <a:srgbClr val="2B2A55"/>
                </a:solidFill>
                <a:latin typeface="Segoe UI"/>
                <a:ea typeface="Segoe UI"/>
                <a:cs typeface="Segoe UI"/>
              </a:defRPr>
            </a:pPr>
            <a:r>
              <a:rPr sz="2325" b="1">
                <a:solidFill>
                  <a:srgbClr val="FFFFFF"/>
                </a:solidFill>
                <a:latin typeface="Segoe UI"/>
                <a:ea typeface="Segoe UI"/>
                <a:cs typeface="Segoe UI"/>
              </a:rPr>
              <a:t>.</a:t>
            </a:r>
          </a:p>
        </p:txBody>
      </p:sp>
      <p:sp>
        <p:nvSpPr>
          <p:cNvPr id="323" name="">
            <a:extLst xmlns:a="http://schemas.openxmlformats.org/drawingml/2006/main">
              <a:ext uri="{FF2B5EF4-FFF2-40B4-BE49-F238E27FC236}">
                <a16:creationId xmlns:a16="http://schemas.microsoft.com/office/drawing/2014/main" id="{D01927AF-9B53-4394-ACDB-E4608F72E334}"/>
              </a:ext>
            </a:extLst>
          </p:cNvPr>
          <p:cNvSpPr>
            <a:spLocks xmlns:a="http://schemas.openxmlformats.org/drawingml/2006/main" noGrp="1"/>
          </p:cNvSpPr>
          <p:nvPr/>
        </p:nvSpPr>
        <p:spPr>
          <a:xfrm xmlns:a="http://schemas.openxmlformats.org/drawingml/2006/main">
            <a:off x="1476375" y="34147125"/>
            <a:ext cx="6429375" cy="2857500"/>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24" name="">
            <a:extLst xmlns:a="http://schemas.openxmlformats.org/drawingml/2006/main">
              <a:ext uri="{FF2B5EF4-FFF2-40B4-BE49-F238E27FC236}">
                <a16:creationId xmlns:a16="http://schemas.microsoft.com/office/drawing/2014/main" id="{66B55E28-BF26-4AAE-992C-05BD83B07638}"/>
              </a:ext>
            </a:extLst>
          </p:cNvPr>
          <p:cNvSpPr>
            <a:spLocks xmlns:a="http://schemas.openxmlformats.org/drawingml/2006/main" noGrp="1"/>
          </p:cNvSpPr>
          <p:nvPr/>
        </p:nvSpPr>
        <p:spPr>
          <a:xfrm xmlns:a="http://schemas.openxmlformats.org/drawingml/2006/main">
            <a:off x="1476375" y="34147125"/>
            <a:ext cx="85725" cy="2857500"/>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25" name="">
            <a:extLst xmlns:a="http://schemas.openxmlformats.org/drawingml/2006/main">
              <a:ext uri="{FF2B5EF4-FFF2-40B4-BE49-F238E27FC236}">
                <a16:creationId xmlns:a16="http://schemas.microsoft.com/office/drawing/2014/main" id="{2774F705-72BE-484B-8D2E-23A5347ACA36}"/>
              </a:ext>
            </a:extLst>
          </p:cNvPr>
          <p:cNvSpPr>
            <a:spLocks xmlns:a="http://schemas.openxmlformats.org/drawingml/2006/main" noGrp="1"/>
          </p:cNvSpPr>
          <p:nvPr/>
        </p:nvSpPr>
        <p:spPr>
          <a:xfrm xmlns:a="http://schemas.openxmlformats.org/drawingml/2006/main">
            <a:off x="1743075" y="34337625"/>
            <a:ext cx="59340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2B2A55"/>
                </a:solidFill>
                <a:latin typeface="Segoe UI"/>
                <a:ea typeface="Segoe UI"/>
                <a:cs typeface="Segoe UI"/>
              </a:defRPr>
            </a:pPr>
            <a:r>
              <a:rPr sz="1725" b="1">
                <a:solidFill>
                  <a:srgbClr val="FFFFFF"/>
                </a:solidFill>
                <a:latin typeface="Segoe UI"/>
                <a:ea typeface="Segoe UI"/>
                <a:cs typeface="Segoe UI"/>
              </a:rPr>
              <a:t>.</a:t>
            </a:r>
          </a:p>
        </p:txBody>
      </p:sp>
      <p:sp>
        <p:nvSpPr>
          <p:cNvPr id="326" name="">
            <a:extLst xmlns:a="http://schemas.openxmlformats.org/drawingml/2006/main">
              <a:ext uri="{FF2B5EF4-FFF2-40B4-BE49-F238E27FC236}">
                <a16:creationId xmlns:a16="http://schemas.microsoft.com/office/drawing/2014/main" id="{BCD64175-AD54-411C-A294-E5973D425098}"/>
              </a:ext>
            </a:extLst>
          </p:cNvPr>
          <p:cNvSpPr>
            <a:spLocks xmlns:a="http://schemas.openxmlformats.org/drawingml/2006/main" noGrp="1"/>
          </p:cNvSpPr>
          <p:nvPr/>
        </p:nvSpPr>
        <p:spPr>
          <a:xfrm xmlns:a="http://schemas.openxmlformats.org/drawingml/2006/main">
            <a:off x="1743075" y="34794825"/>
            <a:ext cx="5915025" cy="2076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4B4F73"/>
                </a:solidFill>
                <a:latin typeface="Segoe UI"/>
                <a:ea typeface="Segoe UI"/>
                <a:cs typeface="Segoe UI"/>
              </a:defRPr>
            </a:pPr>
            <a:r>
              <a:rPr sz="1350" b="0">
                <a:solidFill>
                  <a:srgbClr val="FFFFFF"/>
                </a:solidFill>
                <a:latin typeface="Segoe UI"/>
                <a:ea typeface="Segoe UI"/>
                <a:cs typeface="Segoe UI"/>
              </a:rPr>
              <a:t>.</a:t>
            </a:r>
          </a:p>
        </p:txBody>
      </p:sp>
      <p:sp>
        <p:nvSpPr>
          <p:cNvPr id="327" name="">
            <a:extLst xmlns:a="http://schemas.openxmlformats.org/drawingml/2006/main">
              <a:ext uri="{FF2B5EF4-FFF2-40B4-BE49-F238E27FC236}">
                <a16:creationId xmlns:a16="http://schemas.microsoft.com/office/drawing/2014/main" id="{13C21DFB-18D2-460A-A364-138F03DD606D}"/>
              </a:ext>
            </a:extLst>
          </p:cNvPr>
          <p:cNvSpPr>
            <a:spLocks xmlns:a="http://schemas.openxmlformats.org/drawingml/2006/main" noGrp="1"/>
          </p:cNvSpPr>
          <p:nvPr/>
        </p:nvSpPr>
        <p:spPr>
          <a:xfrm xmlns:a="http://schemas.openxmlformats.org/drawingml/2006/main">
            <a:off x="8429625" y="34147125"/>
            <a:ext cx="6429375" cy="2857500"/>
          </a:xfrm>
          <a:prstGeom xmlns:a="http://schemas.openxmlformats.org/drawingml/2006/main" prst="rect">
            <a:avLst/>
          </a:prstGeom>
          <a:solidFill xmlns:a="http://schemas.openxmlformats.org/drawingml/2006/main">
            <a:srgbClr val="F4F8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28" name="">
            <a:extLst xmlns:a="http://schemas.openxmlformats.org/drawingml/2006/main">
              <a:ext uri="{FF2B5EF4-FFF2-40B4-BE49-F238E27FC236}">
                <a16:creationId xmlns:a16="http://schemas.microsoft.com/office/drawing/2014/main" id="{77FFEAD4-DCC5-4438-8EE9-6B12E7509096}"/>
              </a:ext>
            </a:extLst>
          </p:cNvPr>
          <p:cNvSpPr>
            <a:spLocks xmlns:a="http://schemas.openxmlformats.org/drawingml/2006/main" noGrp="1"/>
          </p:cNvSpPr>
          <p:nvPr/>
        </p:nvSpPr>
        <p:spPr>
          <a:xfrm xmlns:a="http://schemas.openxmlformats.org/drawingml/2006/main">
            <a:off x="8429625" y="34147125"/>
            <a:ext cx="85725" cy="285750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29" name="">
            <a:extLst xmlns:a="http://schemas.openxmlformats.org/drawingml/2006/main">
              <a:ext uri="{FF2B5EF4-FFF2-40B4-BE49-F238E27FC236}">
                <a16:creationId xmlns:a16="http://schemas.microsoft.com/office/drawing/2014/main" id="{92DC4D59-A220-4D6D-A8D0-8FAC8E56A6F2}"/>
              </a:ext>
            </a:extLst>
          </p:cNvPr>
          <p:cNvSpPr>
            <a:spLocks xmlns:a="http://schemas.openxmlformats.org/drawingml/2006/main" noGrp="1"/>
          </p:cNvSpPr>
          <p:nvPr/>
        </p:nvSpPr>
        <p:spPr>
          <a:xfrm xmlns:a="http://schemas.openxmlformats.org/drawingml/2006/main">
            <a:off x="8696325" y="34337625"/>
            <a:ext cx="59340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2B2A55"/>
                </a:solidFill>
                <a:latin typeface="Segoe UI"/>
                <a:ea typeface="Segoe UI"/>
                <a:cs typeface="Segoe UI"/>
              </a:defRPr>
            </a:pPr>
            <a:r>
              <a:rPr sz="1725" b="1">
                <a:solidFill>
                  <a:srgbClr val="FFFFFF"/>
                </a:solidFill>
                <a:latin typeface="Segoe UI"/>
                <a:ea typeface="Segoe UI"/>
                <a:cs typeface="Segoe UI"/>
              </a:rPr>
              <a:t>.</a:t>
            </a:r>
          </a:p>
        </p:txBody>
      </p:sp>
      <p:sp>
        <p:nvSpPr>
          <p:cNvPr id="330" name="">
            <a:extLst xmlns:a="http://schemas.openxmlformats.org/drawingml/2006/main">
              <a:ext uri="{FF2B5EF4-FFF2-40B4-BE49-F238E27FC236}">
                <a16:creationId xmlns:a16="http://schemas.microsoft.com/office/drawing/2014/main" id="{3A88A289-C5A3-47DE-809F-B059C4754FE3}"/>
              </a:ext>
            </a:extLst>
          </p:cNvPr>
          <p:cNvSpPr>
            <a:spLocks xmlns:a="http://schemas.openxmlformats.org/drawingml/2006/main" noGrp="1"/>
          </p:cNvSpPr>
          <p:nvPr/>
        </p:nvSpPr>
        <p:spPr>
          <a:xfrm xmlns:a="http://schemas.openxmlformats.org/drawingml/2006/main">
            <a:off x="8696325" y="34794825"/>
            <a:ext cx="5915025" cy="2076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4B4F73"/>
                </a:solidFill>
                <a:latin typeface="Segoe UI"/>
                <a:ea typeface="Segoe UI"/>
                <a:cs typeface="Segoe UI"/>
              </a:defRPr>
            </a:pPr>
            <a:r>
              <a:rPr sz="1350" b="0">
                <a:solidFill>
                  <a:srgbClr val="FFFFFF"/>
                </a:solidFill>
                <a:latin typeface="Segoe UI"/>
                <a:ea typeface="Segoe UI"/>
                <a:cs typeface="Segoe UI"/>
              </a:rPr>
              <a:t>.</a:t>
            </a:r>
          </a:p>
        </p:txBody>
      </p:sp>
      <p:sp>
        <p:nvSpPr>
          <p:cNvPr id="331" name="">
            <a:extLst xmlns:a="http://schemas.openxmlformats.org/drawingml/2006/main">
              <a:ext uri="{FF2B5EF4-FFF2-40B4-BE49-F238E27FC236}">
                <a16:creationId xmlns:a16="http://schemas.microsoft.com/office/drawing/2014/main" id="{70D93C16-654F-4841-8A6D-2B466216B583}"/>
              </a:ext>
            </a:extLst>
          </p:cNvPr>
          <p:cNvSpPr>
            <a:spLocks xmlns:a="http://schemas.openxmlformats.org/drawingml/2006/main" noGrp="1"/>
          </p:cNvSpPr>
          <p:nvPr/>
        </p:nvSpPr>
        <p:spPr>
          <a:xfrm xmlns:a="http://schemas.openxmlformats.org/drawingml/2006/main">
            <a:off x="15382875" y="34147125"/>
            <a:ext cx="6429375" cy="2857500"/>
          </a:xfrm>
          <a:prstGeom xmlns:a="http://schemas.openxmlformats.org/drawingml/2006/main" prst="rect">
            <a:avLst/>
          </a:prstGeom>
          <a:solidFill xmlns:a="http://schemas.openxmlformats.org/drawingml/2006/main">
            <a:srgbClr val="FFFF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32" name="">
            <a:extLst xmlns:a="http://schemas.openxmlformats.org/drawingml/2006/main">
              <a:ext uri="{FF2B5EF4-FFF2-40B4-BE49-F238E27FC236}">
                <a16:creationId xmlns:a16="http://schemas.microsoft.com/office/drawing/2014/main" id="{BB500528-339A-47BE-8A0A-B3942E5F10B7}"/>
              </a:ext>
            </a:extLst>
          </p:cNvPr>
          <p:cNvSpPr>
            <a:spLocks xmlns:a="http://schemas.openxmlformats.org/drawingml/2006/main" noGrp="1"/>
          </p:cNvSpPr>
          <p:nvPr/>
        </p:nvSpPr>
        <p:spPr>
          <a:xfrm xmlns:a="http://schemas.openxmlformats.org/drawingml/2006/main">
            <a:off x="15382875" y="34147125"/>
            <a:ext cx="85725" cy="285750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33" name="">
            <a:extLst xmlns:a="http://schemas.openxmlformats.org/drawingml/2006/main">
              <a:ext uri="{FF2B5EF4-FFF2-40B4-BE49-F238E27FC236}">
                <a16:creationId xmlns:a16="http://schemas.microsoft.com/office/drawing/2014/main" id="{5AA4DE7A-F6B0-4A50-ABE2-248F969F25E4}"/>
              </a:ext>
            </a:extLst>
          </p:cNvPr>
          <p:cNvSpPr>
            <a:spLocks xmlns:a="http://schemas.openxmlformats.org/drawingml/2006/main" noGrp="1"/>
          </p:cNvSpPr>
          <p:nvPr/>
        </p:nvSpPr>
        <p:spPr>
          <a:xfrm xmlns:a="http://schemas.openxmlformats.org/drawingml/2006/main">
            <a:off x="15649575" y="34337625"/>
            <a:ext cx="59340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2B2A55"/>
                </a:solidFill>
                <a:latin typeface="Segoe UI"/>
                <a:ea typeface="Segoe UI"/>
                <a:cs typeface="Segoe UI"/>
              </a:defRPr>
            </a:pPr>
            <a:r>
              <a:rPr sz="1725" b="1">
                <a:solidFill>
                  <a:srgbClr val="FFFFFF"/>
                </a:solidFill>
                <a:latin typeface="Segoe UI"/>
                <a:ea typeface="Segoe UI"/>
                <a:cs typeface="Segoe UI"/>
              </a:rPr>
              <a:t>.</a:t>
            </a:r>
          </a:p>
        </p:txBody>
      </p:sp>
      <p:sp>
        <p:nvSpPr>
          <p:cNvPr id="334" name="">
            <a:extLst xmlns:a="http://schemas.openxmlformats.org/drawingml/2006/main">
              <a:ext uri="{FF2B5EF4-FFF2-40B4-BE49-F238E27FC236}">
                <a16:creationId xmlns:a16="http://schemas.microsoft.com/office/drawing/2014/main" id="{FE556828-7B4D-4F50-B4AC-067CBC9D04F1}"/>
              </a:ext>
            </a:extLst>
          </p:cNvPr>
          <p:cNvSpPr>
            <a:spLocks xmlns:a="http://schemas.openxmlformats.org/drawingml/2006/main" noGrp="1"/>
          </p:cNvSpPr>
          <p:nvPr/>
        </p:nvSpPr>
        <p:spPr>
          <a:xfrm xmlns:a="http://schemas.openxmlformats.org/drawingml/2006/main">
            <a:off x="15649575" y="34794825"/>
            <a:ext cx="5915025" cy="2076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4B4F73"/>
                </a:solidFill>
                <a:latin typeface="Segoe UI"/>
                <a:ea typeface="Segoe UI"/>
                <a:cs typeface="Segoe UI"/>
              </a:defRPr>
            </a:pPr>
            <a:r>
              <a:rPr sz="1350" b="0">
                <a:solidFill>
                  <a:srgbClr val="FFFFFF"/>
                </a:solidFill>
                <a:latin typeface="Segoe UI"/>
                <a:ea typeface="Segoe UI"/>
                <a:cs typeface="Segoe UI"/>
              </a:rPr>
              <a:t>.</a:t>
            </a:r>
          </a:p>
        </p:txBody>
      </p:sp>
      <p:sp>
        <p:nvSpPr>
          <p:cNvPr id="335" name="">
            <a:extLst xmlns:a="http://schemas.openxmlformats.org/drawingml/2006/main">
              <a:ext uri="{FF2B5EF4-FFF2-40B4-BE49-F238E27FC236}">
                <a16:creationId xmlns:a16="http://schemas.microsoft.com/office/drawing/2014/main" id="{A56211F2-D03D-4C42-A602-B89F2767FE57}"/>
              </a:ext>
            </a:extLst>
          </p:cNvPr>
          <p:cNvSpPr>
            <a:spLocks xmlns:a="http://schemas.openxmlformats.org/drawingml/2006/main" noGrp="1"/>
          </p:cNvSpPr>
          <p:nvPr/>
        </p:nvSpPr>
        <p:spPr>
          <a:xfrm xmlns:a="http://schemas.openxmlformats.org/drawingml/2006/main">
            <a:off x="22336125" y="34147125"/>
            <a:ext cx="6429375" cy="2857500"/>
          </a:xfrm>
          <a:prstGeom xmlns:a="http://schemas.openxmlformats.org/drawingml/2006/main" prst="rect">
            <a:avLst/>
          </a:prstGeom>
          <a:solidFill xmlns:a="http://schemas.openxmlformats.org/drawingml/2006/main">
            <a:srgbClr val="F4F8FF"/>
          </a:solidFill>
          <a:ln xmlns:a="http://schemas.openxmlformats.org/drawingml/2006/main" w="19050">
            <a:solidFill>
              <a:srgbClr val="DCE3F0"/>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36" name="">
            <a:extLst xmlns:a="http://schemas.openxmlformats.org/drawingml/2006/main">
              <a:ext uri="{FF2B5EF4-FFF2-40B4-BE49-F238E27FC236}">
                <a16:creationId xmlns:a16="http://schemas.microsoft.com/office/drawing/2014/main" id="{B5BD747E-CFC2-48CA-89E8-45D8A03C1CD4}"/>
              </a:ext>
            </a:extLst>
          </p:cNvPr>
          <p:cNvSpPr>
            <a:spLocks xmlns:a="http://schemas.openxmlformats.org/drawingml/2006/main" noGrp="1"/>
          </p:cNvSpPr>
          <p:nvPr/>
        </p:nvSpPr>
        <p:spPr>
          <a:xfrm xmlns:a="http://schemas.openxmlformats.org/drawingml/2006/main">
            <a:off x="22336125" y="34147125"/>
            <a:ext cx="85725" cy="2857500"/>
          </a:xfrm>
          <a:prstGeom xmlns:a="http://schemas.openxmlformats.org/drawingml/2006/main" prst="rect">
            <a:avLst/>
          </a:prstGeom>
          <a:solidFill xmlns:a="http://schemas.openxmlformats.org/drawingml/2006/main">
            <a:srgbClr val="4B9A58"/>
          </a:solidFill>
          <a:ln xmlns:a="http://schemas.openxmlformats.org/drawingml/2006/main" w="0">
            <a:solidFill>
              <a:srgbClr val="4B9A58"/>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37" name="">
            <a:extLst xmlns:a="http://schemas.openxmlformats.org/drawingml/2006/main">
              <a:ext uri="{FF2B5EF4-FFF2-40B4-BE49-F238E27FC236}">
                <a16:creationId xmlns:a16="http://schemas.microsoft.com/office/drawing/2014/main" id="{1E54BB03-E281-4E47-BE85-5C61ADB12FF3}"/>
              </a:ext>
            </a:extLst>
          </p:cNvPr>
          <p:cNvSpPr>
            <a:spLocks xmlns:a="http://schemas.openxmlformats.org/drawingml/2006/main" noGrp="1"/>
          </p:cNvSpPr>
          <p:nvPr/>
        </p:nvSpPr>
        <p:spPr>
          <a:xfrm xmlns:a="http://schemas.openxmlformats.org/drawingml/2006/main">
            <a:off x="22602825" y="34337625"/>
            <a:ext cx="59340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2B2A55"/>
                </a:solidFill>
                <a:latin typeface="Segoe UI"/>
                <a:ea typeface="Segoe UI"/>
                <a:cs typeface="Segoe UI"/>
              </a:defRPr>
            </a:pPr>
            <a:r>
              <a:rPr sz="1725" b="1">
                <a:solidFill>
                  <a:srgbClr val="FFFFFF"/>
                </a:solidFill>
                <a:latin typeface="Segoe UI"/>
                <a:ea typeface="Segoe UI"/>
                <a:cs typeface="Segoe UI"/>
              </a:rPr>
              <a:t>.</a:t>
            </a:r>
          </a:p>
        </p:txBody>
      </p:sp>
      <p:sp>
        <p:nvSpPr>
          <p:cNvPr id="338" name="">
            <a:extLst xmlns:a="http://schemas.openxmlformats.org/drawingml/2006/main">
              <a:ext uri="{FF2B5EF4-FFF2-40B4-BE49-F238E27FC236}">
                <a16:creationId xmlns:a16="http://schemas.microsoft.com/office/drawing/2014/main" id="{AA23FFBB-BB63-41FA-B450-EBA11FACEB2A}"/>
              </a:ext>
            </a:extLst>
          </p:cNvPr>
          <p:cNvSpPr>
            <a:spLocks xmlns:a="http://schemas.openxmlformats.org/drawingml/2006/main" noGrp="1"/>
          </p:cNvSpPr>
          <p:nvPr/>
        </p:nvSpPr>
        <p:spPr>
          <a:xfrm xmlns:a="http://schemas.openxmlformats.org/drawingml/2006/main">
            <a:off x="22602825" y="34794825"/>
            <a:ext cx="5915025" cy="2076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4B4F73"/>
                </a:solidFill>
                <a:latin typeface="Segoe UI"/>
                <a:ea typeface="Segoe UI"/>
                <a:cs typeface="Segoe UI"/>
              </a:defRPr>
            </a:pPr>
            <a:r>
              <a:rPr sz="1350" b="0">
                <a:solidFill>
                  <a:srgbClr val="FFFFFF"/>
                </a:solidFill>
                <a:latin typeface="Segoe UI"/>
                <a:ea typeface="Segoe UI"/>
                <a:cs typeface="Segoe UI"/>
              </a:rPr>
              <a:t>.</a:t>
            </a:r>
          </a:p>
        </p:txBody>
      </p:sp>
      <p:sp>
        <p:nvSpPr>
          <p:cNvPr id="339" name="">
            <a:extLst xmlns:a="http://schemas.openxmlformats.org/drawingml/2006/main">
              <a:ext uri="{FF2B5EF4-FFF2-40B4-BE49-F238E27FC236}">
                <a16:creationId xmlns:a16="http://schemas.microsoft.com/office/drawing/2014/main" id="{89391020-58A9-43B8-A752-4DBEAF2D4D6B}"/>
              </a:ext>
            </a:extLst>
          </p:cNvPr>
          <p:cNvSpPr>
            <a:spLocks xmlns:a="http://schemas.openxmlformats.org/drawingml/2006/main" noGrp="1"/>
          </p:cNvSpPr>
          <p:nvPr/>
        </p:nvSpPr>
        <p:spPr>
          <a:xfrm xmlns:a="http://schemas.openxmlformats.org/drawingml/2006/main">
            <a:off x="952500" y="39385875"/>
            <a:ext cx="28575000" cy="20955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txBody>
          <a:bodyPr xmlns:a="http://schemas.openxmlformats.org/drawingml/2006/main"/>
          <a:lstStyle xmlns:a="http://schemas.openxmlformats.org/drawingml/2006/main"/>
          <a:p xmlns:a="http://schemas.openxmlformats.org/drawingml/2006/main">
            <a:r>
              <a:rPr>
                <a:solidFill>
                  <a:srgbClr val="FFFFFF"/>
                </a:solidFill>
              </a:rPr>
              <a:t>.</a:t>
            </a:r>
          </a:p>
        </p:txBody>
      </p:sp>
      <p:sp>
        <p:nvSpPr>
          <p:cNvPr id="340" name="">
            <a:extLst xmlns:a="http://schemas.openxmlformats.org/drawingml/2006/main">
              <a:ext uri="{FF2B5EF4-FFF2-40B4-BE49-F238E27FC236}">
                <a16:creationId xmlns:a16="http://schemas.microsoft.com/office/drawing/2014/main" id="{CD90421A-2386-4B6F-8DC4-FD9A217E47F7}"/>
              </a:ext>
            </a:extLst>
          </p:cNvPr>
          <p:cNvSpPr>
            <a:spLocks xmlns:a="http://schemas.openxmlformats.org/drawingml/2006/main" noGrp="1"/>
          </p:cNvSpPr>
          <p:nvPr/>
        </p:nvSpPr>
        <p:spPr>
          <a:xfrm xmlns:a="http://schemas.openxmlformats.org/drawingml/2006/main">
            <a:off x="1476375" y="39909750"/>
            <a:ext cx="275272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025" b="1">
                <a:solidFill>
                  <a:srgbClr val="FFFFFF"/>
                </a:solidFill>
                <a:latin typeface="Segoe UI"/>
                <a:ea typeface="Segoe UI"/>
                <a:cs typeface="Segoe UI"/>
              </a:defRPr>
            </a:pPr>
            <a:r>
              <a:rPr sz="2025" b="1">
                <a:solidFill>
                  <a:srgbClr val="FFFFFF"/>
                </a:solidFill>
                <a:latin typeface="Segoe UI"/>
                <a:ea typeface="Segoe UI"/>
                <a:cs typeface="Segoe UI"/>
              </a:rPr>
              <a:t>.</a:t>
            </a:r>
          </a:p>
        </p:txBody>
      </p:sp>
      <p:sp>
        <p:nvSpPr>
          <p:cNvPr id="344" name="">
            <a:extLst xmlns:a="http://schemas.openxmlformats.org/drawingml/2006/main">
              <a:ext uri="{FF2B5EF4-FFF2-40B4-BE49-F238E27FC236}">
                <a16:creationId xmlns:a16="http://schemas.microsoft.com/office/drawing/2014/main" id="{73F1FC4E-5D77-405A-94F5-F1C13205BC7C}"/>
              </a:ext>
            </a:extLst>
          </p:cNvPr>
          <p:cNvSpPr>
            <a:spLocks xmlns:a="http://schemas.openxmlformats.org/drawingml/2006/main" noGrp="1"/>
          </p:cNvSpPr>
          <p:nvPr/>
        </p:nvSpPr>
        <p:spPr>
          <a:xfrm xmlns:a="http://schemas.openxmlformats.org/drawingml/2006/main">
            <a:off x="0" y="5810250"/>
            <a:ext cx="30480000" cy="37290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45" name="">
            <a:extLst xmlns:a="http://schemas.openxmlformats.org/drawingml/2006/main">
              <a:ext uri="{FF2B5EF4-FFF2-40B4-BE49-F238E27FC236}">
                <a16:creationId xmlns:a16="http://schemas.microsoft.com/office/drawing/2014/main" id="{1C800D93-6A45-411E-BB62-FAB1F6BA86B0}"/>
              </a:ext>
            </a:extLst>
          </p:cNvPr>
          <p:cNvSpPr>
            <a:spLocks xmlns:a="http://schemas.openxmlformats.org/drawingml/2006/main" noGrp="1"/>
          </p:cNvSpPr>
          <p:nvPr/>
        </p:nvSpPr>
        <p:spPr>
          <a:xfrm xmlns:a="http://schemas.openxmlformats.org/drawingml/2006/main">
            <a:off x="666750" y="5638800"/>
            <a:ext cx="29146500" cy="762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346" name="">
            <a:extLst xmlns:a="http://schemas.openxmlformats.org/drawingml/2006/main">
              <a:ext uri="{FF2B5EF4-FFF2-40B4-BE49-F238E27FC236}">
                <a16:creationId xmlns:a16="http://schemas.microsoft.com/office/drawing/2014/main" id="{464D399F-F90B-4E61-9493-9AFF1E394EED}"/>
              </a:ext>
            </a:extLst>
          </p:cNvPr>
          <p:cNvSpPr>
            <a:spLocks xmlns:a="http://schemas.openxmlformats.org/drawingml/2006/main" noGrp="1"/>
          </p:cNvSpPr>
          <p:nvPr/>
        </p:nvSpPr>
        <p:spPr>
          <a:xfrm xmlns:a="http://schemas.openxmlformats.org/drawingml/2006/main">
            <a:off x="95250" y="95250"/>
            <a:ext cx="30289500" cy="42910125"/>
          </a:xfrm>
          <a:prstGeom xmlns:a="http://schemas.openxmlformats.org/drawingml/2006/main" prst="rect">
            <a:avLst/>
          </a:prstGeom>
          <a:solidFill xmlns:a="http://schemas.openxmlformats.org/drawingml/2006/main">
            <a:srgbClr val="000000">
              <a:alpha val="0"/>
            </a:srgbClr>
          </a:solidFill>
          <a:ln xmlns:a="http://schemas.openxmlformats.org/drawingml/2006/main" w="38100">
            <a:solidFill>
              <a:srgbClr val="1F234B"/>
            </a:solidFill>
            <a:prstDash val="solid"/>
          </a:ln>
        </p:spPr>
      </p:sp>
      <p:sp>
        <p:nvSpPr>
          <p:cNvPr id="347" name="">
            <a:extLst xmlns:a="http://schemas.openxmlformats.org/drawingml/2006/main">
              <a:ext uri="{FF2B5EF4-FFF2-40B4-BE49-F238E27FC236}">
                <a16:creationId xmlns:a16="http://schemas.microsoft.com/office/drawing/2014/main" id="{0212E111-7A81-427B-84D4-65D525C74808}"/>
              </a:ext>
            </a:extLst>
          </p:cNvPr>
          <p:cNvSpPr>
            <a:spLocks xmlns:a="http://schemas.openxmlformats.org/drawingml/2006/main" noGrp="1"/>
          </p:cNvSpPr>
          <p:nvPr/>
        </p:nvSpPr>
        <p:spPr>
          <a:xfrm xmlns:a="http://schemas.openxmlformats.org/drawingml/2006/main">
            <a:off x="838200" y="6191250"/>
            <a:ext cx="9334500" cy="1019175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348" name="">
            <a:extLst xmlns:a="http://schemas.openxmlformats.org/drawingml/2006/main">
              <a:ext uri="{FF2B5EF4-FFF2-40B4-BE49-F238E27FC236}">
                <a16:creationId xmlns:a16="http://schemas.microsoft.com/office/drawing/2014/main" id="{D84F4867-28C2-4AE4-BDDD-2D72670FF0A8}"/>
              </a:ext>
            </a:extLst>
          </p:cNvPr>
          <p:cNvSpPr>
            <a:spLocks xmlns:a="http://schemas.openxmlformats.org/drawingml/2006/main" noGrp="1"/>
          </p:cNvSpPr>
          <p:nvPr/>
        </p:nvSpPr>
        <p:spPr>
          <a:xfrm xmlns:a="http://schemas.openxmlformats.org/drawingml/2006/main">
            <a:off x="838200" y="6191250"/>
            <a:ext cx="93345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349" name="">
            <a:extLst xmlns:a="http://schemas.openxmlformats.org/drawingml/2006/main">
              <a:ext uri="{FF2B5EF4-FFF2-40B4-BE49-F238E27FC236}">
                <a16:creationId xmlns:a16="http://schemas.microsoft.com/office/drawing/2014/main" id="{184F4F47-2F41-47CA-B7C0-1752A8CF8F6D}"/>
              </a:ext>
            </a:extLst>
          </p:cNvPr>
          <p:cNvSpPr>
            <a:spLocks xmlns:a="http://schemas.openxmlformats.org/drawingml/2006/main" noGrp="1"/>
          </p:cNvSpPr>
          <p:nvPr/>
        </p:nvSpPr>
        <p:spPr>
          <a:xfrm xmlns:a="http://schemas.openxmlformats.org/drawingml/2006/main">
            <a:off x="1009650" y="6276975"/>
            <a:ext cx="89916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1. Abstract</a:t>
            </a:r>
          </a:p>
        </p:txBody>
      </p:sp>
      <p:sp>
        <p:nvSpPr>
          <p:cNvPr id="350" name="">
            <a:extLst xmlns:a="http://schemas.openxmlformats.org/drawingml/2006/main">
              <a:ext uri="{FF2B5EF4-FFF2-40B4-BE49-F238E27FC236}">
                <a16:creationId xmlns:a16="http://schemas.microsoft.com/office/drawing/2014/main" id="{540DA027-6C72-4685-932D-7A1C6964CE8F}"/>
              </a:ext>
            </a:extLst>
          </p:cNvPr>
          <p:cNvSpPr>
            <a:spLocks xmlns:a="http://schemas.openxmlformats.org/drawingml/2006/main" noGrp="1"/>
          </p:cNvSpPr>
          <p:nvPr/>
        </p:nvSpPr>
        <p:spPr>
          <a:xfrm xmlns:a="http://schemas.openxmlformats.org/drawingml/2006/main">
            <a:off x="1009650" y="6877050"/>
            <a:ext cx="8991600" cy="9315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45496A"/>
                </a:solidFill>
                <a:latin typeface="Segoe UI"/>
                <a:ea typeface="Segoe UI"/>
                <a:cs typeface="Segoe UI"/>
              </a:defRPr>
            </a:pPr>
            <a:r>
              <a:rPr sz="1425" b="0">
                <a:solidFill>
                  <a:srgbClr val="45496A"/>
                </a:solidFill>
                <a:latin typeface="Segoe UI"/>
                <a:ea typeface="Segoe UI"/>
                <a:cs typeface="Segoe UI"/>
              </a:rPr>
              <a:t>Police investigation data contains highly sensitive personal information, case evidence, and investigative leads. When misuse is caused by an authorized insider, the damage is difficult to detect early and can spread outside the organization before conventional audit processes respond. This work proposes a police-specific dynamic Zero Trust access-control system. Instead of trusting a user after login, the system re-evaluates every sensitive request using identity, registered device, location, assigned case, data sensitivity, and behavior history. The policy engine converts that context into view-only access, masking, re-authentication, admin approval, or blocking.</a:t>
            </a:r>
          </a:p>
          <a:p xmlns:a="http://schemas.openxmlformats.org/drawingml/2006/main">
            <a:r>
              <a:t/>
            </a:r>
          </a:p>
          <a:p xmlns:a="http://schemas.openxmlformats.org/drawingml/2006/main">
            <a:pPr algn="l">
              <a:defRPr sz="1425" b="0">
                <a:solidFill>
                  <a:srgbClr val="45496A"/>
                </a:solidFill>
                <a:latin typeface="Segoe UI"/>
                <a:ea typeface="Segoe UI"/>
                <a:cs typeface="Segoe UI"/>
              </a:defRPr>
            </a:pPr>
            <a:r>
              <a:rPr sz="1425" b="0">
                <a:solidFill>
                  <a:srgbClr val="45496A"/>
                </a:solidFill>
                <a:latin typeface="Segoe UI"/>
                <a:ea typeface="Segoe UI"/>
                <a:cs typeface="Segoe UI"/>
              </a:rPr>
              <a:t>The main objective is to increase security without unnecessarily interrupting legitimate investigation work. Low-risk requests can proceed quickly, while risky or uncertain requests are downgraded to limited viewing or approval.</a:t>
            </a:r>
          </a:p>
        </p:txBody>
      </p:sp>
      <p:sp>
        <p:nvSpPr>
          <p:cNvPr id="351" name="">
            <a:extLst xmlns:a="http://schemas.openxmlformats.org/drawingml/2006/main">
              <a:ext uri="{FF2B5EF4-FFF2-40B4-BE49-F238E27FC236}">
                <a16:creationId xmlns:a16="http://schemas.microsoft.com/office/drawing/2014/main" id="{DFF1FBDB-E4CB-41B2-8AC8-1A3586B123D2}"/>
              </a:ext>
            </a:extLst>
          </p:cNvPr>
          <p:cNvSpPr>
            <a:spLocks xmlns:a="http://schemas.openxmlformats.org/drawingml/2006/main" noGrp="1"/>
          </p:cNvSpPr>
          <p:nvPr/>
        </p:nvSpPr>
        <p:spPr>
          <a:xfrm xmlns:a="http://schemas.openxmlformats.org/drawingml/2006/main">
            <a:off x="838200" y="16611600"/>
            <a:ext cx="9334500" cy="981075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352" name="">
            <a:extLst xmlns:a="http://schemas.openxmlformats.org/drawingml/2006/main">
              <a:ext uri="{FF2B5EF4-FFF2-40B4-BE49-F238E27FC236}">
                <a16:creationId xmlns:a16="http://schemas.microsoft.com/office/drawing/2014/main" id="{8E1D1EE7-4C5A-452F-8D3B-41861C402130}"/>
              </a:ext>
            </a:extLst>
          </p:cNvPr>
          <p:cNvSpPr>
            <a:spLocks xmlns:a="http://schemas.openxmlformats.org/drawingml/2006/main" noGrp="1"/>
          </p:cNvSpPr>
          <p:nvPr/>
        </p:nvSpPr>
        <p:spPr>
          <a:xfrm xmlns:a="http://schemas.openxmlformats.org/drawingml/2006/main">
            <a:off x="838200" y="16611600"/>
            <a:ext cx="93345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353" name="">
            <a:extLst xmlns:a="http://schemas.openxmlformats.org/drawingml/2006/main">
              <a:ext uri="{FF2B5EF4-FFF2-40B4-BE49-F238E27FC236}">
                <a16:creationId xmlns:a16="http://schemas.microsoft.com/office/drawing/2014/main" id="{5B11F3D7-150B-4F16-BABA-E110CDC94AF2}"/>
              </a:ext>
            </a:extLst>
          </p:cNvPr>
          <p:cNvSpPr>
            <a:spLocks xmlns:a="http://schemas.openxmlformats.org/drawingml/2006/main" noGrp="1"/>
          </p:cNvSpPr>
          <p:nvPr/>
        </p:nvSpPr>
        <p:spPr>
          <a:xfrm xmlns:a="http://schemas.openxmlformats.org/drawingml/2006/main">
            <a:off x="1009650" y="16697325"/>
            <a:ext cx="89916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2. Problem Definition</a:t>
            </a:r>
          </a:p>
        </p:txBody>
      </p:sp>
      <p:sp>
        <p:nvSpPr>
          <p:cNvPr id="354" name="">
            <a:extLst xmlns:a="http://schemas.openxmlformats.org/drawingml/2006/main">
              <a:ext uri="{FF2B5EF4-FFF2-40B4-BE49-F238E27FC236}">
                <a16:creationId xmlns:a16="http://schemas.microsoft.com/office/drawing/2014/main" id="{C0E9C697-7671-4FF9-9354-FAC25897E518}"/>
              </a:ext>
            </a:extLst>
          </p:cNvPr>
          <p:cNvSpPr>
            <a:spLocks xmlns:a="http://schemas.openxmlformats.org/drawingml/2006/main" noGrp="1"/>
          </p:cNvSpPr>
          <p:nvPr/>
        </p:nvSpPr>
        <p:spPr>
          <a:xfrm xmlns:a="http://schemas.openxmlformats.org/drawingml/2006/main">
            <a:off x="1009650" y="17297400"/>
            <a:ext cx="8991600" cy="893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45496A"/>
                </a:solidFill>
                <a:latin typeface="Segoe UI"/>
                <a:ea typeface="Segoe UI"/>
                <a:cs typeface="Segoe UI"/>
              </a:defRPr>
            </a:pPr>
            <a:r>
              <a:rPr sz="1425" b="0">
                <a:solidFill>
                  <a:srgbClr val="45496A"/>
                </a:solidFill>
                <a:latin typeface="Segoe UI"/>
                <a:ea typeface="Segoe UI"/>
                <a:cs typeface="Segoe UI"/>
              </a:rPr>
              <a:t>Insider threats differ from external intrusions because the user already owns a valid account and often has some level of legitimate permission. In police environments, an officer may access cases unrelated to their duty for curiosity, private interest, or external pressure. Conventional systems usually ask whether the account has a role, but they do not sufficiently ask whether this user, from this device and location, should access this case at this time and frequency. Therefore, a preventive control mechanism is needed at the request stage, not only after incident investigation.</a:t>
            </a:r>
          </a:p>
          <a:p xmlns:a="http://schemas.openxmlformats.org/drawingml/2006/main">
            <a:r>
              <a:t/>
            </a:r>
          </a:p>
          <a:p xmlns:a="http://schemas.openxmlformats.org/drawingml/2006/main">
            <a:pPr algn="l">
              <a:defRPr sz="1425" b="0">
                <a:solidFill>
                  <a:srgbClr val="45496A"/>
                </a:solidFill>
                <a:latin typeface="Segoe UI"/>
                <a:ea typeface="Segoe UI"/>
                <a:cs typeface="Segoe UI"/>
              </a:defRPr>
            </a:pPr>
            <a:r>
              <a:rPr sz="1425" b="0">
                <a:solidFill>
                  <a:srgbClr val="45496A"/>
                </a:solidFill>
                <a:latin typeface="Segoe UI"/>
                <a:ea typeface="Segoe UI"/>
                <a:cs typeface="Segoe UI"/>
              </a:rPr>
              <a:t>For this reason, request-time context is more important than authentication alone. The same account can have very different risk depending on assigned case, jurisdiction, time, device, and location.</a:t>
            </a:r>
          </a:p>
        </p:txBody>
      </p:sp>
      <p:sp>
        <p:nvSpPr>
          <p:cNvPr id="355" name="">
            <a:extLst xmlns:a="http://schemas.openxmlformats.org/drawingml/2006/main">
              <a:ext uri="{FF2B5EF4-FFF2-40B4-BE49-F238E27FC236}">
                <a16:creationId xmlns:a16="http://schemas.microsoft.com/office/drawing/2014/main" id="{6223A3FE-0639-4455-BD04-8736748FA6DF}"/>
              </a:ext>
            </a:extLst>
          </p:cNvPr>
          <p:cNvSpPr>
            <a:spLocks xmlns:a="http://schemas.openxmlformats.org/drawingml/2006/main" noGrp="1"/>
          </p:cNvSpPr>
          <p:nvPr/>
        </p:nvSpPr>
        <p:spPr>
          <a:xfrm xmlns:a="http://schemas.openxmlformats.org/drawingml/2006/main">
            <a:off x="838200" y="26650950"/>
            <a:ext cx="9334500" cy="981075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356" name="">
            <a:extLst xmlns:a="http://schemas.openxmlformats.org/drawingml/2006/main">
              <a:ext uri="{FF2B5EF4-FFF2-40B4-BE49-F238E27FC236}">
                <a16:creationId xmlns:a16="http://schemas.microsoft.com/office/drawing/2014/main" id="{F0EC73E5-CB3E-403A-81C1-A7B4EB04CFF1}"/>
              </a:ext>
            </a:extLst>
          </p:cNvPr>
          <p:cNvSpPr>
            <a:spLocks xmlns:a="http://schemas.openxmlformats.org/drawingml/2006/main" noGrp="1"/>
          </p:cNvSpPr>
          <p:nvPr/>
        </p:nvSpPr>
        <p:spPr>
          <a:xfrm xmlns:a="http://schemas.openxmlformats.org/drawingml/2006/main">
            <a:off x="838200" y="26650950"/>
            <a:ext cx="93345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357" name="">
            <a:extLst xmlns:a="http://schemas.openxmlformats.org/drawingml/2006/main">
              <a:ext uri="{FF2B5EF4-FFF2-40B4-BE49-F238E27FC236}">
                <a16:creationId xmlns:a16="http://schemas.microsoft.com/office/drawing/2014/main" id="{AA983EA1-6F4B-4AAF-BF5A-767FF9C796F3}"/>
              </a:ext>
            </a:extLst>
          </p:cNvPr>
          <p:cNvSpPr>
            <a:spLocks xmlns:a="http://schemas.openxmlformats.org/drawingml/2006/main" noGrp="1"/>
          </p:cNvSpPr>
          <p:nvPr/>
        </p:nvSpPr>
        <p:spPr>
          <a:xfrm xmlns:a="http://schemas.openxmlformats.org/drawingml/2006/main">
            <a:off x="1009650" y="26736675"/>
            <a:ext cx="89916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3. Limitations of Existing Approaches</a:t>
            </a:r>
          </a:p>
        </p:txBody>
      </p:sp>
      <p:sp>
        <p:nvSpPr>
          <p:cNvPr id="358" name="">
            <a:extLst xmlns:a="http://schemas.openxmlformats.org/drawingml/2006/main">
              <a:ext uri="{FF2B5EF4-FFF2-40B4-BE49-F238E27FC236}">
                <a16:creationId xmlns:a16="http://schemas.microsoft.com/office/drawing/2014/main" id="{9BD91D16-34B2-4CF9-BAE9-B402A7052C81}"/>
              </a:ext>
            </a:extLst>
          </p:cNvPr>
          <p:cNvSpPr>
            <a:spLocks xmlns:a="http://schemas.openxmlformats.org/drawingml/2006/main" noGrp="1"/>
          </p:cNvSpPr>
          <p:nvPr/>
        </p:nvSpPr>
        <p:spPr>
          <a:xfrm xmlns:a="http://schemas.openxmlformats.org/drawingml/2006/main">
            <a:off x="1009650" y="27336750"/>
            <a:ext cx="8991600" cy="893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45496A"/>
                </a:solidFill>
                <a:latin typeface="Segoe UI"/>
                <a:ea typeface="Segoe UI"/>
                <a:cs typeface="Segoe UI"/>
              </a:defRPr>
            </a:pPr>
            <a:r>
              <a:rPr sz="1425" b="0">
                <a:solidFill>
                  <a:srgbClr val="45496A"/>
                </a:solidFill>
                <a:latin typeface="Segoe UI"/>
                <a:ea typeface="Segoe UI"/>
                <a:cs typeface="Segoe UI"/>
              </a:rPr>
              <a:t>RBAC is simple and manageable, but it cannot reflect fine-grained differences inside the same role or department. ABAC can use additional attributes, but operational policies become complex, and real-time behavior accumulation usually requires a separate risk engine. Audit logs help after an incident, but they do not reduce access risk before exposure. The proposed system extends static role and attribute checks into a dynamic decision process by combining role, context, behavior, data sensitivity, job relevance, and auditability.</a:t>
            </a:r>
          </a:p>
          <a:p xmlns:a="http://schemas.openxmlformats.org/drawingml/2006/main">
            <a:r>
              <a:t/>
            </a:r>
          </a:p>
          <a:p xmlns:a="http://schemas.openxmlformats.org/drawingml/2006/main">
            <a:pPr algn="l">
              <a:defRPr sz="1425" b="0">
                <a:solidFill>
                  <a:srgbClr val="45496A"/>
                </a:solidFill>
                <a:latin typeface="Segoe UI"/>
                <a:ea typeface="Segoe UI"/>
                <a:cs typeface="Segoe UI"/>
              </a:defRPr>
            </a:pPr>
            <a:r>
              <a:rPr sz="1425" b="0">
                <a:solidFill>
                  <a:srgbClr val="45496A"/>
                </a:solidFill>
                <a:latin typeface="Segoe UI"/>
                <a:ea typeface="Segoe UI"/>
                <a:cs typeface="Segoe UI"/>
              </a:rPr>
              <a:t>This work does not replace role-based permission. Instead, it uses roles as a baseline boundary and adds risk-aware decision logic on top of existing access-control assumptions.</a:t>
            </a:r>
          </a:p>
        </p:txBody>
      </p:sp>
      <p:sp>
        <p:nvSpPr>
          <p:cNvPr id="359" name="">
            <a:extLst xmlns:a="http://schemas.openxmlformats.org/drawingml/2006/main">
              <a:ext uri="{FF2B5EF4-FFF2-40B4-BE49-F238E27FC236}">
                <a16:creationId xmlns:a16="http://schemas.microsoft.com/office/drawing/2014/main" id="{39670386-462A-4C15-8277-D86D9BF70CB9}"/>
              </a:ext>
            </a:extLst>
          </p:cNvPr>
          <p:cNvSpPr>
            <a:spLocks xmlns:a="http://schemas.openxmlformats.org/drawingml/2006/main" noGrp="1"/>
          </p:cNvSpPr>
          <p:nvPr/>
        </p:nvSpPr>
        <p:spPr>
          <a:xfrm xmlns:a="http://schemas.openxmlformats.org/drawingml/2006/main">
            <a:off x="10515600" y="6191250"/>
            <a:ext cx="9334500" cy="1066800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360" name="">
            <a:extLst xmlns:a="http://schemas.openxmlformats.org/drawingml/2006/main">
              <a:ext uri="{FF2B5EF4-FFF2-40B4-BE49-F238E27FC236}">
                <a16:creationId xmlns:a16="http://schemas.microsoft.com/office/drawing/2014/main" id="{042AD4EE-A78F-4C94-B5B8-8F9A90AE33A8}"/>
              </a:ext>
            </a:extLst>
          </p:cNvPr>
          <p:cNvSpPr>
            <a:spLocks xmlns:a="http://schemas.openxmlformats.org/drawingml/2006/main" noGrp="1"/>
          </p:cNvSpPr>
          <p:nvPr/>
        </p:nvSpPr>
        <p:spPr>
          <a:xfrm xmlns:a="http://schemas.openxmlformats.org/drawingml/2006/main">
            <a:off x="10515600" y="6191250"/>
            <a:ext cx="93345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361" name="">
            <a:extLst xmlns:a="http://schemas.openxmlformats.org/drawingml/2006/main">
              <a:ext uri="{FF2B5EF4-FFF2-40B4-BE49-F238E27FC236}">
                <a16:creationId xmlns:a16="http://schemas.microsoft.com/office/drawing/2014/main" id="{C9E225AA-F20C-49CB-92F9-EBB306A5350F}"/>
              </a:ext>
            </a:extLst>
          </p:cNvPr>
          <p:cNvSpPr>
            <a:spLocks xmlns:a="http://schemas.openxmlformats.org/drawingml/2006/main" noGrp="1"/>
          </p:cNvSpPr>
          <p:nvPr/>
        </p:nvSpPr>
        <p:spPr>
          <a:xfrm xmlns:a="http://schemas.openxmlformats.org/drawingml/2006/main">
            <a:off x="10687050" y="6276975"/>
            <a:ext cx="89916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4. Proposed System Overview</a:t>
            </a:r>
          </a:p>
        </p:txBody>
      </p:sp>
      <p:sp>
        <p:nvSpPr>
          <p:cNvPr id="362" name="">
            <a:extLst xmlns:a="http://schemas.openxmlformats.org/drawingml/2006/main">
              <a:ext uri="{FF2B5EF4-FFF2-40B4-BE49-F238E27FC236}">
                <a16:creationId xmlns:a16="http://schemas.microsoft.com/office/drawing/2014/main" id="{C88093D0-0F3A-405F-97FD-4A925EE5CAD8}"/>
              </a:ext>
            </a:extLst>
          </p:cNvPr>
          <p:cNvSpPr>
            <a:spLocks xmlns:a="http://schemas.openxmlformats.org/drawingml/2006/main" noGrp="1"/>
          </p:cNvSpPr>
          <p:nvPr/>
        </p:nvSpPr>
        <p:spPr>
          <a:xfrm xmlns:a="http://schemas.openxmlformats.org/drawingml/2006/main">
            <a:off x="10687050" y="6877050"/>
            <a:ext cx="8991600" cy="807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45496A"/>
                </a:solidFill>
                <a:latin typeface="Segoe UI"/>
                <a:ea typeface="Segoe UI"/>
                <a:cs typeface="Segoe UI"/>
              </a:defRPr>
            </a:pPr>
            <a:r>
              <a:rPr sz="1425" b="0">
                <a:solidFill>
                  <a:srgbClr val="45496A"/>
                </a:solidFill>
                <a:latin typeface="Segoe UI"/>
                <a:ea typeface="Segoe UI"/>
                <a:cs typeface="Segoe UI"/>
              </a:rPr>
              <a:t>The proposed system consists of a request context collector, policy and risk engine, access-decision module, admin approval module, and audit-log repository. When a user attempts to view or download investigation data, the system collects account, department, assigned case, data grade, access location, registered device, time, behavior frequency, and requested action. Immediate block rules are applied first. If the request is not blocked, the 4-axis risk score is computed and mapped to one of five access levels. Every decision remains traceable through audit logs.</a:t>
            </a:r>
          </a:p>
          <a:p xmlns:a="http://schemas.openxmlformats.org/drawingml/2006/main">
            <a:r>
              <a:t/>
            </a:r>
          </a:p>
          <a:p xmlns:a="http://schemas.openxmlformats.org/drawingml/2006/main">
            <a:pPr algn="l">
              <a:defRPr sz="1425" b="0">
                <a:solidFill>
                  <a:srgbClr val="45496A"/>
                </a:solidFill>
                <a:latin typeface="Segoe UI"/>
                <a:ea typeface="Segoe UI"/>
                <a:cs typeface="Segoe UI"/>
              </a:defRPr>
            </a:pPr>
            <a:r>
              <a:rPr sz="1425" b="0">
                <a:solidFill>
                  <a:srgbClr val="45496A"/>
                </a:solidFill>
                <a:latin typeface="Segoe UI"/>
                <a:ea typeface="Segoe UI"/>
                <a:cs typeface="Segoe UI"/>
              </a:rPr>
              <a:t>The policy engine is not only a scoring component. It produces both an access outcome and an audit reason, so the same data can lead to different decisions depending on work relevance and context.</a:t>
            </a:r>
          </a:p>
        </p:txBody>
      </p:sp>
      <p:sp>
        <p:nvSpPr>
          <p:cNvPr id="363" name="">
            <a:extLst xmlns:a="http://schemas.openxmlformats.org/drawingml/2006/main">
              <a:ext uri="{FF2B5EF4-FFF2-40B4-BE49-F238E27FC236}">
                <a16:creationId xmlns:a16="http://schemas.microsoft.com/office/drawing/2014/main" id="{FEEE0E76-18E7-4ABF-831A-6CD58BEA2F24}"/>
              </a:ext>
            </a:extLst>
          </p:cNvPr>
          <p:cNvSpPr>
            <a:spLocks xmlns:a="http://schemas.openxmlformats.org/drawingml/2006/main" noGrp="1"/>
          </p:cNvSpPr>
          <p:nvPr/>
        </p:nvSpPr>
        <p:spPr>
          <a:xfrm xmlns:a="http://schemas.openxmlformats.org/drawingml/2006/main">
            <a:off x="10744200" y="15192375"/>
            <a:ext cx="8877300" cy="1524000"/>
          </a:xfrm>
          <a:prstGeom xmlns:a="http://schemas.openxmlformats.org/drawingml/2006/main" prst="rect">
            <a:avLst/>
          </a:prstGeom>
          <a:solidFill xmlns:a="http://schemas.openxmlformats.org/drawingml/2006/main">
            <a:srgbClr val="F7F9FC"/>
          </a:solidFill>
          <a:ln xmlns:a="http://schemas.openxmlformats.org/drawingml/2006/main" w="9525">
            <a:solidFill>
              <a:srgbClr val="D7DFEC"/>
            </a:solidFill>
            <a:prstDash val="solid"/>
          </a:ln>
        </p:spPr>
      </p:sp>
      <p:sp>
        <p:nvSpPr>
          <p:cNvPr id="364" name="">
            <a:extLst xmlns:a="http://schemas.openxmlformats.org/drawingml/2006/main">
              <a:ext uri="{FF2B5EF4-FFF2-40B4-BE49-F238E27FC236}">
                <a16:creationId xmlns:a16="http://schemas.microsoft.com/office/drawing/2014/main" id="{BA5326A5-7C12-4BDD-AA15-AB03AD4852C6}"/>
              </a:ext>
            </a:extLst>
          </p:cNvPr>
          <p:cNvSpPr>
            <a:spLocks xmlns:a="http://schemas.openxmlformats.org/drawingml/2006/main" noGrp="1"/>
          </p:cNvSpPr>
          <p:nvPr/>
        </p:nvSpPr>
        <p:spPr>
          <a:xfrm xmlns:a="http://schemas.openxmlformats.org/drawingml/2006/main">
            <a:off x="10896600" y="15306675"/>
            <a:ext cx="8572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2B2A55"/>
                </a:solidFill>
                <a:latin typeface="Segoe UI"/>
                <a:ea typeface="Segoe UI"/>
                <a:cs typeface="Segoe UI"/>
              </a:defRPr>
            </a:pPr>
            <a:r>
              <a:rPr sz="1200" b="1">
                <a:solidFill>
                  <a:srgbClr val="2B2A55"/>
                </a:solidFill>
                <a:latin typeface="Segoe UI"/>
                <a:ea typeface="Segoe UI"/>
                <a:cs typeface="Segoe UI"/>
              </a:rPr>
              <a:t>Fig. 1. Request-to-decision flow</a:t>
            </a:r>
          </a:p>
        </p:txBody>
      </p:sp>
      <p:sp>
        <p:nvSpPr>
          <p:cNvPr id="365" name="">
            <a:extLst xmlns:a="http://schemas.openxmlformats.org/drawingml/2006/main">
              <a:ext uri="{FF2B5EF4-FFF2-40B4-BE49-F238E27FC236}">
                <a16:creationId xmlns:a16="http://schemas.microsoft.com/office/drawing/2014/main" id="{9EFAF7C8-B68E-485D-9FD9-8A22769B9518}"/>
              </a:ext>
            </a:extLst>
          </p:cNvPr>
          <p:cNvSpPr>
            <a:spLocks xmlns:a="http://schemas.openxmlformats.org/drawingml/2006/main" noGrp="1"/>
          </p:cNvSpPr>
          <p:nvPr/>
        </p:nvSpPr>
        <p:spPr>
          <a:xfrm xmlns:a="http://schemas.openxmlformats.org/drawingml/2006/main">
            <a:off x="10991850" y="15744825"/>
            <a:ext cx="1600200" cy="552450"/>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sp>
      <p:sp>
        <p:nvSpPr>
          <p:cNvPr id="366" name="">
            <a:extLst xmlns:a="http://schemas.openxmlformats.org/drawingml/2006/main">
              <a:ext uri="{FF2B5EF4-FFF2-40B4-BE49-F238E27FC236}">
                <a16:creationId xmlns:a16="http://schemas.microsoft.com/office/drawing/2014/main" id="{EE2B503E-2175-4598-8DCE-1BD14220F59E}"/>
              </a:ext>
            </a:extLst>
          </p:cNvPr>
          <p:cNvSpPr>
            <a:spLocks xmlns:a="http://schemas.openxmlformats.org/drawingml/2006/main" noGrp="1"/>
          </p:cNvSpPr>
          <p:nvPr/>
        </p:nvSpPr>
        <p:spPr>
          <a:xfrm xmlns:a="http://schemas.openxmlformats.org/drawingml/2006/main">
            <a:off x="10991850" y="15887700"/>
            <a:ext cx="16002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Segoe UI"/>
                <a:ea typeface="Segoe UI"/>
                <a:cs typeface="Segoe UI"/>
              </a:defRPr>
            </a:pPr>
            <a:r>
              <a:rPr sz="1050" b="1">
                <a:solidFill>
                  <a:srgbClr val="FFFFFF"/>
                </a:solidFill>
                <a:latin typeface="Segoe UI"/>
                <a:ea typeface="Segoe UI"/>
                <a:cs typeface="Segoe UI"/>
              </a:rPr>
              <a:t>Request</a:t>
            </a:r>
          </a:p>
        </p:txBody>
      </p:sp>
      <p:sp>
        <p:nvSpPr>
          <p:cNvPr id="367" name="">
            <a:extLst xmlns:a="http://schemas.openxmlformats.org/drawingml/2006/main">
              <a:ext uri="{FF2B5EF4-FFF2-40B4-BE49-F238E27FC236}">
                <a16:creationId xmlns:a16="http://schemas.microsoft.com/office/drawing/2014/main" id="{854D3147-32D6-45EF-917C-EE78D961FEA6}"/>
              </a:ext>
            </a:extLst>
          </p:cNvPr>
          <p:cNvSpPr>
            <a:spLocks xmlns:a="http://schemas.openxmlformats.org/drawingml/2006/main" noGrp="1"/>
          </p:cNvSpPr>
          <p:nvPr/>
        </p:nvSpPr>
        <p:spPr>
          <a:xfrm xmlns:a="http://schemas.openxmlformats.org/drawingml/2006/main">
            <a:off x="12592050" y="15973425"/>
            <a:ext cx="95250" cy="95250"/>
          </a:xfrm>
          <a:prstGeom xmlns:a="http://schemas.openxmlformats.org/drawingml/2006/main" prst="rect">
            <a:avLst/>
          </a:prstGeom>
          <a:solidFill xmlns:a="http://schemas.openxmlformats.org/drawingml/2006/main">
            <a:srgbClr val="2B2A55"/>
          </a:solidFill>
          <a:ln xmlns:a="http://schemas.openxmlformats.org/drawingml/2006/main" w="0">
            <a:solidFill>
              <a:srgbClr val="2B2A55"/>
            </a:solidFill>
            <a:prstDash val="solid"/>
          </a:ln>
        </p:spPr>
      </p:sp>
      <p:sp>
        <p:nvSpPr>
          <p:cNvPr id="368" name="">
            <a:extLst xmlns:a="http://schemas.openxmlformats.org/drawingml/2006/main">
              <a:ext uri="{FF2B5EF4-FFF2-40B4-BE49-F238E27FC236}">
                <a16:creationId xmlns:a16="http://schemas.microsoft.com/office/drawing/2014/main" id="{D7CC4721-1663-433D-8233-CF77B803CA0F}"/>
              </a:ext>
            </a:extLst>
          </p:cNvPr>
          <p:cNvSpPr>
            <a:spLocks xmlns:a="http://schemas.openxmlformats.org/drawingml/2006/main" noGrp="1"/>
          </p:cNvSpPr>
          <p:nvPr/>
        </p:nvSpPr>
        <p:spPr>
          <a:xfrm xmlns:a="http://schemas.openxmlformats.org/drawingml/2006/main">
            <a:off x="12687300" y="15744825"/>
            <a:ext cx="1600200" cy="5524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369" name="">
            <a:extLst xmlns:a="http://schemas.openxmlformats.org/drawingml/2006/main">
              <a:ext uri="{FF2B5EF4-FFF2-40B4-BE49-F238E27FC236}">
                <a16:creationId xmlns:a16="http://schemas.microsoft.com/office/drawing/2014/main" id="{16DB60F3-6FB8-4DAF-AACD-9DF5F08D66EC}"/>
              </a:ext>
            </a:extLst>
          </p:cNvPr>
          <p:cNvSpPr>
            <a:spLocks xmlns:a="http://schemas.openxmlformats.org/drawingml/2006/main" noGrp="1"/>
          </p:cNvSpPr>
          <p:nvPr/>
        </p:nvSpPr>
        <p:spPr>
          <a:xfrm xmlns:a="http://schemas.openxmlformats.org/drawingml/2006/main">
            <a:off x="12687300" y="15887700"/>
            <a:ext cx="16002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Segoe UI"/>
                <a:ea typeface="Segoe UI"/>
                <a:cs typeface="Segoe UI"/>
              </a:defRPr>
            </a:pPr>
            <a:r>
              <a:rPr sz="1050" b="1">
                <a:solidFill>
                  <a:srgbClr val="FFFFFF"/>
                </a:solidFill>
                <a:latin typeface="Segoe UI"/>
                <a:ea typeface="Segoe UI"/>
                <a:cs typeface="Segoe UI"/>
              </a:rPr>
              <a:t>Context</a:t>
            </a:r>
          </a:p>
        </p:txBody>
      </p:sp>
      <p:sp>
        <p:nvSpPr>
          <p:cNvPr id="370" name="">
            <a:extLst xmlns:a="http://schemas.openxmlformats.org/drawingml/2006/main">
              <a:ext uri="{FF2B5EF4-FFF2-40B4-BE49-F238E27FC236}">
                <a16:creationId xmlns:a16="http://schemas.microsoft.com/office/drawing/2014/main" id="{1B3B6712-D6EB-4FC1-BABF-BF31B5A12139}"/>
              </a:ext>
            </a:extLst>
          </p:cNvPr>
          <p:cNvSpPr>
            <a:spLocks xmlns:a="http://schemas.openxmlformats.org/drawingml/2006/main" noGrp="1"/>
          </p:cNvSpPr>
          <p:nvPr/>
        </p:nvSpPr>
        <p:spPr>
          <a:xfrm xmlns:a="http://schemas.openxmlformats.org/drawingml/2006/main">
            <a:off x="14287500" y="15973425"/>
            <a:ext cx="95250" cy="95250"/>
          </a:xfrm>
          <a:prstGeom xmlns:a="http://schemas.openxmlformats.org/drawingml/2006/main" prst="rect">
            <a:avLst/>
          </a:prstGeom>
          <a:solidFill xmlns:a="http://schemas.openxmlformats.org/drawingml/2006/main">
            <a:srgbClr val="2B2A55"/>
          </a:solidFill>
          <a:ln xmlns:a="http://schemas.openxmlformats.org/drawingml/2006/main" w="0">
            <a:solidFill>
              <a:srgbClr val="2B2A55"/>
            </a:solidFill>
            <a:prstDash val="solid"/>
          </a:ln>
        </p:spPr>
      </p:sp>
      <p:sp>
        <p:nvSpPr>
          <p:cNvPr id="371" name="">
            <a:extLst xmlns:a="http://schemas.openxmlformats.org/drawingml/2006/main">
              <a:ext uri="{FF2B5EF4-FFF2-40B4-BE49-F238E27FC236}">
                <a16:creationId xmlns:a16="http://schemas.microsoft.com/office/drawing/2014/main" id="{0C857FEB-ED2E-4083-BCF9-A443F5711333}"/>
              </a:ext>
            </a:extLst>
          </p:cNvPr>
          <p:cNvSpPr>
            <a:spLocks xmlns:a="http://schemas.openxmlformats.org/drawingml/2006/main" noGrp="1"/>
          </p:cNvSpPr>
          <p:nvPr/>
        </p:nvSpPr>
        <p:spPr>
          <a:xfrm xmlns:a="http://schemas.openxmlformats.org/drawingml/2006/main">
            <a:off x="14382750" y="15744825"/>
            <a:ext cx="1600200" cy="55245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sp>
      <p:sp>
        <p:nvSpPr>
          <p:cNvPr id="372" name="">
            <a:extLst xmlns:a="http://schemas.openxmlformats.org/drawingml/2006/main">
              <a:ext uri="{FF2B5EF4-FFF2-40B4-BE49-F238E27FC236}">
                <a16:creationId xmlns:a16="http://schemas.microsoft.com/office/drawing/2014/main" id="{B2828916-9272-4087-9C62-944DCACBEBEE}"/>
              </a:ext>
            </a:extLst>
          </p:cNvPr>
          <p:cNvSpPr>
            <a:spLocks xmlns:a="http://schemas.openxmlformats.org/drawingml/2006/main" noGrp="1"/>
          </p:cNvSpPr>
          <p:nvPr/>
        </p:nvSpPr>
        <p:spPr>
          <a:xfrm xmlns:a="http://schemas.openxmlformats.org/drawingml/2006/main">
            <a:off x="14382750" y="15887700"/>
            <a:ext cx="16002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Segoe UI"/>
                <a:ea typeface="Segoe UI"/>
                <a:cs typeface="Segoe UI"/>
              </a:defRPr>
            </a:pPr>
            <a:r>
              <a:rPr sz="1050" b="1">
                <a:solidFill>
                  <a:srgbClr val="FFFFFF"/>
                </a:solidFill>
                <a:latin typeface="Segoe UI"/>
                <a:ea typeface="Segoe UI"/>
                <a:cs typeface="Segoe UI"/>
              </a:rPr>
              <a:t>Scoring</a:t>
            </a:r>
          </a:p>
        </p:txBody>
      </p:sp>
      <p:sp>
        <p:nvSpPr>
          <p:cNvPr id="373" name="">
            <a:extLst xmlns:a="http://schemas.openxmlformats.org/drawingml/2006/main">
              <a:ext uri="{FF2B5EF4-FFF2-40B4-BE49-F238E27FC236}">
                <a16:creationId xmlns:a16="http://schemas.microsoft.com/office/drawing/2014/main" id="{85AF3B61-98FB-4BA5-9F96-9E50797659A0}"/>
              </a:ext>
            </a:extLst>
          </p:cNvPr>
          <p:cNvSpPr>
            <a:spLocks xmlns:a="http://schemas.openxmlformats.org/drawingml/2006/main" noGrp="1"/>
          </p:cNvSpPr>
          <p:nvPr/>
        </p:nvSpPr>
        <p:spPr>
          <a:xfrm xmlns:a="http://schemas.openxmlformats.org/drawingml/2006/main">
            <a:off x="15982950" y="15973425"/>
            <a:ext cx="95250" cy="95250"/>
          </a:xfrm>
          <a:prstGeom xmlns:a="http://schemas.openxmlformats.org/drawingml/2006/main" prst="rect">
            <a:avLst/>
          </a:prstGeom>
          <a:solidFill xmlns:a="http://schemas.openxmlformats.org/drawingml/2006/main">
            <a:srgbClr val="2B2A55"/>
          </a:solidFill>
          <a:ln xmlns:a="http://schemas.openxmlformats.org/drawingml/2006/main" w="0">
            <a:solidFill>
              <a:srgbClr val="2B2A55"/>
            </a:solidFill>
            <a:prstDash val="solid"/>
          </a:ln>
        </p:spPr>
      </p:sp>
      <p:sp>
        <p:nvSpPr>
          <p:cNvPr id="374" name="">
            <a:extLst xmlns:a="http://schemas.openxmlformats.org/drawingml/2006/main">
              <a:ext uri="{FF2B5EF4-FFF2-40B4-BE49-F238E27FC236}">
                <a16:creationId xmlns:a16="http://schemas.microsoft.com/office/drawing/2014/main" id="{4A255D9D-F904-46E5-A31C-01624B823DE7}"/>
              </a:ext>
            </a:extLst>
          </p:cNvPr>
          <p:cNvSpPr>
            <a:spLocks xmlns:a="http://schemas.openxmlformats.org/drawingml/2006/main" noGrp="1"/>
          </p:cNvSpPr>
          <p:nvPr/>
        </p:nvSpPr>
        <p:spPr>
          <a:xfrm xmlns:a="http://schemas.openxmlformats.org/drawingml/2006/main">
            <a:off x="16078200" y="15744825"/>
            <a:ext cx="1600200" cy="55245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sp>
      <p:sp>
        <p:nvSpPr>
          <p:cNvPr id="375" name="">
            <a:extLst xmlns:a="http://schemas.openxmlformats.org/drawingml/2006/main">
              <a:ext uri="{FF2B5EF4-FFF2-40B4-BE49-F238E27FC236}">
                <a16:creationId xmlns:a16="http://schemas.microsoft.com/office/drawing/2014/main" id="{41141885-8AA7-4F52-A139-54CDC20D234E}"/>
              </a:ext>
            </a:extLst>
          </p:cNvPr>
          <p:cNvSpPr>
            <a:spLocks xmlns:a="http://schemas.openxmlformats.org/drawingml/2006/main" noGrp="1"/>
          </p:cNvSpPr>
          <p:nvPr/>
        </p:nvSpPr>
        <p:spPr>
          <a:xfrm xmlns:a="http://schemas.openxmlformats.org/drawingml/2006/main">
            <a:off x="16078200" y="15887700"/>
            <a:ext cx="16002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Segoe UI"/>
                <a:ea typeface="Segoe UI"/>
                <a:cs typeface="Segoe UI"/>
              </a:defRPr>
            </a:pPr>
            <a:r>
              <a:rPr sz="1050" b="1">
                <a:solidFill>
                  <a:srgbClr val="FFFFFF"/>
                </a:solidFill>
                <a:latin typeface="Segoe UI"/>
                <a:ea typeface="Segoe UI"/>
                <a:cs typeface="Segoe UI"/>
              </a:rPr>
              <a:t>Decision</a:t>
            </a:r>
          </a:p>
        </p:txBody>
      </p:sp>
      <p:sp>
        <p:nvSpPr>
          <p:cNvPr id="376" name="">
            <a:extLst xmlns:a="http://schemas.openxmlformats.org/drawingml/2006/main">
              <a:ext uri="{FF2B5EF4-FFF2-40B4-BE49-F238E27FC236}">
                <a16:creationId xmlns:a16="http://schemas.microsoft.com/office/drawing/2014/main" id="{3FFBAC1D-A6DC-4061-BFDF-2D3E9544D407}"/>
              </a:ext>
            </a:extLst>
          </p:cNvPr>
          <p:cNvSpPr>
            <a:spLocks xmlns:a="http://schemas.openxmlformats.org/drawingml/2006/main" noGrp="1"/>
          </p:cNvSpPr>
          <p:nvPr/>
        </p:nvSpPr>
        <p:spPr>
          <a:xfrm xmlns:a="http://schemas.openxmlformats.org/drawingml/2006/main">
            <a:off x="17678400" y="15973425"/>
            <a:ext cx="95250" cy="95250"/>
          </a:xfrm>
          <a:prstGeom xmlns:a="http://schemas.openxmlformats.org/drawingml/2006/main" prst="rect">
            <a:avLst/>
          </a:prstGeom>
          <a:solidFill xmlns:a="http://schemas.openxmlformats.org/drawingml/2006/main">
            <a:srgbClr val="2B2A55"/>
          </a:solidFill>
          <a:ln xmlns:a="http://schemas.openxmlformats.org/drawingml/2006/main" w="0">
            <a:solidFill>
              <a:srgbClr val="2B2A55"/>
            </a:solidFill>
            <a:prstDash val="solid"/>
          </a:ln>
        </p:spPr>
      </p:sp>
      <p:sp>
        <p:nvSpPr>
          <p:cNvPr id="377" name="">
            <a:extLst xmlns:a="http://schemas.openxmlformats.org/drawingml/2006/main">
              <a:ext uri="{FF2B5EF4-FFF2-40B4-BE49-F238E27FC236}">
                <a16:creationId xmlns:a16="http://schemas.microsoft.com/office/drawing/2014/main" id="{DC71BEBD-1B1A-4205-BC4E-BBC204AB784B}"/>
              </a:ext>
            </a:extLst>
          </p:cNvPr>
          <p:cNvSpPr>
            <a:spLocks xmlns:a="http://schemas.openxmlformats.org/drawingml/2006/main" noGrp="1"/>
          </p:cNvSpPr>
          <p:nvPr/>
        </p:nvSpPr>
        <p:spPr>
          <a:xfrm xmlns:a="http://schemas.openxmlformats.org/drawingml/2006/main">
            <a:off x="17773650" y="15744825"/>
            <a:ext cx="1600200" cy="552450"/>
          </a:xfrm>
          <a:prstGeom xmlns:a="http://schemas.openxmlformats.org/drawingml/2006/main" prst="rect">
            <a:avLst/>
          </a:prstGeom>
          <a:solidFill xmlns:a="http://schemas.openxmlformats.org/drawingml/2006/main">
            <a:srgbClr val="6F5AA7"/>
          </a:solidFill>
          <a:ln xmlns:a="http://schemas.openxmlformats.org/drawingml/2006/main" w="0">
            <a:solidFill>
              <a:srgbClr val="6F5AA7"/>
            </a:solidFill>
            <a:prstDash val="solid"/>
          </a:ln>
        </p:spPr>
      </p:sp>
      <p:sp>
        <p:nvSpPr>
          <p:cNvPr id="378" name="">
            <a:extLst xmlns:a="http://schemas.openxmlformats.org/drawingml/2006/main">
              <a:ext uri="{FF2B5EF4-FFF2-40B4-BE49-F238E27FC236}">
                <a16:creationId xmlns:a16="http://schemas.microsoft.com/office/drawing/2014/main" id="{644FD17F-B7EF-4ECC-84ED-0530DEFFADEA}"/>
              </a:ext>
            </a:extLst>
          </p:cNvPr>
          <p:cNvSpPr>
            <a:spLocks xmlns:a="http://schemas.openxmlformats.org/drawingml/2006/main" noGrp="1"/>
          </p:cNvSpPr>
          <p:nvPr/>
        </p:nvSpPr>
        <p:spPr>
          <a:xfrm xmlns:a="http://schemas.openxmlformats.org/drawingml/2006/main">
            <a:off x="17773650" y="15887700"/>
            <a:ext cx="16002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Segoe UI"/>
                <a:ea typeface="Segoe UI"/>
                <a:cs typeface="Segoe UI"/>
              </a:defRPr>
            </a:pPr>
            <a:r>
              <a:rPr sz="1050" b="1">
                <a:solidFill>
                  <a:srgbClr val="FFFFFF"/>
                </a:solidFill>
                <a:latin typeface="Segoe UI"/>
                <a:ea typeface="Segoe UI"/>
                <a:cs typeface="Segoe UI"/>
              </a:rPr>
              <a:t>Audit</a:t>
            </a:r>
          </a:p>
        </p:txBody>
      </p:sp>
      <p:sp>
        <p:nvSpPr>
          <p:cNvPr id="379" name="">
            <a:extLst xmlns:a="http://schemas.openxmlformats.org/drawingml/2006/main">
              <a:ext uri="{FF2B5EF4-FFF2-40B4-BE49-F238E27FC236}">
                <a16:creationId xmlns:a16="http://schemas.microsoft.com/office/drawing/2014/main" id="{5C0E9FF2-1B08-4BE8-BB75-91DC5E8026EA}"/>
              </a:ext>
            </a:extLst>
          </p:cNvPr>
          <p:cNvSpPr>
            <a:spLocks xmlns:a="http://schemas.openxmlformats.org/drawingml/2006/main" noGrp="1"/>
          </p:cNvSpPr>
          <p:nvPr/>
        </p:nvSpPr>
        <p:spPr>
          <a:xfrm xmlns:a="http://schemas.openxmlformats.org/drawingml/2006/main">
            <a:off x="10991850" y="16506825"/>
            <a:ext cx="8382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5496A"/>
                </a:solidFill>
                <a:latin typeface="Segoe UI"/>
                <a:ea typeface="Segoe UI"/>
                <a:cs typeface="Segoe UI"/>
              </a:defRPr>
            </a:pPr>
            <a:r>
              <a:rPr sz="975" b="0">
                <a:solidFill>
                  <a:srgbClr val="45496A"/>
                </a:solidFill>
                <a:latin typeface="Segoe UI"/>
                <a:ea typeface="Segoe UI"/>
                <a:cs typeface="Segoe UI"/>
              </a:rPr>
              <a:t>Immediate blocks run before scoring; L4/L5 outcomes connect to admin approval and post-review.</a:t>
            </a:r>
          </a:p>
        </p:txBody>
      </p:sp>
      <p:sp>
        <p:nvSpPr>
          <p:cNvPr id="380" name="">
            <a:extLst xmlns:a="http://schemas.openxmlformats.org/drawingml/2006/main">
              <a:ext uri="{FF2B5EF4-FFF2-40B4-BE49-F238E27FC236}">
                <a16:creationId xmlns:a16="http://schemas.microsoft.com/office/drawing/2014/main" id="{C81C21B1-DE1E-47F3-9B23-D7C3396F3F23}"/>
              </a:ext>
            </a:extLst>
          </p:cNvPr>
          <p:cNvSpPr>
            <a:spLocks xmlns:a="http://schemas.openxmlformats.org/drawingml/2006/main" noGrp="1"/>
          </p:cNvSpPr>
          <p:nvPr/>
        </p:nvSpPr>
        <p:spPr>
          <a:xfrm xmlns:a="http://schemas.openxmlformats.org/drawingml/2006/main">
            <a:off x="10515600" y="17087850"/>
            <a:ext cx="9334500" cy="1066800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381" name="">
            <a:extLst xmlns:a="http://schemas.openxmlformats.org/drawingml/2006/main">
              <a:ext uri="{FF2B5EF4-FFF2-40B4-BE49-F238E27FC236}">
                <a16:creationId xmlns:a16="http://schemas.microsoft.com/office/drawing/2014/main" id="{9A158A04-1196-4D80-82C4-0CF61F054E1E}"/>
              </a:ext>
            </a:extLst>
          </p:cNvPr>
          <p:cNvSpPr>
            <a:spLocks xmlns:a="http://schemas.openxmlformats.org/drawingml/2006/main" noGrp="1"/>
          </p:cNvSpPr>
          <p:nvPr/>
        </p:nvSpPr>
        <p:spPr>
          <a:xfrm xmlns:a="http://schemas.openxmlformats.org/drawingml/2006/main">
            <a:off x="10515600" y="17087850"/>
            <a:ext cx="93345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382" name="">
            <a:extLst xmlns:a="http://schemas.openxmlformats.org/drawingml/2006/main">
              <a:ext uri="{FF2B5EF4-FFF2-40B4-BE49-F238E27FC236}">
                <a16:creationId xmlns:a16="http://schemas.microsoft.com/office/drawing/2014/main" id="{BFF45625-CC88-4A54-8B3C-6FDE00A08AFC}"/>
              </a:ext>
            </a:extLst>
          </p:cNvPr>
          <p:cNvSpPr>
            <a:spLocks xmlns:a="http://schemas.openxmlformats.org/drawingml/2006/main" noGrp="1"/>
          </p:cNvSpPr>
          <p:nvPr/>
        </p:nvSpPr>
        <p:spPr>
          <a:xfrm xmlns:a="http://schemas.openxmlformats.org/drawingml/2006/main">
            <a:off x="10687050" y="17173575"/>
            <a:ext cx="89916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5. Policy Model</a:t>
            </a:r>
          </a:p>
        </p:txBody>
      </p:sp>
      <p:sp>
        <p:nvSpPr>
          <p:cNvPr id="383" name="">
            <a:extLst xmlns:a="http://schemas.openxmlformats.org/drawingml/2006/main">
              <a:ext uri="{FF2B5EF4-FFF2-40B4-BE49-F238E27FC236}">
                <a16:creationId xmlns:a16="http://schemas.microsoft.com/office/drawing/2014/main" id="{FBF7F969-54B2-48E6-9AF2-ABFD1F4BC229}"/>
              </a:ext>
            </a:extLst>
          </p:cNvPr>
          <p:cNvSpPr>
            <a:spLocks xmlns:a="http://schemas.openxmlformats.org/drawingml/2006/main" noGrp="1"/>
          </p:cNvSpPr>
          <p:nvPr/>
        </p:nvSpPr>
        <p:spPr>
          <a:xfrm xmlns:a="http://schemas.openxmlformats.org/drawingml/2006/main">
            <a:off x="10687050" y="17773650"/>
            <a:ext cx="8991600" cy="9791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45496A"/>
                </a:solidFill>
                <a:latin typeface="Segoe UI"/>
                <a:ea typeface="Segoe UI"/>
                <a:cs typeface="Segoe UI"/>
              </a:defRPr>
            </a:pPr>
            <a:r>
              <a:rPr sz="1425" b="0">
                <a:solidFill>
                  <a:srgbClr val="45496A"/>
                </a:solidFill>
                <a:latin typeface="Segoe UI"/>
                <a:ea typeface="Segoe UI"/>
                <a:cs typeface="Segoe UI"/>
              </a:rPr>
              <a:t>The risk score consists of four axes: object sensitivity, environment risk, behavior risk, and job fitness. Object sensitivity reflects data grade and whether the object is original evidence. Environment risk reflects location, time, and device trust. Behavior risk captures repeated access, bulk query, copy attempts, and download actions. Job fitness represents how strongly the request matches assigned case, department duty, and work tags; it reduces risk when the request is job-relevant. Immediate block rules handle concurrent-device failure, impossible travel, disallowed location, and risky download before scoring.</a:t>
            </a:r>
          </a:p>
          <a:p xmlns:a="http://schemas.openxmlformats.org/drawingml/2006/main">
            <a:r>
              <a:t/>
            </a:r>
          </a:p>
          <a:p xmlns:a="http://schemas.openxmlformats.org/drawingml/2006/main">
            <a:pPr algn="l">
              <a:defRPr sz="1425" b="0">
                <a:solidFill>
                  <a:srgbClr val="45496A"/>
                </a:solidFill>
                <a:latin typeface="Segoe UI"/>
                <a:ea typeface="Segoe UI"/>
                <a:cs typeface="Segoe UI"/>
              </a:defRPr>
            </a:pPr>
            <a:r>
              <a:rPr sz="1425" b="0">
                <a:solidFill>
                  <a:srgbClr val="45496A"/>
                </a:solidFill>
                <a:latin typeface="Segoe UI"/>
                <a:ea typeface="Segoe UI"/>
                <a:cs typeface="Segoe UI"/>
              </a:rPr>
              <a:t>The model assumes tunable organizational thresholds. For example, high-grade data may require admin approval by default, out-of-location access may be blocked immediately, and repeated non-assigned viewing may accumulate behavior risk.</a:t>
            </a:r>
          </a:p>
        </p:txBody>
      </p:sp>
      <p:sp>
        <p:nvSpPr>
          <p:cNvPr id="384" name="">
            <a:extLst xmlns:a="http://schemas.openxmlformats.org/drawingml/2006/main">
              <a:ext uri="{FF2B5EF4-FFF2-40B4-BE49-F238E27FC236}">
                <a16:creationId xmlns:a16="http://schemas.microsoft.com/office/drawing/2014/main" id="{8851EBDD-D33D-4935-84F8-3359164C4020}"/>
              </a:ext>
            </a:extLst>
          </p:cNvPr>
          <p:cNvSpPr>
            <a:spLocks xmlns:a="http://schemas.openxmlformats.org/drawingml/2006/main" noGrp="1"/>
          </p:cNvSpPr>
          <p:nvPr/>
        </p:nvSpPr>
        <p:spPr>
          <a:xfrm xmlns:a="http://schemas.openxmlformats.org/drawingml/2006/main">
            <a:off x="10515600" y="27984450"/>
            <a:ext cx="9334500" cy="904875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385" name="">
            <a:extLst xmlns:a="http://schemas.openxmlformats.org/drawingml/2006/main">
              <a:ext uri="{FF2B5EF4-FFF2-40B4-BE49-F238E27FC236}">
                <a16:creationId xmlns:a16="http://schemas.microsoft.com/office/drawing/2014/main" id="{A90EAE2B-4031-4FC9-8451-6E012E976AE0}"/>
              </a:ext>
            </a:extLst>
          </p:cNvPr>
          <p:cNvSpPr>
            <a:spLocks xmlns:a="http://schemas.openxmlformats.org/drawingml/2006/main" noGrp="1"/>
          </p:cNvSpPr>
          <p:nvPr/>
        </p:nvSpPr>
        <p:spPr>
          <a:xfrm xmlns:a="http://schemas.openxmlformats.org/drawingml/2006/main">
            <a:off x="10515600" y="27984450"/>
            <a:ext cx="93345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386" name="">
            <a:extLst xmlns:a="http://schemas.openxmlformats.org/drawingml/2006/main">
              <a:ext uri="{FF2B5EF4-FFF2-40B4-BE49-F238E27FC236}">
                <a16:creationId xmlns:a16="http://schemas.microsoft.com/office/drawing/2014/main" id="{EBF1D01F-9DDF-4583-AF01-FDA55E082519}"/>
              </a:ext>
            </a:extLst>
          </p:cNvPr>
          <p:cNvSpPr>
            <a:spLocks xmlns:a="http://schemas.openxmlformats.org/drawingml/2006/main" noGrp="1"/>
          </p:cNvSpPr>
          <p:nvPr/>
        </p:nvSpPr>
        <p:spPr>
          <a:xfrm xmlns:a="http://schemas.openxmlformats.org/drawingml/2006/main">
            <a:off x="10687050" y="28070175"/>
            <a:ext cx="89916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6. Core Functions</a:t>
            </a:r>
          </a:p>
        </p:txBody>
      </p:sp>
      <p:sp>
        <p:nvSpPr>
          <p:cNvPr id="387" name="">
            <a:extLst xmlns:a="http://schemas.openxmlformats.org/drawingml/2006/main">
              <a:ext uri="{FF2B5EF4-FFF2-40B4-BE49-F238E27FC236}">
                <a16:creationId xmlns:a16="http://schemas.microsoft.com/office/drawing/2014/main" id="{CFC9FAA3-EB0A-4E20-AAE2-97D206A016B1}"/>
              </a:ext>
            </a:extLst>
          </p:cNvPr>
          <p:cNvSpPr>
            <a:spLocks xmlns:a="http://schemas.openxmlformats.org/drawingml/2006/main" noGrp="1"/>
          </p:cNvSpPr>
          <p:nvPr/>
        </p:nvSpPr>
        <p:spPr>
          <a:xfrm xmlns:a="http://schemas.openxmlformats.org/drawingml/2006/main">
            <a:off x="10687050" y="28670250"/>
            <a:ext cx="8991600" cy="817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45496A"/>
                </a:solidFill>
                <a:latin typeface="Segoe UI"/>
                <a:ea typeface="Segoe UI"/>
                <a:cs typeface="Segoe UI"/>
              </a:defRPr>
            </a:pPr>
            <a:r>
              <a:rPr sz="1425" b="0">
                <a:solidFill>
                  <a:srgbClr val="45496A"/>
                </a:solidFill>
                <a:latin typeface="Segoe UI"/>
                <a:ea typeface="Segoe UI"/>
                <a:cs typeface="Segoe UI"/>
              </a:rPr>
              <a:t>First, the system re-computes risk on every request, reflecting context changes after login. Second, it supports five access outcomes instead of binary allow or deny: full allow, view-only, re-authentication, admin approval, and block. Third, it separates original viewing, partial masking, and download permission according to data grade and risk level. Fourth, when decision confidence is low, the system avoids risky automatic allow or deny and converges to approval or view-only access. Fifth, emergency access is supported through MFA, scope, TTL, justification, and post-review.</a:t>
            </a:r>
          </a:p>
          <a:p xmlns:a="http://schemas.openxmlformats.org/drawingml/2006/main">
            <a:r>
              <a:t/>
            </a:r>
          </a:p>
          <a:p xmlns:a="http://schemas.openxmlformats.org/drawingml/2006/main">
            <a:pPr algn="l">
              <a:defRPr sz="1425" b="0">
                <a:solidFill>
                  <a:srgbClr val="45496A"/>
                </a:solidFill>
                <a:latin typeface="Segoe UI"/>
                <a:ea typeface="Segoe UI"/>
                <a:cs typeface="Segoe UI"/>
              </a:defRPr>
            </a:pPr>
            <a:r>
              <a:rPr sz="1425" b="0">
                <a:solidFill>
                  <a:srgbClr val="45496A"/>
                </a:solidFill>
                <a:latin typeface="Segoe UI"/>
                <a:ea typeface="Segoe UI"/>
                <a:cs typeface="Segoe UI"/>
              </a:rPr>
              <a:t>These functions focus on changing access decisions, not merely detecting events. Detection, decision, enforcement, and audit are connected inside a single request-processing flow.</a:t>
            </a:r>
          </a:p>
        </p:txBody>
      </p:sp>
      <p:sp>
        <p:nvSpPr>
          <p:cNvPr id="388" name="">
            <a:extLst xmlns:a="http://schemas.openxmlformats.org/drawingml/2006/main">
              <a:ext uri="{FF2B5EF4-FFF2-40B4-BE49-F238E27FC236}">
                <a16:creationId xmlns:a16="http://schemas.microsoft.com/office/drawing/2014/main" id="{8401707F-A531-4FD5-8B79-CFD877E13140}"/>
              </a:ext>
            </a:extLst>
          </p:cNvPr>
          <p:cNvSpPr>
            <a:spLocks xmlns:a="http://schemas.openxmlformats.org/drawingml/2006/main" noGrp="1"/>
          </p:cNvSpPr>
          <p:nvPr/>
        </p:nvSpPr>
        <p:spPr>
          <a:xfrm xmlns:a="http://schemas.openxmlformats.org/drawingml/2006/main">
            <a:off x="20193000" y="6191250"/>
            <a:ext cx="9334500" cy="781050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389" name="">
            <a:extLst xmlns:a="http://schemas.openxmlformats.org/drawingml/2006/main">
              <a:ext uri="{FF2B5EF4-FFF2-40B4-BE49-F238E27FC236}">
                <a16:creationId xmlns:a16="http://schemas.microsoft.com/office/drawing/2014/main" id="{845FF112-D7C0-4F8F-AB27-7CBB9DAA435F}"/>
              </a:ext>
            </a:extLst>
          </p:cNvPr>
          <p:cNvSpPr>
            <a:spLocks xmlns:a="http://schemas.openxmlformats.org/drawingml/2006/main" noGrp="1"/>
          </p:cNvSpPr>
          <p:nvPr/>
        </p:nvSpPr>
        <p:spPr>
          <a:xfrm xmlns:a="http://schemas.openxmlformats.org/drawingml/2006/main">
            <a:off x="20193000" y="6191250"/>
            <a:ext cx="93345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390" name="">
            <a:extLst xmlns:a="http://schemas.openxmlformats.org/drawingml/2006/main">
              <a:ext uri="{FF2B5EF4-FFF2-40B4-BE49-F238E27FC236}">
                <a16:creationId xmlns:a16="http://schemas.microsoft.com/office/drawing/2014/main" id="{02BC7DF9-2D12-4BB9-A933-718D01704630}"/>
              </a:ext>
            </a:extLst>
          </p:cNvPr>
          <p:cNvSpPr>
            <a:spLocks xmlns:a="http://schemas.openxmlformats.org/drawingml/2006/main" noGrp="1"/>
          </p:cNvSpPr>
          <p:nvPr/>
        </p:nvSpPr>
        <p:spPr>
          <a:xfrm xmlns:a="http://schemas.openxmlformats.org/drawingml/2006/main">
            <a:off x="20364450" y="6276975"/>
            <a:ext cx="89916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7. Differentiation and Novelty</a:t>
            </a:r>
          </a:p>
        </p:txBody>
      </p:sp>
      <p:sp>
        <p:nvSpPr>
          <p:cNvPr id="391" name="">
            <a:extLst xmlns:a="http://schemas.openxmlformats.org/drawingml/2006/main">
              <a:ext uri="{FF2B5EF4-FFF2-40B4-BE49-F238E27FC236}">
                <a16:creationId xmlns:a16="http://schemas.microsoft.com/office/drawing/2014/main" id="{2FAFD73C-DF38-4355-8C21-5545255E2D93}"/>
              </a:ext>
            </a:extLst>
          </p:cNvPr>
          <p:cNvSpPr>
            <a:spLocks xmlns:a="http://schemas.openxmlformats.org/drawingml/2006/main" noGrp="1"/>
          </p:cNvSpPr>
          <p:nvPr/>
        </p:nvSpPr>
        <p:spPr>
          <a:xfrm xmlns:a="http://schemas.openxmlformats.org/drawingml/2006/main">
            <a:off x="20364450" y="6877050"/>
            <a:ext cx="8991600" cy="6934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45496A"/>
                </a:solidFill>
                <a:latin typeface="Segoe UI"/>
                <a:ea typeface="Segoe UI"/>
                <a:cs typeface="Segoe UI"/>
              </a:defRPr>
            </a:pPr>
            <a:r>
              <a:rPr sz="1425" b="0">
                <a:solidFill>
                  <a:srgbClr val="45496A"/>
                </a:solidFill>
                <a:latin typeface="Segoe UI"/>
                <a:ea typeface="Segoe UI"/>
                <a:cs typeface="Segoe UI"/>
              </a:rPr>
              <a:t>The novelty of this work is the concrete mapping of Zero Trust principles to the police investigation domain. The system uses case assignment, jurisdiction, data grade, duty tags, and repeated viewing patterns as policy variables. Job fitness is used as a negative component of the risk score, allowing legitimate investigation work while restricting non-assigned access. The architecture also separates immediate block rules from scored decisions, enabling obvious risks to be stopped quickly while ambiguous requests are downgraded to approval or limited viewing.</a:t>
            </a:r>
          </a:p>
          <a:p xmlns:a="http://schemas.openxmlformats.org/drawingml/2006/main">
            <a:r>
              <a:t/>
            </a:r>
          </a:p>
          <a:p xmlns:a="http://schemas.openxmlformats.org/drawingml/2006/main">
            <a:pPr algn="l">
              <a:defRPr sz="1425" b="0">
                <a:solidFill>
                  <a:srgbClr val="45496A"/>
                </a:solidFill>
                <a:latin typeface="Segoe UI"/>
                <a:ea typeface="Segoe UI"/>
                <a:cs typeface="Segoe UI"/>
              </a:defRPr>
            </a:pPr>
            <a:r>
              <a:rPr sz="1425" b="0">
                <a:solidFill>
                  <a:srgbClr val="45496A"/>
                </a:solidFill>
                <a:latin typeface="Segoe UI"/>
                <a:ea typeface="Segoe UI"/>
                <a:cs typeface="Segoe UI"/>
              </a:rPr>
              <a:t>The novelty lies not only in the policy variables but also in the decision strategy. Obvious risks are blocked immediately, ambiguous risks move to re-authentication or approval, and normal work remains available when possible.</a:t>
            </a:r>
          </a:p>
        </p:txBody>
      </p:sp>
      <p:sp>
        <p:nvSpPr>
          <p:cNvPr id="392" name="">
            <a:extLst xmlns:a="http://schemas.openxmlformats.org/drawingml/2006/main">
              <a:ext uri="{FF2B5EF4-FFF2-40B4-BE49-F238E27FC236}">
                <a16:creationId xmlns:a16="http://schemas.microsoft.com/office/drawing/2014/main" id="{4E07C9C2-5C87-4B26-9AD5-52AE7FB8126D}"/>
              </a:ext>
            </a:extLst>
          </p:cNvPr>
          <p:cNvSpPr>
            <a:spLocks xmlns:a="http://schemas.openxmlformats.org/drawingml/2006/main" noGrp="1"/>
          </p:cNvSpPr>
          <p:nvPr/>
        </p:nvSpPr>
        <p:spPr>
          <a:xfrm xmlns:a="http://schemas.openxmlformats.org/drawingml/2006/main">
            <a:off x="20193000" y="14230350"/>
            <a:ext cx="9334500" cy="781050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393" name="">
            <a:extLst xmlns:a="http://schemas.openxmlformats.org/drawingml/2006/main">
              <a:ext uri="{FF2B5EF4-FFF2-40B4-BE49-F238E27FC236}">
                <a16:creationId xmlns:a16="http://schemas.microsoft.com/office/drawing/2014/main" id="{CA945339-9990-4C65-ADA3-C2A9F375CE4F}"/>
              </a:ext>
            </a:extLst>
          </p:cNvPr>
          <p:cNvSpPr>
            <a:spLocks xmlns:a="http://schemas.openxmlformats.org/drawingml/2006/main" noGrp="1"/>
          </p:cNvSpPr>
          <p:nvPr/>
        </p:nvSpPr>
        <p:spPr>
          <a:xfrm xmlns:a="http://schemas.openxmlformats.org/drawingml/2006/main">
            <a:off x="20193000" y="14230350"/>
            <a:ext cx="93345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394" name="">
            <a:extLst xmlns:a="http://schemas.openxmlformats.org/drawingml/2006/main">
              <a:ext uri="{FF2B5EF4-FFF2-40B4-BE49-F238E27FC236}">
                <a16:creationId xmlns:a16="http://schemas.microsoft.com/office/drawing/2014/main" id="{47401DC5-B007-4A85-9628-954F1DC6CEF3}"/>
              </a:ext>
            </a:extLst>
          </p:cNvPr>
          <p:cNvSpPr>
            <a:spLocks xmlns:a="http://schemas.openxmlformats.org/drawingml/2006/main" noGrp="1"/>
          </p:cNvSpPr>
          <p:nvPr/>
        </p:nvSpPr>
        <p:spPr>
          <a:xfrm xmlns:a="http://schemas.openxmlformats.org/drawingml/2006/main">
            <a:off x="20364450" y="14316075"/>
            <a:ext cx="89916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8. Implementation and Scenarios</a:t>
            </a:r>
          </a:p>
        </p:txBody>
      </p:sp>
      <p:sp>
        <p:nvSpPr>
          <p:cNvPr id="395" name="">
            <a:extLst xmlns:a="http://schemas.openxmlformats.org/drawingml/2006/main">
              <a:ext uri="{FF2B5EF4-FFF2-40B4-BE49-F238E27FC236}">
                <a16:creationId xmlns:a16="http://schemas.microsoft.com/office/drawing/2014/main" id="{F9047034-0FE0-44EE-A828-0F5928F422F5}"/>
              </a:ext>
            </a:extLst>
          </p:cNvPr>
          <p:cNvSpPr>
            <a:spLocks xmlns:a="http://schemas.openxmlformats.org/drawingml/2006/main" noGrp="1"/>
          </p:cNvSpPr>
          <p:nvPr/>
        </p:nvSpPr>
        <p:spPr>
          <a:xfrm xmlns:a="http://schemas.openxmlformats.org/drawingml/2006/main">
            <a:off x="20364450" y="14916150"/>
            <a:ext cx="8991600" cy="6934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45496A"/>
                </a:solidFill>
                <a:latin typeface="Segoe UI"/>
                <a:ea typeface="Segoe UI"/>
                <a:cs typeface="Segoe UI"/>
              </a:defRPr>
            </a:pPr>
            <a:r>
              <a:rPr sz="1425" b="0">
                <a:solidFill>
                  <a:srgbClr val="45496A"/>
                </a:solidFill>
                <a:latin typeface="Segoe UI"/>
                <a:ea typeface="Segoe UI"/>
                <a:cs typeface="Segoe UI"/>
              </a:rPr>
              <a:t>The prototype is implemented around a web-based access-control flow and PostgreSQL-backed audit logging. Three insider-threat scenarios were demonstrated. In the first scenario, a user accesses grade 4/5 data for a non-assigned case, and the system escalates the request to admin approval and masking. In the second scenario, access from a disallowed location or unregistered device is blocked at login or download time. In the third scenario, repeated viewing of non-assigned cases accumulates behavior risk, raises the access level, and downgrades permission in real time.</a:t>
            </a:r>
          </a:p>
          <a:p xmlns:a="http://schemas.openxmlformats.org/drawingml/2006/main">
            <a:r>
              <a:t/>
            </a:r>
          </a:p>
          <a:p xmlns:a="http://schemas.openxmlformats.org/drawingml/2006/main">
            <a:pPr algn="l">
              <a:defRPr sz="1425" b="0">
                <a:solidFill>
                  <a:srgbClr val="45496A"/>
                </a:solidFill>
                <a:latin typeface="Segoe UI"/>
                <a:ea typeface="Segoe UI"/>
                <a:cs typeface="Segoe UI"/>
              </a:defRPr>
            </a:pPr>
            <a:r>
              <a:rPr sz="1425" b="0">
                <a:solidFill>
                  <a:srgbClr val="45496A"/>
                </a:solidFill>
                <a:latin typeface="Segoe UI"/>
                <a:ea typeface="Segoe UI"/>
                <a:cs typeface="Segoe UI"/>
              </a:rPr>
              <a:t>The scenarios abstract realistic insider-threat patterns. They examine how case assignment, data grade, location, device status, and behavior accumulation change the final access outcome.</a:t>
            </a:r>
          </a:p>
        </p:txBody>
      </p:sp>
      <p:sp>
        <p:nvSpPr>
          <p:cNvPr id="396" name="">
            <a:extLst xmlns:a="http://schemas.openxmlformats.org/drawingml/2006/main">
              <a:ext uri="{FF2B5EF4-FFF2-40B4-BE49-F238E27FC236}">
                <a16:creationId xmlns:a16="http://schemas.microsoft.com/office/drawing/2014/main" id="{FD9513BA-A88F-4301-B2EC-2099579BDF1D}"/>
              </a:ext>
            </a:extLst>
          </p:cNvPr>
          <p:cNvSpPr>
            <a:spLocks xmlns:a="http://schemas.openxmlformats.org/drawingml/2006/main" noGrp="1"/>
          </p:cNvSpPr>
          <p:nvPr/>
        </p:nvSpPr>
        <p:spPr>
          <a:xfrm xmlns:a="http://schemas.openxmlformats.org/drawingml/2006/main">
            <a:off x="20193000" y="22269450"/>
            <a:ext cx="9334500" cy="781050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397" name="">
            <a:extLst xmlns:a="http://schemas.openxmlformats.org/drawingml/2006/main">
              <a:ext uri="{FF2B5EF4-FFF2-40B4-BE49-F238E27FC236}">
                <a16:creationId xmlns:a16="http://schemas.microsoft.com/office/drawing/2014/main" id="{3F454A09-666B-4D7C-865E-2CC430A8DB5A}"/>
              </a:ext>
            </a:extLst>
          </p:cNvPr>
          <p:cNvSpPr>
            <a:spLocks xmlns:a="http://schemas.openxmlformats.org/drawingml/2006/main" noGrp="1"/>
          </p:cNvSpPr>
          <p:nvPr/>
        </p:nvSpPr>
        <p:spPr>
          <a:xfrm xmlns:a="http://schemas.openxmlformats.org/drawingml/2006/main">
            <a:off x="20193000" y="22269450"/>
            <a:ext cx="93345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398" name="">
            <a:extLst xmlns:a="http://schemas.openxmlformats.org/drawingml/2006/main">
              <a:ext uri="{FF2B5EF4-FFF2-40B4-BE49-F238E27FC236}">
                <a16:creationId xmlns:a16="http://schemas.microsoft.com/office/drawing/2014/main" id="{C047FE31-0297-41D9-8391-D5093184CACA}"/>
              </a:ext>
            </a:extLst>
          </p:cNvPr>
          <p:cNvSpPr>
            <a:spLocks xmlns:a="http://schemas.openxmlformats.org/drawingml/2006/main" noGrp="1"/>
          </p:cNvSpPr>
          <p:nvPr/>
        </p:nvSpPr>
        <p:spPr>
          <a:xfrm xmlns:a="http://schemas.openxmlformats.org/drawingml/2006/main">
            <a:off x="20364450" y="22355175"/>
            <a:ext cx="89916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9. Strengths and Limitations</a:t>
            </a:r>
          </a:p>
        </p:txBody>
      </p:sp>
      <p:sp>
        <p:nvSpPr>
          <p:cNvPr id="399" name="">
            <a:extLst xmlns:a="http://schemas.openxmlformats.org/drawingml/2006/main">
              <a:ext uri="{FF2B5EF4-FFF2-40B4-BE49-F238E27FC236}">
                <a16:creationId xmlns:a16="http://schemas.microsoft.com/office/drawing/2014/main" id="{27C69E2C-5DC9-46B9-99F0-024B1A268F7B}"/>
              </a:ext>
            </a:extLst>
          </p:cNvPr>
          <p:cNvSpPr>
            <a:spLocks xmlns:a="http://schemas.openxmlformats.org/drawingml/2006/main" noGrp="1"/>
          </p:cNvSpPr>
          <p:nvPr/>
        </p:nvSpPr>
        <p:spPr>
          <a:xfrm xmlns:a="http://schemas.openxmlformats.org/drawingml/2006/main">
            <a:off x="20364450" y="22955250"/>
            <a:ext cx="8991600" cy="6934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45496A"/>
                </a:solidFill>
                <a:latin typeface="Segoe UI"/>
                <a:ea typeface="Segoe UI"/>
                <a:cs typeface="Segoe UI"/>
              </a:defRPr>
            </a:pPr>
            <a:r>
              <a:rPr sz="1425" b="0">
                <a:solidFill>
                  <a:srgbClr val="45496A"/>
                </a:solidFill>
                <a:latin typeface="Segoe UI"/>
                <a:ea typeface="Segoe UI"/>
                <a:cs typeface="Segoe UI"/>
              </a:rPr>
              <a:t>The strengths of the system are preventive insider-risk reduction, minimized information exposure, and reviewable evidence for every decision. It also considers operational continuity by offering re-authentication, admin approval, view-only access, and break-glass handling instead of only blocking work. The limitation is that the current implementation is a scenario-driven prototype. Production deployment would require organization-specific thresholds, endpoint telemetry, SIEM/EDR integration, and performance validation under large-scale user and case workloads.</a:t>
            </a:r>
          </a:p>
          <a:p xmlns:a="http://schemas.openxmlformats.org/drawingml/2006/main">
            <a:r>
              <a:t/>
            </a:r>
          </a:p>
          <a:p xmlns:a="http://schemas.openxmlformats.org/drawingml/2006/main">
            <a:pPr algn="l">
              <a:defRPr sz="1425" b="0">
                <a:solidFill>
                  <a:srgbClr val="45496A"/>
                </a:solidFill>
                <a:latin typeface="Segoe UI"/>
                <a:ea typeface="Segoe UI"/>
                <a:cs typeface="Segoe UI"/>
              </a:defRPr>
            </a:pPr>
            <a:r>
              <a:rPr sz="1425" b="0">
                <a:solidFill>
                  <a:srgbClr val="45496A"/>
                </a:solidFill>
                <a:latin typeface="Segoe UI"/>
                <a:ea typeface="Segoe UI"/>
                <a:cs typeface="Segoe UI"/>
              </a:rPr>
              <a:t>From an operational perspective, security and usability must be balanced. The system does not aim to block every uncertain request; it provides alternative paths that preserve work continuity when risk can be controlled.</a:t>
            </a:r>
          </a:p>
        </p:txBody>
      </p:sp>
      <p:sp>
        <p:nvSpPr>
          <p:cNvPr id="400" name="">
            <a:extLst xmlns:a="http://schemas.openxmlformats.org/drawingml/2006/main">
              <a:ext uri="{FF2B5EF4-FFF2-40B4-BE49-F238E27FC236}">
                <a16:creationId xmlns:a16="http://schemas.microsoft.com/office/drawing/2014/main" id="{BA197E9B-52CE-419B-9501-BBC7669F14AF}"/>
              </a:ext>
            </a:extLst>
          </p:cNvPr>
          <p:cNvSpPr>
            <a:spLocks xmlns:a="http://schemas.openxmlformats.org/drawingml/2006/main" noGrp="1"/>
          </p:cNvSpPr>
          <p:nvPr/>
        </p:nvSpPr>
        <p:spPr>
          <a:xfrm xmlns:a="http://schemas.openxmlformats.org/drawingml/2006/main">
            <a:off x="20193000" y="30308550"/>
            <a:ext cx="9334500" cy="762000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401" name="">
            <a:extLst xmlns:a="http://schemas.openxmlformats.org/drawingml/2006/main">
              <a:ext uri="{FF2B5EF4-FFF2-40B4-BE49-F238E27FC236}">
                <a16:creationId xmlns:a16="http://schemas.microsoft.com/office/drawing/2014/main" id="{75A6DCA0-1F65-408F-8856-BAC98A6A5811}"/>
              </a:ext>
            </a:extLst>
          </p:cNvPr>
          <p:cNvSpPr>
            <a:spLocks xmlns:a="http://schemas.openxmlformats.org/drawingml/2006/main" noGrp="1"/>
          </p:cNvSpPr>
          <p:nvPr/>
        </p:nvSpPr>
        <p:spPr>
          <a:xfrm xmlns:a="http://schemas.openxmlformats.org/drawingml/2006/main">
            <a:off x="20193000" y="30308550"/>
            <a:ext cx="93345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02" name="">
            <a:extLst xmlns:a="http://schemas.openxmlformats.org/drawingml/2006/main">
              <a:ext uri="{FF2B5EF4-FFF2-40B4-BE49-F238E27FC236}">
                <a16:creationId xmlns:a16="http://schemas.microsoft.com/office/drawing/2014/main" id="{001E9400-5F2D-4650-A6BA-8BF467E58D52}"/>
              </a:ext>
            </a:extLst>
          </p:cNvPr>
          <p:cNvSpPr>
            <a:spLocks xmlns:a="http://schemas.openxmlformats.org/drawingml/2006/main" noGrp="1"/>
          </p:cNvSpPr>
          <p:nvPr/>
        </p:nvSpPr>
        <p:spPr>
          <a:xfrm xmlns:a="http://schemas.openxmlformats.org/drawingml/2006/main">
            <a:off x="20364450" y="30394275"/>
            <a:ext cx="89916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10. Expected Impact and Conclusion</a:t>
            </a:r>
          </a:p>
        </p:txBody>
      </p:sp>
      <p:sp>
        <p:nvSpPr>
          <p:cNvPr id="403" name="">
            <a:extLst xmlns:a="http://schemas.openxmlformats.org/drawingml/2006/main">
              <a:ext uri="{FF2B5EF4-FFF2-40B4-BE49-F238E27FC236}">
                <a16:creationId xmlns:a16="http://schemas.microsoft.com/office/drawing/2014/main" id="{E6FB9302-DE0F-4E5E-A207-08B801239CD0}"/>
              </a:ext>
            </a:extLst>
          </p:cNvPr>
          <p:cNvSpPr>
            <a:spLocks xmlns:a="http://schemas.openxmlformats.org/drawingml/2006/main" noGrp="1"/>
          </p:cNvSpPr>
          <p:nvPr/>
        </p:nvSpPr>
        <p:spPr>
          <a:xfrm xmlns:a="http://schemas.openxmlformats.org/drawingml/2006/main">
            <a:off x="20364450" y="30994350"/>
            <a:ext cx="8991600" cy="6743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45496A"/>
                </a:solidFill>
                <a:latin typeface="Segoe UI"/>
                <a:ea typeface="Segoe UI"/>
                <a:cs typeface="Segoe UI"/>
              </a:defRPr>
            </a:pPr>
            <a:r>
              <a:rPr sz="1425" b="0">
                <a:solidFill>
                  <a:srgbClr val="45496A"/>
                </a:solidFill>
                <a:latin typeface="Segoe UI"/>
                <a:ea typeface="Segoe UI"/>
                <a:cs typeface="Segoe UI"/>
              </a:rPr>
              <a:t>The proposed system can reduce unauthorized access by legitimate users, limit exposure through masking or view-only decisions, and support accountability through structured audit logs. Re-authentication, approval, and emergency access allow critical investigation work to continue without ignoring security risk. In conclusion, this work implements Zero Trust not as a one-time authentication technique but as a police-specific policy engine that continuously adapts access to investigation-data risk.</a:t>
            </a:r>
          </a:p>
          <a:p xmlns:a="http://schemas.openxmlformats.org/drawingml/2006/main">
            <a:r>
              <a:t/>
            </a:r>
          </a:p>
          <a:p xmlns:a="http://schemas.openxmlformats.org/drawingml/2006/main">
            <a:pPr algn="l">
              <a:defRPr sz="1425" b="0">
                <a:solidFill>
                  <a:srgbClr val="45496A"/>
                </a:solidFill>
                <a:latin typeface="Segoe UI"/>
                <a:ea typeface="Segoe UI"/>
                <a:cs typeface="Segoe UI"/>
              </a:defRPr>
            </a:pPr>
            <a:r>
              <a:rPr sz="1425" b="0">
                <a:solidFill>
                  <a:srgbClr val="45496A"/>
                </a:solidFill>
                <a:latin typeface="Segoe UI"/>
                <a:ea typeface="Segoe UI"/>
                <a:cs typeface="Segoe UI"/>
              </a:rPr>
              <a:t>Future work can improve deployment readiness through automatic threshold tuning, organization-specific behavior baselines, endpoint trust integration, and better admin approval workflows.</a:t>
            </a:r>
          </a:p>
        </p:txBody>
      </p:sp>
      <p:sp>
        <p:nvSpPr>
          <p:cNvPr id="404" name="">
            <a:extLst xmlns:a="http://schemas.openxmlformats.org/drawingml/2006/main">
              <a:ext uri="{FF2B5EF4-FFF2-40B4-BE49-F238E27FC236}">
                <a16:creationId xmlns:a16="http://schemas.microsoft.com/office/drawing/2014/main" id="{6EAAB860-8B09-409F-AA17-52C32F9E95D6}"/>
              </a:ext>
            </a:extLst>
          </p:cNvPr>
          <p:cNvSpPr>
            <a:spLocks xmlns:a="http://schemas.openxmlformats.org/drawingml/2006/main" noGrp="1"/>
          </p:cNvSpPr>
          <p:nvPr/>
        </p:nvSpPr>
        <p:spPr>
          <a:xfrm xmlns:a="http://schemas.openxmlformats.org/drawingml/2006/main">
            <a:off x="838200" y="38842950"/>
            <a:ext cx="28803600" cy="238125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05" name="">
            <a:extLst xmlns:a="http://schemas.openxmlformats.org/drawingml/2006/main">
              <a:ext uri="{FF2B5EF4-FFF2-40B4-BE49-F238E27FC236}">
                <a16:creationId xmlns:a16="http://schemas.microsoft.com/office/drawing/2014/main" id="{7C941639-0F29-464B-A513-126DDC44224A}"/>
              </a:ext>
            </a:extLst>
          </p:cNvPr>
          <p:cNvSpPr>
            <a:spLocks xmlns:a="http://schemas.openxmlformats.org/drawingml/2006/main" noGrp="1"/>
          </p:cNvSpPr>
          <p:nvPr/>
        </p:nvSpPr>
        <p:spPr>
          <a:xfrm xmlns:a="http://schemas.openxmlformats.org/drawingml/2006/main">
            <a:off x="1333500" y="39452550"/>
            <a:ext cx="27813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FFFFFF"/>
                </a:solidFill>
                <a:latin typeface="Segoe UI"/>
                <a:ea typeface="Segoe UI"/>
                <a:cs typeface="Segoe UI"/>
              </a:defRPr>
            </a:pPr>
            <a:r>
              <a:rPr sz="1950" b="1">
                <a:solidFill>
                  <a:srgbClr val="FFFFFF"/>
                </a:solidFill>
                <a:latin typeface="Segoe UI"/>
                <a:ea typeface="Segoe UI"/>
                <a:cs typeface="Segoe UI"/>
              </a:rPr>
              <a:t>Summary conclusion: the system embeds police-investigation context into the policy engine, shifting access control from one-time permission grants to continuous risk-adaptive decisions.</a:t>
            </a:r>
          </a:p>
        </p:txBody>
      </p:sp>
    </p:spTree>
    <p:extLst>
      <p:ext uri="{BB962C8B-B14F-4D97-AF65-F5344CB8AC3E}">
        <p14:creationId xmlns:p14="http://schemas.microsoft.com/office/powerpoint/2010/main" val="256106343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2026-06-12T12:57:26.7620000Z</dcterms:created>
  <dcterms:modified xsi:type="dcterms:W3CDTF">2026-06-12T12:57:26.7620000Z</dcterms:modified>
</coreProperties>
</file>