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032246a22148f9" /><Relationship Type="http://schemas.openxmlformats.org/officeDocument/2006/relationships/extended-properties" Target="/docProps/app.xml" Id="R204a6db5253a460a" /><Relationship Type="http://schemas.openxmlformats.org/officeDocument/2006/relationships/officeDocument" Target="/ppt/presentation.xml" Id="R2a74d400997c4e7e" /></Relationships>
</file>

<file path=ppt/presentation.xml><?xml version="1.0" encoding="utf-8"?>
<p:presentation xmlns:p="http://schemas.openxmlformats.org/presentationml/2006/main">
  <p:sldMasterIdLst>
    <p:sldMasterId xmlns:r="http://schemas.openxmlformats.org/officeDocument/2006/relationships" id="2147483648" r:id="R74da3a83302544f2"/>
  </p:sldMasterIdLst>
  <p:notesMasterIdLst>
    <p:notesMasterId xmlns:r="http://schemas.openxmlformats.org/officeDocument/2006/relationships" r:id="Rbece23d06f744647"/>
  </p:notesMasterIdLst>
  <p:sldIdLst>
    <p:sldId xmlns:r="http://schemas.openxmlformats.org/officeDocument/2006/relationships" id="256" r:id="Rd3a98df0bc4044d5"/>
  </p:sldIdLst>
  <p:sldSz cx="30275213" cy="42803763"/>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c8a1767336f4fcb" /><Relationship Type="http://schemas.openxmlformats.org/officeDocument/2006/relationships/slideMaster" Target="/ppt/slideMasters/slideMaster1.xml" Id="R74da3a83302544f2" /><Relationship Type="http://schemas.openxmlformats.org/officeDocument/2006/relationships/notesMaster" Target="/ppt/notesMasters/notesMaster1.xml" Id="Rbece23d06f744647" /><Relationship Type="http://schemas.openxmlformats.org/officeDocument/2006/relationships/presProps" Target="/ppt/presProps.xml" Id="R6727bf580d0646c3" /><Relationship Type="http://schemas.openxmlformats.org/officeDocument/2006/relationships/viewProps" Target="/ppt/viewProps.xml" Id="R7889052cc5a54cf3" /><Relationship Type="http://schemas.openxmlformats.org/officeDocument/2006/relationships/tableStyles" Target="/ppt/tableStyles.xml" Id="Rc1adc128b7804476" /><Relationship Type="http://schemas.openxmlformats.org/officeDocument/2006/relationships/slide" Target="/ppt/slides/slide1.xml" Id="Rd3a98df0bc4044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689279363c46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645318b36e4fb5" /><Relationship Type="http://schemas.openxmlformats.org/officeDocument/2006/relationships/notesMaster" Target="/ppt/notesMasters/notesMaster1.xml" Id="R5d8bc3eb1e21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c71cce179c46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f51d6a98f544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0e6a5ca18a46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fec69e37ea4d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39f2d576d344b9"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2BE2E78-5EE5-4EBE-8E42-90BD2B9CA8EA}"/>
              </a:ext>
            </a:extLst>
          </p:cNvPr>
          <p:cNvSpPr>
            <a:spLocks xmlns:a="http://schemas.openxmlformats.org/drawingml/2006/main" noGrp="1"/>
          </p:cNvSpPr>
          <p:nvPr>
            <p:ph type="ctrTitle" idx="0"/>
          </p:nvPr>
        </p:nvSpPr>
        <p:spPr>
          <a:xfrm xmlns:a="http://schemas.openxmlformats.org/drawingml/2006/main">
            <a:off x="2272546" y="13269164"/>
            <a:ext cx="25755554"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9625D93C-D487-4420-83BF-B3E54E571D9E}"/>
              </a:ext>
            </a:extLst>
          </p:cNvPr>
          <p:cNvSpPr>
            <a:spLocks xmlns:a="http://schemas.openxmlformats.org/drawingml/2006/main" noGrp="1"/>
          </p:cNvSpPr>
          <p:nvPr>
            <p:ph type="subTitle" idx="4"/>
          </p:nvPr>
        </p:nvSpPr>
        <p:spPr>
          <a:xfrm xmlns:a="http://schemas.openxmlformats.org/drawingml/2006/main">
            <a:off x="4545098" y="23970113"/>
            <a:ext cx="21210458"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FF3D5D55-EE4E-491A-AD2F-3D8DE35C8E6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D6466F7-6ECA-4ED1-9F9E-8ED8B55DA27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64DBFADC-31EA-4E96-A4B6-89DD141CCA7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4794A862-76D8-44F5-81BC-B2D04190816D}"/>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05DA6BB-5DAD-47D6-9956-2B8BDE8B20F2}"/>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90B3E69-BC2C-4732-A34F-A4E4754FF09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1815C1-2116-4B09-B86B-8D5EF69510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3005B063-4225-493C-879B-9BD01920D3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75D737A-E972-4014-817D-6F24566D9F3F}"/>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A93BD1D-1E64-430B-9191-127E3ABE49D1}"/>
              </a:ext>
            </a:extLst>
          </p:cNvPr>
          <p:cNvSpPr>
            <a:spLocks xmlns:a="http://schemas.openxmlformats.org/drawingml/2006/main" noGrp="1"/>
          </p:cNvSpPr>
          <p:nvPr>
            <p:ph idx="2"/>
          </p:nvPr>
        </p:nvSpPr>
        <p:spPr>
          <a:xfrm xmlns:a="http://schemas.openxmlformats.org/drawingml/2006/main">
            <a:off x="1515037" y="9844870"/>
            <a:ext cx="13180782"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E192FA5-1607-406D-A2E6-787FC399A6F5}"/>
              </a:ext>
            </a:extLst>
          </p:cNvPr>
          <p:cNvSpPr>
            <a:spLocks xmlns:a="http://schemas.openxmlformats.org/drawingml/2006/main" noGrp="1"/>
          </p:cNvSpPr>
          <p:nvPr>
            <p:ph idx="3"/>
          </p:nvPr>
        </p:nvSpPr>
        <p:spPr>
          <a:xfrm xmlns:a="http://schemas.openxmlformats.org/drawingml/2006/main">
            <a:off x="16153871" y="11536227"/>
            <a:ext cx="11270520" cy="6156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chemeClr val="tx1"/>
                </a:solidFill>
                <a:latin typeface="Book Antiqua"/>
                <a:ea typeface="Book Antiqua"/>
                <a:cs typeface="Book Antiqua"/>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723F4882-0D01-4A77-82C2-BC2D592A57BA}"/>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58BA99A5-DBDF-4570-ACA9-9F392E2B12F8}"/>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7" name="Holder 7">
            <a:extLst xmlns:a="http://schemas.openxmlformats.org/drawingml/2006/main">
              <a:ext uri="{FF2B5EF4-FFF2-40B4-BE49-F238E27FC236}">
                <a16:creationId xmlns:a16="http://schemas.microsoft.com/office/drawing/2014/main" id="{B08E87B8-898C-4D19-B7A2-DFC092A1C7C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EF36C51-AFFF-4F25-964C-B1FCE3DFF721}"/>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D06B33E-7CB0-48A0-BD43-497EF5E6AFE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EC524AF8-4E72-4216-A5D1-3A5518666F4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5" name="Holder 5">
            <a:extLst xmlns:a="http://schemas.openxmlformats.org/drawingml/2006/main">
              <a:ext uri="{FF2B5EF4-FFF2-40B4-BE49-F238E27FC236}">
                <a16:creationId xmlns:a16="http://schemas.microsoft.com/office/drawing/2014/main" id="{7DC2D0D1-5819-4E01-B36A-AAAB23B2A4C2}"/>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FCCEA099-3361-478D-9FDB-D34627E4A18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D4F5A11-CBF8-401B-AB2E-F0117BE356E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4" name="Holder 4">
            <a:extLst xmlns:a="http://schemas.openxmlformats.org/drawingml/2006/main">
              <a:ext uri="{FF2B5EF4-FFF2-40B4-BE49-F238E27FC236}">
                <a16:creationId xmlns:a16="http://schemas.microsoft.com/office/drawing/2014/main" id="{6D41FCB3-0967-4DBD-B56D-A4647416FFA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c910e4f6d234a39" /><Relationship Type="http://schemas.openxmlformats.org/officeDocument/2006/relationships/theme" Target="/ppt/slideMasters/theme/theme2.xml" Id="Re3521b76c4864bcd" /><Relationship Type="http://schemas.openxmlformats.org/officeDocument/2006/relationships/slideLayout" Target="/ppt/slideLayouts/slideLayout1.xml" Id="R8c8223f29e9d44c9" /><Relationship Type="http://schemas.openxmlformats.org/officeDocument/2006/relationships/slideLayout" Target="/ppt/slideLayouts/slideLayout2.xml" Id="R473c183348ce4a2d" /><Relationship Type="http://schemas.openxmlformats.org/officeDocument/2006/relationships/slideLayout" Target="/ppt/slideLayouts/slideLayout3.xml" Id="R9514bbcda689427f" /><Relationship Type="http://schemas.openxmlformats.org/officeDocument/2006/relationships/slideLayout" Target="/ppt/slideLayouts/slideLayout4.xml" Id="R820c31e6227c4099" /><Relationship Type="http://schemas.openxmlformats.org/officeDocument/2006/relationships/slideLayout" Target="/ppt/slideLayouts/slideLayout5.xml" Id="R77bd1afe4e634434"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bg object 16"/>
          <p:cNvPicPr>
            <a:picLocks xmlns:a="http://schemas.openxmlformats.org/drawingml/2006/main" noChangeAspect="1"/>
          </p:cNvPicPr>
          <p:nvPr/>
        </p:nvPicPr>
        <p:blipFill>
          <a:blip xmlns:r="http://schemas.openxmlformats.org/officeDocument/2006/relationships" xmlns:a="http://schemas.openxmlformats.org/drawingml/2006/main" r:embed="Rfc910e4f6d234a39"/>
          <a:stretch xmlns:a="http://schemas.openxmlformats.org/drawingml/2006/main">
            <a:fillRect l="0" t="0" r="0" b="0"/>
          </a:stretch>
        </p:blipFill>
        <p:spPr>
          <a:xfrm xmlns:a="http://schemas.openxmlformats.org/drawingml/2006/main">
            <a:off x="0" y="881056"/>
            <a:ext cx="30300654" cy="41910001"/>
          </a:xfrm>
          <a:prstGeom xmlns:a="http://schemas.openxmlformats.org/drawingml/2006/main" prst="rect">
            <a:avLst/>
          </a:prstGeom>
        </p:spPr>
      </p:pic>
      <p:sp>
        <p:nvSpPr>
          <p:cNvPr id="17" name="bg object 17">
            <a:extLst xmlns:a="http://schemas.openxmlformats.org/drawingml/2006/main">
              <a:ext uri="{FF2B5EF4-FFF2-40B4-BE49-F238E27FC236}">
                <a16:creationId xmlns:a16="http://schemas.microsoft.com/office/drawing/2014/main" id="{96EC0D05-044A-4545-91CB-29257ADAB0AC}"/>
              </a:ext>
            </a:extLst>
          </p:cNvPr>
          <p:cNvSpPr>
            <a:spLocks xmlns:a="http://schemas.openxmlformats.org/drawingml/2006/main" noGrp="1"/>
          </p:cNvSpPr>
          <p:nvPr/>
        </p:nvSpPr>
        <p:spPr>
          <a:xfrm xmlns:a="http://schemas.openxmlformats.org/drawingml/2006/main">
            <a:off x="0" y="0"/>
            <a:ext cx="30300654" cy="42791112"/>
          </a:xfrm>
          <a:custGeom xmlns:a="http://schemas.openxmlformats.org/drawingml/2006/main">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xmlns:a="http://schemas.openxmlformats.org/drawingml/2006/main">
            <a:srgbClr val="373362"/>
          </a:solidFill>
        </p:spPr>
        <p:txBody>
          <a:bodyPr xmlns:a="http://schemas.openxmlformats.org/drawingml/2006/main" wrap="square" lIns="0" tIns="0" rIns="0" bIns="0"/>
          <a:lstStyle xmlns:a="http://schemas.openxmlformats.org/drawingml/2006/main"/>
          <a:p xmlns:a="http://schemas.openxmlformats.org/drawingml/2006/main"/>
        </p:txBody>
      </p:sp>
      <p:sp>
        <p:nvSpPr>
          <p:cNvPr id="18" name="bg object 18">
            <a:extLst xmlns:a="http://schemas.openxmlformats.org/drawingml/2006/main">
              <a:ext uri="{FF2B5EF4-FFF2-40B4-BE49-F238E27FC236}">
                <a16:creationId xmlns:a16="http://schemas.microsoft.com/office/drawing/2014/main" id="{7D781E56-AB8D-4920-BEFA-B654A5BBF24C}"/>
              </a:ext>
            </a:extLst>
          </p:cNvPr>
          <p:cNvSpPr>
            <a:spLocks xmlns:a="http://schemas.openxmlformats.org/drawingml/2006/main" noGrp="1"/>
          </p:cNvSpPr>
          <p:nvPr/>
        </p:nvSpPr>
        <p:spPr>
          <a:xfrm xmlns:a="http://schemas.openxmlformats.org/drawingml/2006/main">
            <a:off x="0" y="294481"/>
            <a:ext cx="30300654" cy="42214800"/>
          </a:xfrm>
          <a:custGeom xmlns:a="http://schemas.openxmlformats.org/drawingml/2006/main">
            <a:rect l="l" t="t" r="r" b="b"/>
            <a:pathLst>
              <a:path w="7562850" h="10191115">
                <a:moveTo>
                  <a:pt x="7562850" y="10190774"/>
                </a:moveTo>
                <a:lnTo>
                  <a:pt x="0" y="10190774"/>
                </a:lnTo>
                <a:lnTo>
                  <a:pt x="0" y="0"/>
                </a:lnTo>
                <a:lnTo>
                  <a:pt x="7562850" y="0"/>
                </a:lnTo>
                <a:lnTo>
                  <a:pt x="7562850" y="10190774"/>
                </a:lnTo>
                <a:close/>
              </a:path>
            </a:pathLst>
          </a:custGeom>
          <a:solidFill xmlns:a="http://schemas.openxmlformats.org/drawingml/2006/main">
            <a:srgbClr val="FFFFF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66481A61-817C-4D23-8F54-4F0CA6818F9A}"/>
              </a:ext>
            </a:extLst>
          </p:cNvPr>
          <p:cNvSpPr>
            <a:spLocks xmlns:a="http://schemas.openxmlformats.org/drawingml/2006/main" noGrp="1"/>
          </p:cNvSpPr>
          <p:nvPr>
            <p:ph type="title" idx="0"/>
          </p:nvPr>
        </p:nvSpPr>
        <p:spPr>
          <a:xfrm xmlns:a="http://schemas.openxmlformats.org/drawingml/2006/main">
            <a:off x="1332416" y="1330512"/>
            <a:ext cx="27635831"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300"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A8DA4E9E-E7DD-4812-9C67-BB8D7ACF272F}"/>
              </a:ext>
            </a:extLst>
          </p:cNvPr>
          <p:cNvSpPr>
            <a:spLocks xmlns:a="http://schemas.openxmlformats.org/drawingml/2006/main" noGrp="1"/>
          </p:cNvSpPr>
          <p:nvPr>
            <p:ph type="body" idx="1"/>
          </p:nvPr>
        </p:nvSpPr>
        <p:spPr>
          <a:xfrm xmlns:a="http://schemas.openxmlformats.org/drawingml/2006/main">
            <a:off x="1515037" y="9844870"/>
            <a:ext cx="27270589"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D86D43A-8AE8-4AAB-8FF1-D06C06A4B9D7}"/>
              </a:ext>
            </a:extLst>
          </p:cNvPr>
          <p:cNvSpPr>
            <a:spLocks xmlns:a="http://schemas.openxmlformats.org/drawingml/2006/main" noGrp="1"/>
          </p:cNvSpPr>
          <p:nvPr>
            <p:ph type="ftr" idx="5"/>
          </p:nvPr>
        </p:nvSpPr>
        <p:spPr>
          <a:xfrm xmlns:a="http://schemas.openxmlformats.org/drawingml/2006/main">
            <a:off x="10302223" y="39807506"/>
            <a:ext cx="9696209"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BB78B4B-A837-40FD-88FC-15D834E60D2B}"/>
              </a:ext>
            </a:extLst>
          </p:cNvPr>
          <p:cNvSpPr>
            <a:spLocks xmlns:a="http://schemas.openxmlformats.org/drawingml/2006/main" noGrp="1"/>
          </p:cNvSpPr>
          <p:nvPr>
            <p:ph type="dt" idx="6"/>
          </p:nvPr>
        </p:nvSpPr>
        <p:spPr>
          <a:xfrm xmlns:a="http://schemas.openxmlformats.org/drawingml/2006/main">
            <a:off x="1515037"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1ADA1F0A-5847-41D6-BCEF-4A1C33FFB89C}"/>
              </a:ext>
            </a:extLst>
          </p:cNvPr>
          <p:cNvSpPr>
            <a:spLocks xmlns:a="http://schemas.openxmlformats.org/drawingml/2006/main" noGrp="1"/>
          </p:cNvSpPr>
          <p:nvPr>
            <p:ph type="sldNum" idx="7"/>
          </p:nvPr>
        </p:nvSpPr>
        <p:spPr>
          <a:xfrm xmlns:a="http://schemas.openxmlformats.org/drawingml/2006/main">
            <a:off x="21816473"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223f29e9d44c9"/>
    <p:sldLayoutId xmlns:r="http://schemas.openxmlformats.org/officeDocument/2006/relationships" id="2147483650" r:id="R473c183348ce4a2d"/>
    <p:sldLayoutId xmlns:r="http://schemas.openxmlformats.org/officeDocument/2006/relationships" id="2147483651" r:id="R9514bbcda689427f"/>
    <p:sldLayoutId xmlns:r="http://schemas.openxmlformats.org/officeDocument/2006/relationships" id="2147483652" r:id="R820c31e6227c4099"/>
    <p:sldLayoutId xmlns:r="http://schemas.openxmlformats.org/officeDocument/2006/relationships" id="2147483653" r:id="R77bd1afe4e634434"/>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c33276744ac847b1" /><Relationship Type="http://schemas.openxmlformats.org/officeDocument/2006/relationships/image" Target="/ppt/media/image2.png" Id="R9a5af83cbf564a6c" /><Relationship Type="http://schemas.openxmlformats.org/officeDocument/2006/relationships/image" Target="/ppt/media/image.svg" Id="Rae6b963d0aeb43d8" /><Relationship Type="http://schemas.openxmlformats.org/officeDocument/2006/relationships/image" Target="/ppt/media/image.png" Id="R8bf19d629e46418a" /><Relationship Type="http://schemas.openxmlformats.org/officeDocument/2006/relationships/image" Target="/ppt/media/image2.svg" Id="R2d489b699bef4370" /><Relationship Type="http://schemas.openxmlformats.org/officeDocument/2006/relationships/notesSlide" Target="/ppt/notesSlides/notesSlide1.xml" Id="R70a1c8bfca4f4a8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그림 17"/>
          <p:cNvPicPr>
            <a:picLocks xmlns:a="http://schemas.openxmlformats.org/drawingml/2006/main" noChangeAspect="1"/>
          </p:cNvPicPr>
          <p:nvPr/>
        </p:nvPicPr>
        <p:blipFill>
          <a:blip xmlns:r="http://schemas.openxmlformats.org/officeDocument/2006/relationships" xmlns:a="http://schemas.openxmlformats.org/drawingml/2006/main" r:embed="R9a5af83cbf564a6c"/>
          <a:stretch xmlns:a="http://schemas.openxmlformats.org/drawingml/2006/main">
            <a:fillRect l="0" t="0" r="0" b="0"/>
          </a:stretch>
        </p:blipFill>
        <p:spPr>
          <a:xfrm xmlns:a="http://schemas.openxmlformats.org/drawingml/2006/main">
            <a:off x="24510206" y="2141178"/>
            <a:ext cx="5181573" cy="3470677"/>
          </a:xfrm>
          <a:prstGeom xmlns:a="http://schemas.openxmlformats.org/drawingml/2006/main" prst="rect">
            <a:avLst/>
          </a:prstGeom>
        </p:spPr>
      </p:pic>
      <p:sp>
        <p:nvSpPr>
          <p:cNvPr id="2" name="object 2">
            <a:extLst xmlns:a="http://schemas.openxmlformats.org/drawingml/2006/main">
              <a:ext uri="{FF2B5EF4-FFF2-40B4-BE49-F238E27FC236}">
                <a16:creationId xmlns:a16="http://schemas.microsoft.com/office/drawing/2014/main" id="{C7203565-1505-47A6-A9A4-2D0DC5CCF24A}"/>
              </a:ext>
            </a:extLst>
          </p:cNvPr>
          <p:cNvSpPr>
            <a:spLocks xmlns:a="http://schemas.openxmlformats.org/drawingml/2006/main" noGrp="1"/>
          </p:cNvSpPr>
          <p:nvPr>
            <p:ph type="title" idx="0"/>
          </p:nvPr>
        </p:nvSpPr>
        <p:spPr>
          <a:xfrm xmlns:a="http://schemas.openxmlformats.org/drawingml/2006/main">
            <a:off x="1194896" y="-110897"/>
            <a:ext cx="28039656" cy="4129425"/>
          </a:xfrm>
          <a:prstGeom xmlns:a="http://schemas.openxmlformats.org/drawingml/2006/main" prst="rect">
            <a:avLst/>
          </a:prstGeom>
        </p:spPr>
        <p:txBody>
          <a:bodyPr xmlns:a="http://schemas.openxmlformats.org/drawingml/2006/main" vert="horz" wrap="square" lIns="0" tIns="797649" rIns="0" bIns="0">
            <a:spAutoFit/>
          </a:bodyPr>
          <a:lstStyle xmlns:a="http://schemas.openxmlformats.org/drawingml/2006/main"/>
          <a:p xmlns:a="http://schemas.openxmlformats.org/drawingml/2006/main">
            <a:pPr algn="l">
              <a:spcBef>
                <a:spcPts val="1200"/>
              </a:spcBef>
              <a:buNone/>
            </a:pPr>
            <a:r>
              <a:rPr sz="8800">
                <a:latin typeface="맑은 고딕"/>
                <a:ea typeface="맑은 고딕"/>
                <a:cs typeface="맑은 고딕"/>
              </a:rPr>
              <a:t>경찰 수사정보용 동적</a:t>
            </a:r>
          </a:p>
          <a:p xmlns:a="http://schemas.openxmlformats.org/drawingml/2006/main">
            <a:pPr algn="l">
              <a:spcBef>
                <a:spcPts val="1200"/>
              </a:spcBef>
              <a:buNone/>
            </a:pPr>
            <a:r>
              <a:rPr sz="8800">
                <a:latin typeface="맑은 고딕"/>
                <a:ea typeface="맑은 고딕"/>
                <a:cs typeface="맑은 고딕"/>
              </a:rPr>
              <a:t>제로트러스트 접근제어 시스템</a:t>
            </a:r>
          </a:p>
        </p:txBody>
      </p:sp>
      <p:sp>
        <p:nvSpPr>
          <p:cNvPr id="13" name="직사각형 12">
            <a:extLst xmlns:a="http://schemas.openxmlformats.org/drawingml/2006/main">
              <a:ext uri="{FF2B5EF4-FFF2-40B4-BE49-F238E27FC236}">
                <a16:creationId xmlns:a16="http://schemas.microsoft.com/office/drawing/2014/main" id="{1A92AF71-3D27-4DBE-DF1D-864EF5DB3D12}"/>
              </a:ext>
            </a:extLst>
          </p:cNvPr>
          <p:cNvSpPr>
            <a:spLocks xmlns:a="http://schemas.openxmlformats.org/drawingml/2006/main" noGrp="1"/>
          </p:cNvSpPr>
          <p:nvPr/>
        </p:nvSpPr>
        <p:spPr>
          <a:xfrm xmlns:a="http://schemas.openxmlformats.org/drawingml/2006/main" flipV="1">
            <a:off x="704810" y="5663119"/>
            <a:ext cx="28865591" cy="122892"/>
          </a:xfrm>
          <a:prstGeom xmlns:a="http://schemas.openxmlformats.org/drawingml/2006/main" prst="rect">
            <a:avLst/>
          </a:prstGeom>
          <a:solidFill xmlns:a="http://schemas.openxmlformats.org/drawingml/2006/main">
            <a:srgbClr val="373362"/>
          </a:solidFill>
          <a:ln xmlns:a="http://schemas.openxmlformats.org/drawingml/2006/main">
            <a:solidFill>
              <a:srgbClr val="37336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bject 9">
            <a:extLst xmlns:a="http://schemas.openxmlformats.org/drawingml/2006/main">
              <a:ext uri="{FF2B5EF4-FFF2-40B4-BE49-F238E27FC236}">
                <a16:creationId xmlns:a16="http://schemas.microsoft.com/office/drawing/2014/main" id="{BE67EAB6-6A4A-44D2-BDB9-D4DA9A55D4AE}"/>
              </a:ext>
            </a:extLst>
          </p:cNvPr>
          <p:cNvSpPr>
            <a:spLocks xmlns:a="http://schemas.openxmlformats.org/drawingml/2006/main" noGrp="1"/>
          </p:cNvSpPr>
          <p:nvPr>
            <p:ph idx="3"/>
          </p:nvPr>
        </p:nvSpPr>
        <p:spPr>
          <a:xfrm xmlns:a="http://schemas.openxmlformats.org/drawingml/2006/main">
            <a:off x="435974" y="36413281"/>
            <a:ext cx="28798577" cy="5654077"/>
          </a:xfrm>
          <a:prstGeom xmlns:a="http://schemas.openxmlformats.org/drawingml/2006/main" prst="rect">
            <a:avLst/>
          </a:prstGeom>
        </p:spPr>
        <p:txBody>
          <a:bodyPr xmlns:a="http://schemas.openxmlformats.org/drawingml/2006/main" vert="horz" wrap="square" lIns="0" tIns="335317" rIns="0" bIns="0">
            <a:spAutoFit/>
          </a:bodyPr>
          <a:lstStyle xmlns:a="http://schemas.openxmlformats.org/drawingml/2006/main"/>
          <a:p xmlns:a="http://schemas.openxmlformats.org/drawingml/2006/main">
            <a:pPr marL="360000">
              <a:buNone/>
            </a:pPr>
            <a:r>
              <a:rPr sz="5400" b="0">
                <a:solidFill>
                  <a:srgbClr val="FFFFFF"/>
                </a:solidFill>
                <a:latin typeface="맑은 고딕"/>
                <a:ea typeface="맑은 고딕"/>
                <a:cs typeface="맑은 고딕"/>
              </a:rPr>
              <a:t>.</a:t>
            </a:r>
          </a:p>
        </p:txBody>
      </p:sp>
      <p:sp>
        <p:nvSpPr>
          <p:cNvPr id="3" name="object 6">
            <a:extLst xmlns:a="http://schemas.openxmlformats.org/drawingml/2006/main">
              <a:ext uri="{FF2B5EF4-FFF2-40B4-BE49-F238E27FC236}">
                <a16:creationId xmlns:a16="http://schemas.microsoft.com/office/drawing/2014/main" id="{C12336CF-AB29-0524-4A2E-6F190EABB3D1}"/>
              </a:ext>
            </a:extLst>
          </p:cNvPr>
          <p:cNvSpPr>
            <a:spLocks xmlns:a="http://schemas.openxmlformats.org/drawingml/2006/main" noGrp="1"/>
          </p:cNvSpPr>
          <p:nvPr/>
        </p:nvSpPr>
        <p:spPr>
          <a:xfrm xmlns:a="http://schemas.openxmlformats.org/drawingml/2006/main">
            <a:off x="14913476" y="6191564"/>
            <a:ext cx="14174289" cy="22813941"/>
          </a:xfrm>
          <a:prstGeom xmlns:a="http://schemas.openxmlformats.org/drawingml/2006/main" prst="rect">
            <a:avLst/>
          </a:prstGeom>
        </p:spPr>
        <p:txBody>
          <a:bodyPr xmlns:a="http://schemas.openxmlformats.org/drawingml/2006/main" vert="horz" wrap="square" lIns="0" tIns="58423" rIns="0" bIns="0">
            <a:spAutoFit/>
          </a:bodyPr>
          <a:lstStyle xmlns:a="http://schemas.openxmlformats.org/drawingml/2006/main"/>
          <a:p xmlns:a="http://schemas.openxmlformats.org/drawingml/2006/main">
            <a:pPr marL="1795463" indent="-542925">
              <a:spcBef>
                <a:spcPts val="2800"/>
              </a:spcBef>
              <a:buChar char="§"/>
            </a:pPr>
            <a:r>
              <a:rPr sz="3600" b="1">
                <a:solidFill>
                  <a:srgbClr val="FFFFFF"/>
                </a:solidFill>
                <a:latin typeface="맑은 고딕"/>
                <a:ea typeface="맑은 고딕"/>
                <a:cs typeface="맑은 고딕"/>
              </a:rPr>
              <a:t>.</a:t>
            </a:r>
          </a:p>
        </p:txBody>
      </p:sp>
      <p:sp>
        <p:nvSpPr>
          <p:cNvPr id="14" name="TextBox 13">
            <a:extLst xmlns:a="http://schemas.openxmlformats.org/drawingml/2006/main">
              <a:ext uri="{FF2B5EF4-FFF2-40B4-BE49-F238E27FC236}">
                <a16:creationId xmlns:a16="http://schemas.microsoft.com/office/drawing/2014/main" id="{FA81A7C5-982B-1946-AE2A-616455949AB2}"/>
              </a:ext>
            </a:extLst>
          </p:cNvPr>
          <p:cNvSpPr>
            <a:spLocks xmlns:a="http://schemas.openxmlformats.org/drawingml/2006/main" noGrp="1"/>
          </p:cNvSpPr>
          <p:nvPr/>
        </p:nvSpPr>
        <p:spPr>
          <a:xfrm xmlns:a="http://schemas.openxmlformats.org/drawingml/2006/main">
            <a:off x="435974" y="6276912"/>
            <a:ext cx="14096503" cy="15983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274400" indent="-914400">
              <a:buAutoNum type="arabicPeriod"/>
            </a:pPr>
            <a:r>
              <a:rPr sz="5400">
                <a:solidFill>
                  <a:srgbClr val="FFFFFF"/>
                </a:solidFill>
                <a:latin typeface="Norwester"/>
                <a:ea typeface="Norwester"/>
                <a:cs typeface="Norwester"/>
              </a:rPr>
              <a:t>.</a:t>
            </a:r>
          </a:p>
        </p:txBody>
      </p:sp>
      <p:sp>
        <p:nvSpPr>
          <p:cNvPr id="22" name="직사각형 21">
            <a:extLst xmlns:a="http://schemas.openxmlformats.org/drawingml/2006/main">
              <a:ext uri="{FF2B5EF4-FFF2-40B4-BE49-F238E27FC236}">
                <a16:creationId xmlns:a16="http://schemas.microsoft.com/office/drawing/2014/main" id="{8035F0D2-FCAB-562F-E5DD-37681C67D371}"/>
              </a:ext>
            </a:extLst>
          </p:cNvPr>
          <p:cNvSpPr>
            <a:spLocks xmlns:a="http://schemas.openxmlformats.org/drawingml/2006/main" noGrp="1"/>
          </p:cNvSpPr>
          <p:nvPr/>
        </p:nvSpPr>
        <p:spPr>
          <a:xfrm xmlns:a="http://schemas.openxmlformats.org/drawingml/2006/main">
            <a:off x="1268289" y="34228687"/>
            <a:ext cx="27892869" cy="191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맑은 고딕"/>
                <a:ea typeface="맑은 고딕"/>
                <a:cs typeface="맑은 고딕"/>
              </a:rPr>
              <a:t>.</a:t>
            </a:r>
          </a:p>
        </p:txBody>
      </p:sp>
      <p:sp>
        <p:nvSpPr>
          <p:cNvPr id="5" name="TextBox 4">
            <a:extLst xmlns:a="http://schemas.openxmlformats.org/drawingml/2006/main">
              <a:ext uri="{FF2B5EF4-FFF2-40B4-BE49-F238E27FC236}">
                <a16:creationId xmlns:a16="http://schemas.microsoft.com/office/drawing/2014/main" id="{D5017946-4E8C-A50F-F98A-A4946BAD72A2}"/>
              </a:ext>
            </a:extLst>
          </p:cNvPr>
          <p:cNvSpPr>
            <a:spLocks xmlns:a="http://schemas.openxmlformats.org/drawingml/2006/main" noGrp="1"/>
          </p:cNvSpPr>
          <p:nvPr/>
        </p:nvSpPr>
        <p:spPr>
          <a:xfrm xmlns:a="http://schemas.openxmlformats.org/drawingml/2006/main">
            <a:off x="4047855" y="3502285"/>
            <a:ext cx="22167596" cy="18213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7000"/>
              </a:lnSpc>
              <a:buNone/>
            </a:pPr>
            <a:r>
              <a:rPr sz="4800">
                <a:solidFill>
                  <a:srgbClr val="373362"/>
                </a:solidFill>
                <a:latin typeface="맑은 고딕"/>
                <a:ea typeface="맑은 고딕"/>
                <a:cs typeface="맑은 고딕"/>
              </a:rPr>
              <a:t>무신뢰 보안단  |  정재홍 · 허준 · 홍준원  (지도교수: 윤택영 교수)</a:t>
            </a:r>
          </a:p>
          <a:p xmlns:a="http://schemas.openxmlformats.org/drawingml/2006/main">
            <a:pPr algn="ctr">
              <a:lnSpc>
                <a:spcPts val="7000"/>
              </a:lnSpc>
              <a:buNone/>
            </a:pPr>
            <a:r>
              <a:rPr sz="4800">
                <a:solidFill>
                  <a:srgbClr val="373362"/>
                </a:solidFill>
                <a:latin typeface="맑은 고딕"/>
                <a:ea typeface="맑은 고딕"/>
                <a:cs typeface="맑은 고딕"/>
              </a:rPr>
              <a:t>단국대학교 사이버보안학과</a:t>
            </a:r>
          </a:p>
        </p:txBody>
      </p:sp>
      <p:sp>
        <p:nvSpPr>
          <p:cNvPr id="24" name="직사각형 23">
            <a:extLst xmlns:a="http://schemas.openxmlformats.org/drawingml/2006/main">
              <a:ext uri="{FF2B5EF4-FFF2-40B4-BE49-F238E27FC236}">
                <a16:creationId xmlns:a16="http://schemas.microsoft.com/office/drawing/2014/main" id="{7F0DF47E-C912-4489-2D0F-F9F898CA7124}"/>
              </a:ext>
            </a:extLst>
          </p:cNvPr>
          <p:cNvSpPr>
            <a:spLocks xmlns:a="http://schemas.openxmlformats.org/drawingml/2006/main" noGrp="1"/>
          </p:cNvSpPr>
          <p:nvPr/>
        </p:nvSpPr>
        <p:spPr>
          <a:xfrm xmlns:a="http://schemas.openxmlformats.org/drawingml/2006/main">
            <a:off x="126206" y="294481"/>
            <a:ext cx="30022800" cy="42214800"/>
          </a:xfrm>
          <a:prstGeom xmlns:a="http://schemas.openxmlformats.org/drawingml/2006/main" prst="rect">
            <a:avLst/>
          </a:prstGeom>
          <a:noFill xmlns:a="http://schemas.openxmlformats.org/drawingml/2006/main"/>
          <a:ln xmlns:a="http://schemas.openxmlformats.org/drawingml/2006/main" w="76200">
            <a:solidFill>
              <a:srgbClr val="37336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그림 43"/>
          <p:cNvPicPr>
            <a:picLocks xmlns:a="http://schemas.openxmlformats.org/drawingml/2006/main" noChangeAspect="1"/>
          </p:cNvPicPr>
          <p:nvPr/>
        </p:nvPicPr>
        <p:blipFill>
          <a:blip xmlns:r="http://schemas.openxmlformats.org/officeDocument/2006/relationships" xmlns:a="http://schemas.openxmlformats.org/drawingml/2006/main" r:embed="R8bf19d629e46418a">
            <a:extLst>
              <a:ext uri="{96DAC541-7B7A-43D3-8B79-37D633B846F1}">
                <asvg:svgBlip xmlns:asvg="http://schemas.microsoft.com/office/drawing/2016/SVG/main" r:embed="Rae6b963d0aeb43d8"/>
              </a:ext>
            </a:extLst>
          </a:blip>
          <a:stretch xmlns:a="http://schemas.openxmlformats.org/drawingml/2006/main">
            <a:fillRect l="0" t="0" r="0" b="0"/>
          </a:stretch>
        </p:blipFill>
        <p:spPr>
          <a:xfrm xmlns:a="http://schemas.openxmlformats.org/drawingml/2006/main">
            <a:off x="1194895" y="29326681"/>
            <a:ext cx="27892869" cy="4993218"/>
          </a:xfrm>
          <a:prstGeom xmlns:a="http://schemas.openxmlformats.org/drawingml/2006/main" prst="rect">
            <a:avLst/>
          </a:prstGeom>
        </p:spPr>
      </p:pic>
      <p:sp>
        <p:nvSpPr>
          <p:cNvPr id="26" name="직사각형 25">
            <a:extLst xmlns:a="http://schemas.openxmlformats.org/drawingml/2006/main">
              <a:ext uri="{FF2B5EF4-FFF2-40B4-BE49-F238E27FC236}">
                <a16:creationId xmlns:a16="http://schemas.microsoft.com/office/drawing/2014/main" id="{43BB195A-03B4-46ED-9490-B06A2951022E}"/>
              </a:ext>
            </a:extLst>
          </p:cNvPr>
          <p:cNvSpPr>
            <a:spLocks xmlns:a="http://schemas.openxmlformats.org/drawingml/2006/main" noGrp="1"/>
          </p:cNvSpPr>
          <p:nvPr/>
        </p:nvSpPr>
        <p:spPr>
          <a:xfrm xmlns:a="http://schemas.openxmlformats.org/drawingml/2006/main">
            <a:off x="795569" y="27867326"/>
            <a:ext cx="14701628" cy="11338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맑은 고딕"/>
                <a:ea typeface="맑은 고딕"/>
                <a:cs typeface="맑은 고딕"/>
              </a:rPr>
              <a:t>.</a:t>
            </a:r>
          </a:p>
        </p:txBody>
      </p:sp>
      <p:sp>
        <p:nvSpPr>
          <p:cNvPr id="8" name="AutoShape 2">
            <a:extLst xmlns:a="http://schemas.openxmlformats.org/drawingml/2006/main">
              <a:ext uri="{FF2B5EF4-FFF2-40B4-BE49-F238E27FC236}">
                <a16:creationId xmlns:a16="http://schemas.microsoft.com/office/drawing/2014/main" id="{5AC33F30-6F74-4E68-B787-8797D72307B9}"/>
              </a:ext>
            </a:extLst>
          </p:cNvPr>
          <p:cNvSpPr>
            <a:spLocks xmlns:a="http://schemas.openxmlformats.org/drawingml/2006/main" noGrp="1"/>
          </p:cNvSpPr>
          <p:nvPr/>
        </p:nvSpPr>
        <p:spPr>
          <a:xfrm xmlns:a="http://schemas.openxmlformats.org/drawingml/2006/main" rot="0">
            <a:off x="14658623" y="23344618"/>
            <a:ext cx="301532" cy="19615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r>
              <a:rPr>
                <a:solidFill>
                  <a:srgbClr val="FFFFFF"/>
                </a:solidFill>
              </a:rPr>
              <a:t>.</a:t>
            </a:r>
          </a:p>
        </p:txBody>
      </p:sp>
      <p:cxnSp>
        <p:nvCxnSpPr>
          <p:cNvPr id="28" name="직선 연결선 8"/>
          <p:cNvCxnSpPr/>
          <p:nvPr/>
        </p:nvCxnSpPr>
        <p:spPr>
          <a:xfrm xmlns:a="http://schemas.openxmlformats.org/drawingml/2006/main" rot="0">
            <a:off x="1155167" y="25871818"/>
            <a:ext cx="13982440" cy="0"/>
          </a:xfrm>
          <a:prstGeom xmlns:a="http://schemas.openxmlformats.org/drawingml/2006/main" prst="line">
            <a:avLst/>
          </a:prstGeom>
          <a:ln xmlns:a="http://schemas.openxmlformats.org/drawingml/2006/main" w="76200">
            <a:solidFill>
              <a:srgbClr val="000000"/>
            </a:solidFill>
            <a:prstDash val="sysDash"/>
            <a:miter/>
          </a:ln>
        </p:spPr>
      </p:cxnSp>
      <p:sp>
        <p:nvSpPr>
          <p:cNvPr id="36" name="사각형: 둥근 모서리 9">
            <a:extLst xmlns:a="http://schemas.openxmlformats.org/drawingml/2006/main">
              <a:ext uri="{FF2B5EF4-FFF2-40B4-BE49-F238E27FC236}">
                <a16:creationId xmlns:a16="http://schemas.microsoft.com/office/drawing/2014/main" id="{607776B1-1921-47C0-B575-41F9237E30BB}"/>
              </a:ext>
            </a:extLst>
          </p:cNvPr>
          <p:cNvSpPr>
            <a:spLocks xmlns:a="http://schemas.openxmlformats.org/drawingml/2006/main" noGrp="1"/>
          </p:cNvSpPr>
          <p:nvPr/>
        </p:nvSpPr>
        <p:spPr>
          <a:xfrm xmlns:a="http://schemas.openxmlformats.org/drawingml/2006/main" rot="0">
            <a:off x="5280298" y="24310739"/>
            <a:ext cx="9828191" cy="1237906"/>
          </a:xfrm>
          <a:prstGeom xmlns:a="http://schemas.openxmlformats.org/drawingml/2006/main" prst="roundRect">
            <a:avLst>
              <a:gd name="adj" fmla="val 16667"/>
            </a:avLst>
          </a:prstGeom>
          <a:solidFill xmlns:a="http://schemas.openxmlformats.org/drawingml/2006/main">
            <a:schemeClr val="tx1"/>
          </a:solidFill>
          <a:ln xmlns:a="http://schemas.openxmlformats.org/drawingml/2006/main" w="12700">
            <a:solidFill>
              <a:srgbClr val="000000"/>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7" name="사각형: 둥근 모서리 10">
            <a:extLst xmlns:a="http://schemas.openxmlformats.org/drawingml/2006/main">
              <a:ext uri="{FF2B5EF4-FFF2-40B4-BE49-F238E27FC236}">
                <a16:creationId xmlns:a16="http://schemas.microsoft.com/office/drawing/2014/main" id="{62D808AE-BD80-40FE-98EF-C55B72DFE0A0}"/>
              </a:ext>
            </a:extLst>
          </p:cNvPr>
          <p:cNvSpPr>
            <a:spLocks xmlns:a="http://schemas.openxmlformats.org/drawingml/2006/main" noGrp="1"/>
          </p:cNvSpPr>
          <p:nvPr/>
        </p:nvSpPr>
        <p:spPr>
          <a:xfrm xmlns:a="http://schemas.openxmlformats.org/drawingml/2006/main" rot="0">
            <a:off x="1155162" y="26068269"/>
            <a:ext cx="13982444" cy="752641"/>
          </a:xfrm>
          <a:prstGeom xmlns:a="http://schemas.openxmlformats.org/drawingml/2006/main" prst="roundRect">
            <a:avLst>
              <a:gd name="adj" fmla="val 16667"/>
            </a:avLst>
          </a:prstGeom>
          <a:solidFill xmlns:a="http://schemas.openxmlformats.org/drawingml/2006/main">
            <a:srgbClr val="FFC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8" name="사각형: 둥근 모서리 11">
            <a:extLst xmlns:a="http://schemas.openxmlformats.org/drawingml/2006/main">
              <a:ext uri="{FF2B5EF4-FFF2-40B4-BE49-F238E27FC236}">
                <a16:creationId xmlns:a16="http://schemas.microsoft.com/office/drawing/2014/main" id="{74362D0B-CDBC-45E2-9413-F24E00634D14}"/>
              </a:ext>
            </a:extLst>
          </p:cNvPr>
          <p:cNvSpPr>
            <a:spLocks xmlns:a="http://schemas.openxmlformats.org/drawingml/2006/main" noGrp="1"/>
          </p:cNvSpPr>
          <p:nvPr/>
        </p:nvSpPr>
        <p:spPr>
          <a:xfrm xmlns:a="http://schemas.openxmlformats.org/drawingml/2006/main" rot="0">
            <a:off x="1155162" y="26915309"/>
            <a:ext cx="11542347" cy="752641"/>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9" name="사각형: 둥근 모서리 12">
            <a:extLst xmlns:a="http://schemas.openxmlformats.org/drawingml/2006/main">
              <a:ext uri="{FF2B5EF4-FFF2-40B4-BE49-F238E27FC236}">
                <a16:creationId xmlns:a16="http://schemas.microsoft.com/office/drawing/2014/main" id="{D71D34B9-417A-4F62-9CF5-FD80DAC1C25F}"/>
              </a:ext>
            </a:extLst>
          </p:cNvPr>
          <p:cNvSpPr>
            <a:spLocks xmlns:a="http://schemas.openxmlformats.org/drawingml/2006/main" noGrp="1"/>
          </p:cNvSpPr>
          <p:nvPr/>
        </p:nvSpPr>
        <p:spPr>
          <a:xfrm xmlns:a="http://schemas.openxmlformats.org/drawingml/2006/main" rot="0">
            <a:off x="13026679" y="26916937"/>
            <a:ext cx="2110928" cy="752640"/>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40" name="사각형: 둥근 모서리 13">
            <a:extLst xmlns:a="http://schemas.openxmlformats.org/drawingml/2006/main">
              <a:ext uri="{FF2B5EF4-FFF2-40B4-BE49-F238E27FC236}">
                <a16:creationId xmlns:a16="http://schemas.microsoft.com/office/drawing/2014/main" id="{F217A805-5DF0-4D0C-8EEC-7FF12F8285B0}"/>
              </a:ext>
            </a:extLst>
          </p:cNvPr>
          <p:cNvSpPr>
            <a:spLocks xmlns:a="http://schemas.openxmlformats.org/drawingml/2006/main" noGrp="1"/>
          </p:cNvSpPr>
          <p:nvPr/>
        </p:nvSpPr>
        <p:spPr>
          <a:xfrm xmlns:a="http://schemas.openxmlformats.org/drawingml/2006/main" rot="0">
            <a:off x="1155162" y="24280718"/>
            <a:ext cx="3705536" cy="1237906"/>
          </a:xfrm>
          <a:prstGeom xmlns:a="http://schemas.openxmlformats.org/drawingml/2006/main" prst="roundRect">
            <a:avLst>
              <a:gd name="adj" fmla="val 16667"/>
            </a:avLst>
          </a:prstGeom>
          <a:solidFill xmlns:a="http://schemas.openxmlformats.org/drawingml/2006/main">
            <a:srgbClr val="C00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cxnSp>
        <p:nvCxnSpPr>
          <p:cNvPr id="41" name="직선 연결선 17"/>
          <p:cNvCxnSpPr/>
          <p:nvPr/>
        </p:nvCxnSpPr>
        <p:spPr>
          <a:xfrm xmlns:a="http://schemas.openxmlformats.org/drawingml/2006/main" rot="0">
            <a:off x="3952861" y="25594534"/>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2" name="직선 연결선 17"/>
          <p:cNvCxnSpPr/>
          <p:nvPr/>
        </p:nvCxnSpPr>
        <p:spPr>
          <a:xfrm xmlns:a="http://schemas.openxmlformats.org/drawingml/2006/main" rot="0">
            <a:off x="12018403" y="25591956"/>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3" name="연결선: 구부러짐 136"/>
          <p:cNvCxnSpPr/>
          <p:nvPr/>
        </p:nvCxnSpPr>
        <p:spPr>
          <a:xfrm xmlns:a="http://schemas.openxmlformats.org/drawingml/2006/main" rot="21600000" flipH="1">
            <a:off x="1073440" y="23006791"/>
            <a:ext cx="2499" cy="1922902"/>
          </a:xfrm>
          <a:prstGeom xmlns:a="http://schemas.openxmlformats.org/drawingml/2006/main" prst="curvedConnector3">
            <a:avLst>
              <a:gd name="adj1" fmla="val 28244044"/>
            </a:avLst>
          </a:prstGeom>
          <a:ln xmlns:a="http://schemas.openxmlformats.org/drawingml/2006/main" w="76200">
            <a:headEnd type="triangle"/>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sp>
        <p:nvSpPr>
          <p:cNvPr id="46" name="">
            <a:extLst xmlns:a="http://schemas.openxmlformats.org/drawingml/2006/main">
              <a:ext uri="{FF2B5EF4-FFF2-40B4-BE49-F238E27FC236}">
                <a16:creationId xmlns:a16="http://schemas.microsoft.com/office/drawing/2014/main" id="{8858E268-A337-47D3-9DD3-D6A9D7E94F91}"/>
              </a:ext>
            </a:extLst>
          </p:cNvPr>
          <p:cNvSpPr>
            <a:spLocks xmlns:a="http://schemas.openxmlformats.org/drawingml/2006/main" noGrp="1"/>
          </p:cNvSpPr>
          <p:nvPr/>
        </p:nvSpPr>
        <p:spPr>
          <a:xfrm xmlns:a="http://schemas.openxmlformats.org/drawingml/2006/main">
            <a:off x="400050" y="6038850"/>
            <a:ext cx="14287500" cy="16478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47" name="">
            <a:extLst xmlns:a="http://schemas.openxmlformats.org/drawingml/2006/main">
              <a:ext uri="{FF2B5EF4-FFF2-40B4-BE49-F238E27FC236}">
                <a16:creationId xmlns:a16="http://schemas.microsoft.com/office/drawing/2014/main" id="{F823385D-C382-4A3E-A330-B523A3DC4442}"/>
              </a:ext>
            </a:extLst>
          </p:cNvPr>
          <p:cNvSpPr>
            <a:spLocks xmlns:a="http://schemas.openxmlformats.org/drawingml/2006/main" noGrp="1"/>
          </p:cNvSpPr>
          <p:nvPr/>
        </p:nvSpPr>
        <p:spPr>
          <a:xfrm xmlns:a="http://schemas.openxmlformats.org/drawingml/2006/main">
            <a:off x="438150" y="619125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750" b="0">
                <a:solidFill>
                  <a:srgbClr val="FFFFFF"/>
                </a:solidFill>
                <a:latin typeface="Malgun Gothic"/>
                <a:ea typeface="Malgun Gothic"/>
                <a:cs typeface="Malgun Gothic"/>
              </a:rPr>
              <a:t>.</a:t>
            </a:r>
          </a:p>
        </p:txBody>
      </p:sp>
      <p:sp>
        <p:nvSpPr>
          <p:cNvPr id="48" name="">
            <a:extLst xmlns:a="http://schemas.openxmlformats.org/drawingml/2006/main">
              <a:ext uri="{FF2B5EF4-FFF2-40B4-BE49-F238E27FC236}">
                <a16:creationId xmlns:a16="http://schemas.microsoft.com/office/drawing/2014/main" id="{E504FF6C-E94A-4591-B1B5-13348A9B1BD7}"/>
              </a:ext>
            </a:extLst>
          </p:cNvPr>
          <p:cNvSpPr>
            <a:spLocks xmlns:a="http://schemas.openxmlformats.org/drawingml/2006/main" noGrp="1"/>
          </p:cNvSpPr>
          <p:nvPr/>
        </p:nvSpPr>
        <p:spPr>
          <a:xfrm xmlns:a="http://schemas.openxmlformats.org/drawingml/2006/main">
            <a:off x="676275" y="70294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49" name="">
            <a:extLst xmlns:a="http://schemas.openxmlformats.org/drawingml/2006/main">
              <a:ext uri="{FF2B5EF4-FFF2-40B4-BE49-F238E27FC236}">
                <a16:creationId xmlns:a16="http://schemas.microsoft.com/office/drawing/2014/main" id="{E4E29AD4-ADF9-432B-97C4-78286FD2862B}"/>
              </a:ext>
            </a:extLst>
          </p:cNvPr>
          <p:cNvSpPr>
            <a:spLocks xmlns:a="http://schemas.openxmlformats.org/drawingml/2006/main" noGrp="1"/>
          </p:cNvSpPr>
          <p:nvPr/>
        </p:nvSpPr>
        <p:spPr>
          <a:xfrm xmlns:a="http://schemas.openxmlformats.org/drawingml/2006/main">
            <a:off x="1104900" y="70104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0" name="">
            <a:extLst xmlns:a="http://schemas.openxmlformats.org/drawingml/2006/main">
              <a:ext uri="{FF2B5EF4-FFF2-40B4-BE49-F238E27FC236}">
                <a16:creationId xmlns:a16="http://schemas.microsoft.com/office/drawing/2014/main" id="{727C92A9-8362-4F30-B3C6-DB00E3717382}"/>
              </a:ext>
            </a:extLst>
          </p:cNvPr>
          <p:cNvSpPr>
            <a:spLocks xmlns:a="http://schemas.openxmlformats.org/drawingml/2006/main" noGrp="1"/>
          </p:cNvSpPr>
          <p:nvPr/>
        </p:nvSpPr>
        <p:spPr>
          <a:xfrm xmlns:a="http://schemas.openxmlformats.org/drawingml/2006/main">
            <a:off x="676275" y="84010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1" name="">
            <a:extLst xmlns:a="http://schemas.openxmlformats.org/drawingml/2006/main">
              <a:ext uri="{FF2B5EF4-FFF2-40B4-BE49-F238E27FC236}">
                <a16:creationId xmlns:a16="http://schemas.microsoft.com/office/drawing/2014/main" id="{0305CA9B-17EC-460C-A262-58DE4A0B2978}"/>
              </a:ext>
            </a:extLst>
          </p:cNvPr>
          <p:cNvSpPr>
            <a:spLocks xmlns:a="http://schemas.openxmlformats.org/drawingml/2006/main" noGrp="1"/>
          </p:cNvSpPr>
          <p:nvPr/>
        </p:nvSpPr>
        <p:spPr>
          <a:xfrm xmlns:a="http://schemas.openxmlformats.org/drawingml/2006/main">
            <a:off x="1104900" y="83820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2" name="">
            <a:extLst xmlns:a="http://schemas.openxmlformats.org/drawingml/2006/main">
              <a:ext uri="{FF2B5EF4-FFF2-40B4-BE49-F238E27FC236}">
                <a16:creationId xmlns:a16="http://schemas.microsoft.com/office/drawing/2014/main" id="{4646034A-ACD3-40D6-90AE-250BDD53A513}"/>
              </a:ext>
            </a:extLst>
          </p:cNvPr>
          <p:cNvSpPr>
            <a:spLocks xmlns:a="http://schemas.openxmlformats.org/drawingml/2006/main" noGrp="1"/>
          </p:cNvSpPr>
          <p:nvPr/>
        </p:nvSpPr>
        <p:spPr>
          <a:xfrm xmlns:a="http://schemas.openxmlformats.org/drawingml/2006/main">
            <a:off x="676275" y="97726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3" name="">
            <a:extLst xmlns:a="http://schemas.openxmlformats.org/drawingml/2006/main">
              <a:ext uri="{FF2B5EF4-FFF2-40B4-BE49-F238E27FC236}">
                <a16:creationId xmlns:a16="http://schemas.microsoft.com/office/drawing/2014/main" id="{EDD48CD8-D215-4A6E-80A1-068A35209CEE}"/>
              </a:ext>
            </a:extLst>
          </p:cNvPr>
          <p:cNvSpPr>
            <a:spLocks xmlns:a="http://schemas.openxmlformats.org/drawingml/2006/main" noGrp="1"/>
          </p:cNvSpPr>
          <p:nvPr/>
        </p:nvSpPr>
        <p:spPr>
          <a:xfrm xmlns:a="http://schemas.openxmlformats.org/drawingml/2006/main">
            <a:off x="1104900" y="97536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4" name="">
            <a:extLst xmlns:a="http://schemas.openxmlformats.org/drawingml/2006/main">
              <a:ext uri="{FF2B5EF4-FFF2-40B4-BE49-F238E27FC236}">
                <a16:creationId xmlns:a16="http://schemas.microsoft.com/office/drawing/2014/main" id="{28269851-47EB-4CA0-AE59-DA84DEE8478E}"/>
              </a:ext>
            </a:extLst>
          </p:cNvPr>
          <p:cNvSpPr>
            <a:spLocks xmlns:a="http://schemas.openxmlformats.org/drawingml/2006/main" noGrp="1"/>
          </p:cNvSpPr>
          <p:nvPr/>
        </p:nvSpPr>
        <p:spPr>
          <a:xfrm xmlns:a="http://schemas.openxmlformats.org/drawingml/2006/main">
            <a:off x="438150" y="1133475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750" b="0">
                <a:solidFill>
                  <a:srgbClr val="FFFFFF"/>
                </a:solidFill>
                <a:latin typeface="Malgun Gothic"/>
                <a:ea typeface="Malgun Gothic"/>
                <a:cs typeface="Malgun Gothic"/>
              </a:rPr>
              <a:t>.</a:t>
            </a:r>
          </a:p>
        </p:txBody>
      </p:sp>
      <p:sp>
        <p:nvSpPr>
          <p:cNvPr id="55" name="">
            <a:extLst xmlns:a="http://schemas.openxmlformats.org/drawingml/2006/main">
              <a:ext uri="{FF2B5EF4-FFF2-40B4-BE49-F238E27FC236}">
                <a16:creationId xmlns:a16="http://schemas.microsoft.com/office/drawing/2014/main" id="{742D5CAC-3FB8-4C21-AD0F-C5BF100A21B2}"/>
              </a:ext>
            </a:extLst>
          </p:cNvPr>
          <p:cNvSpPr>
            <a:spLocks xmlns:a="http://schemas.openxmlformats.org/drawingml/2006/main" noGrp="1"/>
          </p:cNvSpPr>
          <p:nvPr/>
        </p:nvSpPr>
        <p:spPr>
          <a:xfrm xmlns:a="http://schemas.openxmlformats.org/drawingml/2006/main">
            <a:off x="676275" y="121729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6" name="">
            <a:extLst xmlns:a="http://schemas.openxmlformats.org/drawingml/2006/main">
              <a:ext uri="{FF2B5EF4-FFF2-40B4-BE49-F238E27FC236}">
                <a16:creationId xmlns:a16="http://schemas.microsoft.com/office/drawing/2014/main" id="{2171C71D-90BB-4743-8394-3D09C9921687}"/>
              </a:ext>
            </a:extLst>
          </p:cNvPr>
          <p:cNvSpPr>
            <a:spLocks xmlns:a="http://schemas.openxmlformats.org/drawingml/2006/main" noGrp="1"/>
          </p:cNvSpPr>
          <p:nvPr/>
        </p:nvSpPr>
        <p:spPr>
          <a:xfrm xmlns:a="http://schemas.openxmlformats.org/drawingml/2006/main">
            <a:off x="1104900" y="121539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7" name="">
            <a:extLst xmlns:a="http://schemas.openxmlformats.org/drawingml/2006/main">
              <a:ext uri="{FF2B5EF4-FFF2-40B4-BE49-F238E27FC236}">
                <a16:creationId xmlns:a16="http://schemas.microsoft.com/office/drawing/2014/main" id="{1DDBBC48-AA1E-44EB-B259-45193DCD94D4}"/>
              </a:ext>
            </a:extLst>
          </p:cNvPr>
          <p:cNvSpPr>
            <a:spLocks xmlns:a="http://schemas.openxmlformats.org/drawingml/2006/main" noGrp="1"/>
          </p:cNvSpPr>
          <p:nvPr/>
        </p:nvSpPr>
        <p:spPr>
          <a:xfrm xmlns:a="http://schemas.openxmlformats.org/drawingml/2006/main">
            <a:off x="676275" y="135445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8" name="">
            <a:extLst xmlns:a="http://schemas.openxmlformats.org/drawingml/2006/main">
              <a:ext uri="{FF2B5EF4-FFF2-40B4-BE49-F238E27FC236}">
                <a16:creationId xmlns:a16="http://schemas.microsoft.com/office/drawing/2014/main" id="{A57AF598-0019-4799-AC12-DA3C96ED6094}"/>
              </a:ext>
            </a:extLst>
          </p:cNvPr>
          <p:cNvSpPr>
            <a:spLocks xmlns:a="http://schemas.openxmlformats.org/drawingml/2006/main" noGrp="1"/>
          </p:cNvSpPr>
          <p:nvPr/>
        </p:nvSpPr>
        <p:spPr>
          <a:xfrm xmlns:a="http://schemas.openxmlformats.org/drawingml/2006/main">
            <a:off x="1104900" y="135255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9" name="">
            <a:extLst xmlns:a="http://schemas.openxmlformats.org/drawingml/2006/main">
              <a:ext uri="{FF2B5EF4-FFF2-40B4-BE49-F238E27FC236}">
                <a16:creationId xmlns:a16="http://schemas.microsoft.com/office/drawing/2014/main" id="{065D2859-BE29-4B8F-924A-4CFDD7A09341}"/>
              </a:ext>
            </a:extLst>
          </p:cNvPr>
          <p:cNvSpPr>
            <a:spLocks xmlns:a="http://schemas.openxmlformats.org/drawingml/2006/main" noGrp="1"/>
          </p:cNvSpPr>
          <p:nvPr/>
        </p:nvSpPr>
        <p:spPr>
          <a:xfrm xmlns:a="http://schemas.openxmlformats.org/drawingml/2006/main">
            <a:off x="1104900" y="14897100"/>
            <a:ext cx="13430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1">
                <a:solidFill>
                  <a:srgbClr val="FFFFFF"/>
                </a:solidFill>
                <a:latin typeface="Malgun Gothic"/>
                <a:ea typeface="Malgun Gothic"/>
                <a:cs typeface="Malgun Gothic"/>
              </a:rPr>
              <a:t>.</a:t>
            </a:r>
          </a:p>
        </p:txBody>
      </p:sp>
      <p:sp>
        <p:nvSpPr>
          <p:cNvPr id="60" name="">
            <a:extLst xmlns:a="http://schemas.openxmlformats.org/drawingml/2006/main">
              <a:ext uri="{FF2B5EF4-FFF2-40B4-BE49-F238E27FC236}">
                <a16:creationId xmlns:a16="http://schemas.microsoft.com/office/drawing/2014/main" id="{3A7ED752-4031-4E88-B402-8DBA9F69F408}"/>
              </a:ext>
            </a:extLst>
          </p:cNvPr>
          <p:cNvSpPr>
            <a:spLocks xmlns:a="http://schemas.openxmlformats.org/drawingml/2006/main" noGrp="1"/>
          </p:cNvSpPr>
          <p:nvPr/>
        </p:nvSpPr>
        <p:spPr>
          <a:xfrm xmlns:a="http://schemas.openxmlformats.org/drawingml/2006/main">
            <a:off x="962025" y="154495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FFFFFF"/>
                </a:solidFill>
                <a:latin typeface="Malgun Gothic"/>
                <a:ea typeface="Malgun Gothic"/>
                <a:cs typeface="Malgun Gothic"/>
              </a:rPr>
              <a:t>.</a:t>
            </a:r>
          </a:p>
        </p:txBody>
      </p:sp>
      <p:sp>
        <p:nvSpPr>
          <p:cNvPr id="61" name="">
            <a:extLst xmlns:a="http://schemas.openxmlformats.org/drawingml/2006/main">
              <a:ext uri="{FF2B5EF4-FFF2-40B4-BE49-F238E27FC236}">
                <a16:creationId xmlns:a16="http://schemas.microsoft.com/office/drawing/2014/main" id="{9C0BA9AE-C13A-4228-ACB1-D8219330978C}"/>
              </a:ext>
            </a:extLst>
          </p:cNvPr>
          <p:cNvSpPr>
            <a:spLocks xmlns:a="http://schemas.openxmlformats.org/drawingml/2006/main" noGrp="1"/>
          </p:cNvSpPr>
          <p:nvPr/>
        </p:nvSpPr>
        <p:spPr>
          <a:xfrm xmlns:a="http://schemas.openxmlformats.org/drawingml/2006/main">
            <a:off x="1485900" y="15430500"/>
            <a:ext cx="13049250" cy="561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FFFFFF"/>
                </a:solidFill>
                <a:latin typeface="Malgun Gothic"/>
                <a:ea typeface="Malgun Gothic"/>
                <a:cs typeface="Malgun Gothic"/>
              </a:rPr>
              <a:t>.</a:t>
            </a:r>
          </a:p>
        </p:txBody>
      </p:sp>
      <p:sp>
        <p:nvSpPr>
          <p:cNvPr id="62" name="">
            <a:extLst xmlns:a="http://schemas.openxmlformats.org/drawingml/2006/main">
              <a:ext uri="{FF2B5EF4-FFF2-40B4-BE49-F238E27FC236}">
                <a16:creationId xmlns:a16="http://schemas.microsoft.com/office/drawing/2014/main" id="{95B7339E-3DAB-4A71-BBBB-072C3A33D74B}"/>
              </a:ext>
            </a:extLst>
          </p:cNvPr>
          <p:cNvSpPr>
            <a:spLocks xmlns:a="http://schemas.openxmlformats.org/drawingml/2006/main" noGrp="1"/>
          </p:cNvSpPr>
          <p:nvPr/>
        </p:nvSpPr>
        <p:spPr>
          <a:xfrm xmlns:a="http://schemas.openxmlformats.org/drawingml/2006/main">
            <a:off x="962025" y="16163925"/>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FFFFFF"/>
                </a:solidFill>
                <a:latin typeface="Malgun Gothic"/>
                <a:ea typeface="Malgun Gothic"/>
                <a:cs typeface="Malgun Gothic"/>
              </a:rPr>
              <a:t>.</a:t>
            </a:r>
          </a:p>
        </p:txBody>
      </p:sp>
      <p:sp>
        <p:nvSpPr>
          <p:cNvPr id="63" name="">
            <a:extLst xmlns:a="http://schemas.openxmlformats.org/drawingml/2006/main">
              <a:ext uri="{FF2B5EF4-FFF2-40B4-BE49-F238E27FC236}">
                <a16:creationId xmlns:a16="http://schemas.microsoft.com/office/drawing/2014/main" id="{018BBE69-CDE7-4A3C-927B-B041199645A1}"/>
              </a:ext>
            </a:extLst>
          </p:cNvPr>
          <p:cNvSpPr>
            <a:spLocks xmlns:a="http://schemas.openxmlformats.org/drawingml/2006/main" noGrp="1"/>
          </p:cNvSpPr>
          <p:nvPr/>
        </p:nvSpPr>
        <p:spPr>
          <a:xfrm xmlns:a="http://schemas.openxmlformats.org/drawingml/2006/main">
            <a:off x="1485900" y="16144875"/>
            <a:ext cx="13049250" cy="561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0">
                <a:solidFill>
                  <a:srgbClr val="FFFFFF"/>
                </a:solidFill>
                <a:latin typeface="Malgun Gothic"/>
                <a:ea typeface="Malgun Gothic"/>
                <a:cs typeface="Malgun Gothic"/>
              </a:rPr>
              <a: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9a5af83cbf564a6c">
            <a:extLst>
              <a:ext uri="{96DAC541-7B7A-43D3-8B79-37D633B846F1}">
                <asvg:svgBlip xmlns:asvg="http://schemas.microsoft.com/office/drawing/2016/SVG/main" r:embed="R2d489b699bef4370"/>
              </a:ext>
            </a:extLst>
          </a:blip>
          <a:stretch xmlns:a="http://schemas.openxmlformats.org/drawingml/2006/main"/>
        </p:blipFill>
        <p:spPr>
          <a:xfrm xmlns:a="http://schemas.openxmlformats.org/drawingml/2006/main">
            <a:off x="914400" y="23764875"/>
            <a:ext cx="14382750" cy="403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2F6D4F97-2E31-4B86-BE0A-7C07DB4BDABC}"/>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38BDBB34-4CF2-40FB-AC4A-754166691B09}"/>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sp>
      <p:sp>
        <p:nvSpPr>
          <p:cNvPr id="69" name="">
            <a:extLst xmlns:a="http://schemas.openxmlformats.org/drawingml/2006/main">
              <a:ext uri="{FF2B5EF4-FFF2-40B4-BE49-F238E27FC236}">
                <a16:creationId xmlns:a16="http://schemas.microsoft.com/office/drawing/2014/main" id="{7D2055C9-AF50-44F0-BDE4-8BC7CD8FA3EE}"/>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25214E"/>
            </a:solidFill>
            <a:prstDash val="solid"/>
          </a:ln>
        </p:spPr>
      </p:sp>
      <p:sp>
        <p:nvSpPr>
          <p:cNvPr id="70" name="">
            <a:extLst xmlns:a="http://schemas.openxmlformats.org/drawingml/2006/main">
              <a:ext uri="{FF2B5EF4-FFF2-40B4-BE49-F238E27FC236}">
                <a16:creationId xmlns:a16="http://schemas.microsoft.com/office/drawing/2014/main" id="{2FD46EEC-E628-48EA-8C8C-8A6913C4E672}"/>
              </a:ext>
            </a:extLst>
          </p:cNvPr>
          <p:cNvSpPr>
            <a:spLocks xmlns:a="http://schemas.openxmlformats.org/drawingml/2006/main" noGrp="1"/>
          </p:cNvSpPr>
          <p:nvPr/>
        </p:nvSpPr>
        <p:spPr>
          <a:xfrm xmlns:a="http://schemas.openxmlformats.org/drawingml/2006/main">
            <a:off x="952500" y="6429375"/>
            <a:ext cx="28575000" cy="3333750"/>
          </a:xfrm>
          <a:prstGeom xmlns:a="http://schemas.openxmlformats.org/drawingml/2006/main" prst="rect">
            <a:avLst/>
          </a:prstGeom>
          <a:solidFill xmlns:a="http://schemas.openxmlformats.org/drawingml/2006/main">
            <a:srgbClr val="F6F8FC"/>
          </a:solidFill>
          <a:ln xmlns:a="http://schemas.openxmlformats.org/drawingml/2006/main" w="19050">
            <a:solidFill>
              <a:srgbClr val="D9E2F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1" name="">
            <a:extLst xmlns:a="http://schemas.openxmlformats.org/drawingml/2006/main">
              <a:ext uri="{FF2B5EF4-FFF2-40B4-BE49-F238E27FC236}">
                <a16:creationId xmlns:a16="http://schemas.microsoft.com/office/drawing/2014/main" id="{4BE49418-3F7F-425E-919B-2AD9386BA157}"/>
              </a:ext>
            </a:extLst>
          </p:cNvPr>
          <p:cNvSpPr>
            <a:spLocks xmlns:a="http://schemas.openxmlformats.org/drawingml/2006/main" noGrp="1"/>
          </p:cNvSpPr>
          <p:nvPr/>
        </p:nvSpPr>
        <p:spPr>
          <a:xfrm xmlns:a="http://schemas.openxmlformats.org/drawingml/2006/main">
            <a:off x="952500" y="6429375"/>
            <a:ext cx="171450" cy="3333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2" name="">
            <a:extLst xmlns:a="http://schemas.openxmlformats.org/drawingml/2006/main">
              <a:ext uri="{FF2B5EF4-FFF2-40B4-BE49-F238E27FC236}">
                <a16:creationId xmlns:a16="http://schemas.microsoft.com/office/drawing/2014/main" id="{B8BB8DE7-F14B-49C4-BF39-050968853E5F}"/>
              </a:ext>
            </a:extLst>
          </p:cNvPr>
          <p:cNvSpPr>
            <a:spLocks xmlns:a="http://schemas.openxmlformats.org/drawingml/2006/main" noGrp="1"/>
          </p:cNvSpPr>
          <p:nvPr/>
        </p:nvSpPr>
        <p:spPr>
          <a:xfrm xmlns:a="http://schemas.openxmlformats.org/drawingml/2006/main">
            <a:off x="1381125" y="6858000"/>
            <a:ext cx="3429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C91414"/>
                </a:solidFill>
                <a:latin typeface="Malgun Gothic"/>
                <a:ea typeface="Malgun Gothic"/>
                <a:cs typeface="Malgun Gothic"/>
              </a:defRPr>
            </a:pPr>
            <a:r>
              <a:rPr sz="2400" b="1">
                <a:solidFill>
                  <a:srgbClr val="FFFFFF"/>
                </a:solidFill>
                <a:latin typeface="Malgun Gothic"/>
                <a:ea typeface="Malgun Gothic"/>
                <a:cs typeface="Malgun Gothic"/>
              </a:rPr>
              <a:t>.</a:t>
            </a:r>
          </a:p>
        </p:txBody>
      </p:sp>
      <p:sp>
        <p:nvSpPr>
          <p:cNvPr id="73" name="">
            <a:extLst xmlns:a="http://schemas.openxmlformats.org/drawingml/2006/main">
              <a:ext uri="{FF2B5EF4-FFF2-40B4-BE49-F238E27FC236}">
                <a16:creationId xmlns:a16="http://schemas.microsoft.com/office/drawing/2014/main" id="{A334E6F1-0CD7-4CDA-8599-10567AE4C787}"/>
              </a:ext>
            </a:extLst>
          </p:cNvPr>
          <p:cNvSpPr>
            <a:spLocks xmlns:a="http://schemas.openxmlformats.org/drawingml/2006/main" noGrp="1"/>
          </p:cNvSpPr>
          <p:nvPr/>
        </p:nvSpPr>
        <p:spPr>
          <a:xfrm xmlns:a="http://schemas.openxmlformats.org/drawingml/2006/main">
            <a:off x="1381125" y="7381875"/>
            <a:ext cx="23050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900" b="1">
                <a:solidFill>
                  <a:srgbClr val="2B2A55"/>
                </a:solidFill>
                <a:latin typeface="Malgun Gothic"/>
                <a:ea typeface="Malgun Gothic"/>
                <a:cs typeface="Malgun Gothic"/>
              </a:defRPr>
            </a:pPr>
            <a:r>
              <a:rPr sz="3900" b="1">
                <a:solidFill>
                  <a:srgbClr val="FFFFFF"/>
                </a:solidFill>
                <a:latin typeface="Malgun Gothic"/>
                <a:ea typeface="Malgun Gothic"/>
                <a:cs typeface="Malgun Gothic"/>
              </a:rPr>
              <a:t>.</a:t>
            </a:r>
          </a:p>
        </p:txBody>
      </p:sp>
      <p:sp>
        <p:nvSpPr>
          <p:cNvPr id="74" name="">
            <a:extLst xmlns:a="http://schemas.openxmlformats.org/drawingml/2006/main">
              <a:ext uri="{FF2B5EF4-FFF2-40B4-BE49-F238E27FC236}">
                <a16:creationId xmlns:a16="http://schemas.microsoft.com/office/drawing/2014/main" id="{C0B98E22-3F61-4058-981B-6378E3DE194E}"/>
              </a:ext>
            </a:extLst>
          </p:cNvPr>
          <p:cNvSpPr>
            <a:spLocks xmlns:a="http://schemas.openxmlformats.org/drawingml/2006/main" noGrp="1"/>
          </p:cNvSpPr>
          <p:nvPr/>
        </p:nvSpPr>
        <p:spPr>
          <a:xfrm xmlns:a="http://schemas.openxmlformats.org/drawingml/2006/main">
            <a:off x="1381125" y="8477250"/>
            <a:ext cx="2628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75" name="">
            <a:extLst xmlns:a="http://schemas.openxmlformats.org/drawingml/2006/main">
              <a:ext uri="{FF2B5EF4-FFF2-40B4-BE49-F238E27FC236}">
                <a16:creationId xmlns:a16="http://schemas.microsoft.com/office/drawing/2014/main" id="{EC56518A-BE3F-40D3-912A-9539564CAB83}"/>
              </a:ext>
            </a:extLst>
          </p:cNvPr>
          <p:cNvSpPr>
            <a:spLocks xmlns:a="http://schemas.openxmlformats.org/drawingml/2006/main" noGrp="1"/>
          </p:cNvSpPr>
          <p:nvPr/>
        </p:nvSpPr>
        <p:spPr>
          <a:xfrm xmlns:a="http://schemas.openxmlformats.org/drawingml/2006/main">
            <a:off x="20002500" y="6858000"/>
            <a:ext cx="3524250" cy="571500"/>
          </a:xfrm>
          <a:prstGeom xmlns:a="http://schemas.openxmlformats.org/drawingml/2006/main" prst="rect">
            <a:avLst/>
          </a:prstGeom>
          <a:solidFill xmlns:a="http://schemas.openxmlformats.org/drawingml/2006/main">
            <a:srgbClr val="C9141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6" name="">
            <a:extLst xmlns:a="http://schemas.openxmlformats.org/drawingml/2006/main">
              <a:ext uri="{FF2B5EF4-FFF2-40B4-BE49-F238E27FC236}">
                <a16:creationId xmlns:a16="http://schemas.microsoft.com/office/drawing/2014/main" id="{925800D9-1297-4ABD-BFF2-94A8B0A11DE3}"/>
              </a:ext>
            </a:extLst>
          </p:cNvPr>
          <p:cNvSpPr>
            <a:spLocks xmlns:a="http://schemas.openxmlformats.org/drawingml/2006/main" noGrp="1"/>
          </p:cNvSpPr>
          <p:nvPr/>
        </p:nvSpPr>
        <p:spPr>
          <a:xfrm xmlns:a="http://schemas.openxmlformats.org/drawingml/2006/main">
            <a:off x="200025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77" name="">
            <a:extLst xmlns:a="http://schemas.openxmlformats.org/drawingml/2006/main">
              <a:ext uri="{FF2B5EF4-FFF2-40B4-BE49-F238E27FC236}">
                <a16:creationId xmlns:a16="http://schemas.microsoft.com/office/drawing/2014/main" id="{4FADFE07-AA0A-4DA5-8EB5-AA5F7F2A705A}"/>
              </a:ext>
            </a:extLst>
          </p:cNvPr>
          <p:cNvSpPr>
            <a:spLocks xmlns:a="http://schemas.openxmlformats.org/drawingml/2006/main" noGrp="1"/>
          </p:cNvSpPr>
          <p:nvPr/>
        </p:nvSpPr>
        <p:spPr>
          <a:xfrm xmlns:a="http://schemas.openxmlformats.org/drawingml/2006/main">
            <a:off x="24003000" y="6858000"/>
            <a:ext cx="3524250" cy="5715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8" name="">
            <a:extLst xmlns:a="http://schemas.openxmlformats.org/drawingml/2006/main">
              <a:ext uri="{FF2B5EF4-FFF2-40B4-BE49-F238E27FC236}">
                <a16:creationId xmlns:a16="http://schemas.microsoft.com/office/drawing/2014/main" id="{3B1F6599-D690-419B-9B9E-881AF32D38CE}"/>
              </a:ext>
            </a:extLst>
          </p:cNvPr>
          <p:cNvSpPr>
            <a:spLocks xmlns:a="http://schemas.openxmlformats.org/drawingml/2006/main" noGrp="1"/>
          </p:cNvSpPr>
          <p:nvPr/>
        </p:nvSpPr>
        <p:spPr>
          <a:xfrm xmlns:a="http://schemas.openxmlformats.org/drawingml/2006/main">
            <a:off x="240030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79" name="">
            <a:extLst xmlns:a="http://schemas.openxmlformats.org/drawingml/2006/main">
              <a:ext uri="{FF2B5EF4-FFF2-40B4-BE49-F238E27FC236}">
                <a16:creationId xmlns:a16="http://schemas.microsoft.com/office/drawing/2014/main" id="{7A0ABD31-F71D-4CDB-A6F8-61444FA60375}"/>
              </a:ext>
            </a:extLst>
          </p:cNvPr>
          <p:cNvSpPr>
            <a:spLocks xmlns:a="http://schemas.openxmlformats.org/drawingml/2006/main" noGrp="1"/>
          </p:cNvSpPr>
          <p:nvPr/>
        </p:nvSpPr>
        <p:spPr>
          <a:xfrm xmlns:a="http://schemas.openxmlformats.org/drawingml/2006/main">
            <a:off x="20002500" y="7639050"/>
            <a:ext cx="3524250" cy="571500"/>
          </a:xfrm>
          <a:prstGeom xmlns:a="http://schemas.openxmlformats.org/drawingml/2006/main" prst="rect">
            <a:avLst/>
          </a:prstGeom>
          <a:solidFill xmlns:a="http://schemas.openxmlformats.org/drawingml/2006/main">
            <a:srgbClr val="F4B321"/>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0" name="">
            <a:extLst xmlns:a="http://schemas.openxmlformats.org/drawingml/2006/main">
              <a:ext uri="{FF2B5EF4-FFF2-40B4-BE49-F238E27FC236}">
                <a16:creationId xmlns:a16="http://schemas.microsoft.com/office/drawing/2014/main" id="{E9F5449C-6A0E-4C6B-99F0-59EA948EF55E}"/>
              </a:ext>
            </a:extLst>
          </p:cNvPr>
          <p:cNvSpPr>
            <a:spLocks xmlns:a="http://schemas.openxmlformats.org/drawingml/2006/main" noGrp="1"/>
          </p:cNvSpPr>
          <p:nvPr/>
        </p:nvSpPr>
        <p:spPr>
          <a:xfrm xmlns:a="http://schemas.openxmlformats.org/drawingml/2006/main">
            <a:off x="200025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81" name="">
            <a:extLst xmlns:a="http://schemas.openxmlformats.org/drawingml/2006/main">
              <a:ext uri="{FF2B5EF4-FFF2-40B4-BE49-F238E27FC236}">
                <a16:creationId xmlns:a16="http://schemas.microsoft.com/office/drawing/2014/main" id="{C63D7D65-B87B-4D9B-A227-7B6CC1AF81E7}"/>
              </a:ext>
            </a:extLst>
          </p:cNvPr>
          <p:cNvSpPr>
            <a:spLocks xmlns:a="http://schemas.openxmlformats.org/drawingml/2006/main" noGrp="1"/>
          </p:cNvSpPr>
          <p:nvPr/>
        </p:nvSpPr>
        <p:spPr>
          <a:xfrm xmlns:a="http://schemas.openxmlformats.org/drawingml/2006/main">
            <a:off x="24003000" y="7639050"/>
            <a:ext cx="3524250" cy="571500"/>
          </a:xfrm>
          <a:prstGeom xmlns:a="http://schemas.openxmlformats.org/drawingml/2006/main" prst="rect">
            <a:avLst/>
          </a:prstGeom>
          <a:solidFill xmlns:a="http://schemas.openxmlformats.org/drawingml/2006/main">
            <a:srgbClr val="6F5AA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2" name="">
            <a:extLst xmlns:a="http://schemas.openxmlformats.org/drawingml/2006/main">
              <a:ext uri="{FF2B5EF4-FFF2-40B4-BE49-F238E27FC236}">
                <a16:creationId xmlns:a16="http://schemas.microsoft.com/office/drawing/2014/main" id="{56A88527-8FAA-45B5-BF21-E06E7E65EDE7}"/>
              </a:ext>
            </a:extLst>
          </p:cNvPr>
          <p:cNvSpPr>
            <a:spLocks xmlns:a="http://schemas.openxmlformats.org/drawingml/2006/main" noGrp="1"/>
          </p:cNvSpPr>
          <p:nvPr/>
        </p:nvSpPr>
        <p:spPr>
          <a:xfrm xmlns:a="http://schemas.openxmlformats.org/drawingml/2006/main">
            <a:off x="240030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83" name="">
            <a:extLst xmlns:a="http://schemas.openxmlformats.org/drawingml/2006/main">
              <a:ext uri="{FF2B5EF4-FFF2-40B4-BE49-F238E27FC236}">
                <a16:creationId xmlns:a16="http://schemas.microsoft.com/office/drawing/2014/main" id="{49E97507-D11C-4287-909A-E9A1F16494A8}"/>
              </a:ext>
            </a:extLst>
          </p:cNvPr>
          <p:cNvSpPr>
            <a:spLocks xmlns:a="http://schemas.openxmlformats.org/drawingml/2006/main" noGrp="1"/>
          </p:cNvSpPr>
          <p:nvPr/>
        </p:nvSpPr>
        <p:spPr>
          <a:xfrm xmlns:a="http://schemas.openxmlformats.org/drawingml/2006/main">
            <a:off x="952500" y="1028700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1">
                <a:solidFill>
                  <a:srgbClr val="2B2A55"/>
                </a:solidFill>
                <a:latin typeface="Malgun Gothic"/>
                <a:ea typeface="Malgun Gothic"/>
                <a:cs typeface="Malgun Gothic"/>
              </a:defRPr>
            </a:pPr>
            <a:r>
              <a:rPr sz="3150" b="1">
                <a:solidFill>
                  <a:srgbClr val="FFFFFF"/>
                </a:solidFill>
                <a:latin typeface="Malgun Gothic"/>
                <a:ea typeface="Malgun Gothic"/>
                <a:cs typeface="Malgun Gothic"/>
              </a:rPr>
              <a:t>.</a:t>
            </a:r>
          </a:p>
        </p:txBody>
      </p:sp>
      <p:sp>
        <p:nvSpPr>
          <p:cNvPr id="84" name="">
            <a:extLst xmlns:a="http://schemas.openxmlformats.org/drawingml/2006/main">
              <a:ext uri="{FF2B5EF4-FFF2-40B4-BE49-F238E27FC236}">
                <a16:creationId xmlns:a16="http://schemas.microsoft.com/office/drawing/2014/main" id="{C0148FC7-9B60-4337-A24D-2AC7B2984E6D}"/>
              </a:ext>
            </a:extLst>
          </p:cNvPr>
          <p:cNvSpPr>
            <a:spLocks xmlns:a="http://schemas.openxmlformats.org/drawingml/2006/main" noGrp="1"/>
          </p:cNvSpPr>
          <p:nvPr/>
        </p:nvSpPr>
        <p:spPr>
          <a:xfrm xmlns:a="http://schemas.openxmlformats.org/drawingml/2006/main">
            <a:off x="9525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5" name="">
            <a:extLst xmlns:a="http://schemas.openxmlformats.org/drawingml/2006/main">
              <a:ext uri="{FF2B5EF4-FFF2-40B4-BE49-F238E27FC236}">
                <a16:creationId xmlns:a16="http://schemas.microsoft.com/office/drawing/2014/main" id="{EF746423-3B45-4AB4-B7A3-507A62FAF680}"/>
              </a:ext>
            </a:extLst>
          </p:cNvPr>
          <p:cNvSpPr>
            <a:spLocks xmlns:a="http://schemas.openxmlformats.org/drawingml/2006/main" noGrp="1"/>
          </p:cNvSpPr>
          <p:nvPr/>
        </p:nvSpPr>
        <p:spPr>
          <a:xfrm xmlns:a="http://schemas.openxmlformats.org/drawingml/2006/main">
            <a:off x="952500" y="10953750"/>
            <a:ext cx="742950" cy="16764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6" name="">
            <a:extLst xmlns:a="http://schemas.openxmlformats.org/drawingml/2006/main">
              <a:ext uri="{FF2B5EF4-FFF2-40B4-BE49-F238E27FC236}">
                <a16:creationId xmlns:a16="http://schemas.microsoft.com/office/drawing/2014/main" id="{0BD232D9-3A7B-4AE3-914F-82C72B04F9AE}"/>
              </a:ext>
            </a:extLst>
          </p:cNvPr>
          <p:cNvSpPr>
            <a:spLocks xmlns:a="http://schemas.openxmlformats.org/drawingml/2006/main" noGrp="1"/>
          </p:cNvSpPr>
          <p:nvPr/>
        </p:nvSpPr>
        <p:spPr>
          <a:xfrm xmlns:a="http://schemas.openxmlformats.org/drawingml/2006/main">
            <a:off x="9525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87" name="">
            <a:extLst xmlns:a="http://schemas.openxmlformats.org/drawingml/2006/main">
              <a:ext uri="{FF2B5EF4-FFF2-40B4-BE49-F238E27FC236}">
                <a16:creationId xmlns:a16="http://schemas.microsoft.com/office/drawing/2014/main" id="{870DFEA7-5764-4916-9718-27C4368DDF87}"/>
              </a:ext>
            </a:extLst>
          </p:cNvPr>
          <p:cNvSpPr>
            <a:spLocks xmlns:a="http://schemas.openxmlformats.org/drawingml/2006/main" noGrp="1"/>
          </p:cNvSpPr>
          <p:nvPr/>
        </p:nvSpPr>
        <p:spPr>
          <a:xfrm xmlns:a="http://schemas.openxmlformats.org/drawingml/2006/main">
            <a:off x="19050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88" name="">
            <a:extLst xmlns:a="http://schemas.openxmlformats.org/drawingml/2006/main">
              <a:ext uri="{FF2B5EF4-FFF2-40B4-BE49-F238E27FC236}">
                <a16:creationId xmlns:a16="http://schemas.microsoft.com/office/drawing/2014/main" id="{F0C42910-A0F3-4961-8D4F-57E361C42B29}"/>
              </a:ext>
            </a:extLst>
          </p:cNvPr>
          <p:cNvSpPr>
            <a:spLocks xmlns:a="http://schemas.openxmlformats.org/drawingml/2006/main" noGrp="1"/>
          </p:cNvSpPr>
          <p:nvPr/>
        </p:nvSpPr>
        <p:spPr>
          <a:xfrm xmlns:a="http://schemas.openxmlformats.org/drawingml/2006/main">
            <a:off x="19050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89" name="">
            <a:extLst xmlns:a="http://schemas.openxmlformats.org/drawingml/2006/main">
              <a:ext uri="{FF2B5EF4-FFF2-40B4-BE49-F238E27FC236}">
                <a16:creationId xmlns:a16="http://schemas.microsoft.com/office/drawing/2014/main" id="{8E04683B-7677-43F9-BD68-AF24DBE94793}"/>
              </a:ext>
            </a:extLst>
          </p:cNvPr>
          <p:cNvSpPr>
            <a:spLocks xmlns:a="http://schemas.openxmlformats.org/drawingml/2006/main" noGrp="1"/>
          </p:cNvSpPr>
          <p:nvPr/>
        </p:nvSpPr>
        <p:spPr>
          <a:xfrm xmlns:a="http://schemas.openxmlformats.org/drawingml/2006/main">
            <a:off x="64198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0" name="">
            <a:extLst xmlns:a="http://schemas.openxmlformats.org/drawingml/2006/main">
              <a:ext uri="{FF2B5EF4-FFF2-40B4-BE49-F238E27FC236}">
                <a16:creationId xmlns:a16="http://schemas.microsoft.com/office/drawing/2014/main" id="{5AE793CD-CE60-41F4-B39B-B8B12B8383C5}"/>
              </a:ext>
            </a:extLst>
          </p:cNvPr>
          <p:cNvSpPr>
            <a:spLocks xmlns:a="http://schemas.openxmlformats.org/drawingml/2006/main" noGrp="1"/>
          </p:cNvSpPr>
          <p:nvPr/>
        </p:nvSpPr>
        <p:spPr>
          <a:xfrm xmlns:a="http://schemas.openxmlformats.org/drawingml/2006/main">
            <a:off x="67437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1" name="">
            <a:extLst xmlns:a="http://schemas.openxmlformats.org/drawingml/2006/main">
              <a:ext uri="{FF2B5EF4-FFF2-40B4-BE49-F238E27FC236}">
                <a16:creationId xmlns:a16="http://schemas.microsoft.com/office/drawing/2014/main" id="{ED5EE236-A19D-4B87-92EE-BC0E55BBF7D5}"/>
              </a:ext>
            </a:extLst>
          </p:cNvPr>
          <p:cNvSpPr>
            <a:spLocks xmlns:a="http://schemas.openxmlformats.org/drawingml/2006/main" noGrp="1"/>
          </p:cNvSpPr>
          <p:nvPr/>
        </p:nvSpPr>
        <p:spPr>
          <a:xfrm xmlns:a="http://schemas.openxmlformats.org/drawingml/2006/main">
            <a:off x="6743700" y="10953750"/>
            <a:ext cx="742950" cy="16764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2" name="">
            <a:extLst xmlns:a="http://schemas.openxmlformats.org/drawingml/2006/main">
              <a:ext uri="{FF2B5EF4-FFF2-40B4-BE49-F238E27FC236}">
                <a16:creationId xmlns:a16="http://schemas.microsoft.com/office/drawing/2014/main" id="{21B64AD9-38EB-4227-9629-CB727246EAE0}"/>
              </a:ext>
            </a:extLst>
          </p:cNvPr>
          <p:cNvSpPr>
            <a:spLocks xmlns:a="http://schemas.openxmlformats.org/drawingml/2006/main" noGrp="1"/>
          </p:cNvSpPr>
          <p:nvPr/>
        </p:nvSpPr>
        <p:spPr>
          <a:xfrm xmlns:a="http://schemas.openxmlformats.org/drawingml/2006/main">
            <a:off x="67437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93" name="">
            <a:extLst xmlns:a="http://schemas.openxmlformats.org/drawingml/2006/main">
              <a:ext uri="{FF2B5EF4-FFF2-40B4-BE49-F238E27FC236}">
                <a16:creationId xmlns:a16="http://schemas.microsoft.com/office/drawing/2014/main" id="{C478E7E1-0A8C-4BFA-B2B5-35BA720749A3}"/>
              </a:ext>
            </a:extLst>
          </p:cNvPr>
          <p:cNvSpPr>
            <a:spLocks xmlns:a="http://schemas.openxmlformats.org/drawingml/2006/main" noGrp="1"/>
          </p:cNvSpPr>
          <p:nvPr/>
        </p:nvSpPr>
        <p:spPr>
          <a:xfrm xmlns:a="http://schemas.openxmlformats.org/drawingml/2006/main">
            <a:off x="76962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94" name="">
            <a:extLst xmlns:a="http://schemas.openxmlformats.org/drawingml/2006/main">
              <a:ext uri="{FF2B5EF4-FFF2-40B4-BE49-F238E27FC236}">
                <a16:creationId xmlns:a16="http://schemas.microsoft.com/office/drawing/2014/main" id="{168CB36D-871D-463B-BEAE-987CA6BB54C3}"/>
              </a:ext>
            </a:extLst>
          </p:cNvPr>
          <p:cNvSpPr>
            <a:spLocks xmlns:a="http://schemas.openxmlformats.org/drawingml/2006/main" noGrp="1"/>
          </p:cNvSpPr>
          <p:nvPr/>
        </p:nvSpPr>
        <p:spPr>
          <a:xfrm xmlns:a="http://schemas.openxmlformats.org/drawingml/2006/main">
            <a:off x="76962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95" name="">
            <a:extLst xmlns:a="http://schemas.openxmlformats.org/drawingml/2006/main">
              <a:ext uri="{FF2B5EF4-FFF2-40B4-BE49-F238E27FC236}">
                <a16:creationId xmlns:a16="http://schemas.microsoft.com/office/drawing/2014/main" id="{2FDFD684-B992-4142-A309-2173DB082DF1}"/>
              </a:ext>
            </a:extLst>
          </p:cNvPr>
          <p:cNvSpPr>
            <a:spLocks xmlns:a="http://schemas.openxmlformats.org/drawingml/2006/main" noGrp="1"/>
          </p:cNvSpPr>
          <p:nvPr/>
        </p:nvSpPr>
        <p:spPr>
          <a:xfrm xmlns:a="http://schemas.openxmlformats.org/drawingml/2006/main">
            <a:off x="122110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6" name="">
            <a:extLst xmlns:a="http://schemas.openxmlformats.org/drawingml/2006/main">
              <a:ext uri="{FF2B5EF4-FFF2-40B4-BE49-F238E27FC236}">
                <a16:creationId xmlns:a16="http://schemas.microsoft.com/office/drawing/2014/main" id="{72D4C51A-2697-45B3-9601-B34368C550FA}"/>
              </a:ext>
            </a:extLst>
          </p:cNvPr>
          <p:cNvSpPr>
            <a:spLocks xmlns:a="http://schemas.openxmlformats.org/drawingml/2006/main" noGrp="1"/>
          </p:cNvSpPr>
          <p:nvPr/>
        </p:nvSpPr>
        <p:spPr>
          <a:xfrm xmlns:a="http://schemas.openxmlformats.org/drawingml/2006/main">
            <a:off x="125349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7" name="">
            <a:extLst xmlns:a="http://schemas.openxmlformats.org/drawingml/2006/main">
              <a:ext uri="{FF2B5EF4-FFF2-40B4-BE49-F238E27FC236}">
                <a16:creationId xmlns:a16="http://schemas.microsoft.com/office/drawing/2014/main" id="{5171759F-4C4D-4FD3-86A1-FD57DC291280}"/>
              </a:ext>
            </a:extLst>
          </p:cNvPr>
          <p:cNvSpPr>
            <a:spLocks xmlns:a="http://schemas.openxmlformats.org/drawingml/2006/main" noGrp="1"/>
          </p:cNvSpPr>
          <p:nvPr/>
        </p:nvSpPr>
        <p:spPr>
          <a:xfrm xmlns:a="http://schemas.openxmlformats.org/drawingml/2006/main">
            <a:off x="12534900" y="10953750"/>
            <a:ext cx="742950" cy="16764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8" name="">
            <a:extLst xmlns:a="http://schemas.openxmlformats.org/drawingml/2006/main">
              <a:ext uri="{FF2B5EF4-FFF2-40B4-BE49-F238E27FC236}">
                <a16:creationId xmlns:a16="http://schemas.microsoft.com/office/drawing/2014/main" id="{1E6FEA02-742C-4F41-82E6-275454A55719}"/>
              </a:ext>
            </a:extLst>
          </p:cNvPr>
          <p:cNvSpPr>
            <a:spLocks xmlns:a="http://schemas.openxmlformats.org/drawingml/2006/main" noGrp="1"/>
          </p:cNvSpPr>
          <p:nvPr/>
        </p:nvSpPr>
        <p:spPr>
          <a:xfrm xmlns:a="http://schemas.openxmlformats.org/drawingml/2006/main">
            <a:off x="125349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99" name="">
            <a:extLst xmlns:a="http://schemas.openxmlformats.org/drawingml/2006/main">
              <a:ext uri="{FF2B5EF4-FFF2-40B4-BE49-F238E27FC236}">
                <a16:creationId xmlns:a16="http://schemas.microsoft.com/office/drawing/2014/main" id="{04B5A551-6B38-439F-B0D0-95E00A08BDAB}"/>
              </a:ext>
            </a:extLst>
          </p:cNvPr>
          <p:cNvSpPr>
            <a:spLocks xmlns:a="http://schemas.openxmlformats.org/drawingml/2006/main" noGrp="1"/>
          </p:cNvSpPr>
          <p:nvPr/>
        </p:nvSpPr>
        <p:spPr>
          <a:xfrm xmlns:a="http://schemas.openxmlformats.org/drawingml/2006/main">
            <a:off x="134874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00" name="">
            <a:extLst xmlns:a="http://schemas.openxmlformats.org/drawingml/2006/main">
              <a:ext uri="{FF2B5EF4-FFF2-40B4-BE49-F238E27FC236}">
                <a16:creationId xmlns:a16="http://schemas.microsoft.com/office/drawing/2014/main" id="{DA7DC10A-2954-47EF-A322-614E8ED1F22C}"/>
              </a:ext>
            </a:extLst>
          </p:cNvPr>
          <p:cNvSpPr>
            <a:spLocks xmlns:a="http://schemas.openxmlformats.org/drawingml/2006/main" noGrp="1"/>
          </p:cNvSpPr>
          <p:nvPr/>
        </p:nvSpPr>
        <p:spPr>
          <a:xfrm xmlns:a="http://schemas.openxmlformats.org/drawingml/2006/main">
            <a:off x="134874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01" name="">
            <a:extLst xmlns:a="http://schemas.openxmlformats.org/drawingml/2006/main">
              <a:ext uri="{FF2B5EF4-FFF2-40B4-BE49-F238E27FC236}">
                <a16:creationId xmlns:a16="http://schemas.microsoft.com/office/drawing/2014/main" id="{664D01D6-D939-46DC-8A66-FFA5A2537F21}"/>
              </a:ext>
            </a:extLst>
          </p:cNvPr>
          <p:cNvSpPr>
            <a:spLocks xmlns:a="http://schemas.openxmlformats.org/drawingml/2006/main" noGrp="1"/>
          </p:cNvSpPr>
          <p:nvPr/>
        </p:nvSpPr>
        <p:spPr>
          <a:xfrm xmlns:a="http://schemas.openxmlformats.org/drawingml/2006/main">
            <a:off x="180022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2" name="">
            <a:extLst xmlns:a="http://schemas.openxmlformats.org/drawingml/2006/main">
              <a:ext uri="{FF2B5EF4-FFF2-40B4-BE49-F238E27FC236}">
                <a16:creationId xmlns:a16="http://schemas.microsoft.com/office/drawing/2014/main" id="{66D6A243-C70C-48E8-B057-ABE9A96A3FD0}"/>
              </a:ext>
            </a:extLst>
          </p:cNvPr>
          <p:cNvSpPr>
            <a:spLocks xmlns:a="http://schemas.openxmlformats.org/drawingml/2006/main" noGrp="1"/>
          </p:cNvSpPr>
          <p:nvPr/>
        </p:nvSpPr>
        <p:spPr>
          <a:xfrm xmlns:a="http://schemas.openxmlformats.org/drawingml/2006/main">
            <a:off x="183261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3" name="">
            <a:extLst xmlns:a="http://schemas.openxmlformats.org/drawingml/2006/main">
              <a:ext uri="{FF2B5EF4-FFF2-40B4-BE49-F238E27FC236}">
                <a16:creationId xmlns:a16="http://schemas.microsoft.com/office/drawing/2014/main" id="{A0BC428E-EB7A-45FD-8EC6-95713533BFEE}"/>
              </a:ext>
            </a:extLst>
          </p:cNvPr>
          <p:cNvSpPr>
            <a:spLocks xmlns:a="http://schemas.openxmlformats.org/drawingml/2006/main" noGrp="1"/>
          </p:cNvSpPr>
          <p:nvPr/>
        </p:nvSpPr>
        <p:spPr>
          <a:xfrm xmlns:a="http://schemas.openxmlformats.org/drawingml/2006/main">
            <a:off x="18326100" y="10953750"/>
            <a:ext cx="742950" cy="1676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4" name="">
            <a:extLst xmlns:a="http://schemas.openxmlformats.org/drawingml/2006/main">
              <a:ext uri="{FF2B5EF4-FFF2-40B4-BE49-F238E27FC236}">
                <a16:creationId xmlns:a16="http://schemas.microsoft.com/office/drawing/2014/main" id="{D916C457-32CD-41C0-84EB-71CCA79DF695}"/>
              </a:ext>
            </a:extLst>
          </p:cNvPr>
          <p:cNvSpPr>
            <a:spLocks xmlns:a="http://schemas.openxmlformats.org/drawingml/2006/main" noGrp="1"/>
          </p:cNvSpPr>
          <p:nvPr/>
        </p:nvSpPr>
        <p:spPr>
          <a:xfrm xmlns:a="http://schemas.openxmlformats.org/drawingml/2006/main">
            <a:off x="183261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05" name="">
            <a:extLst xmlns:a="http://schemas.openxmlformats.org/drawingml/2006/main">
              <a:ext uri="{FF2B5EF4-FFF2-40B4-BE49-F238E27FC236}">
                <a16:creationId xmlns:a16="http://schemas.microsoft.com/office/drawing/2014/main" id="{0CA2E9DE-188F-4E49-869C-AB5090EB939D}"/>
              </a:ext>
            </a:extLst>
          </p:cNvPr>
          <p:cNvSpPr>
            <a:spLocks xmlns:a="http://schemas.openxmlformats.org/drawingml/2006/main" noGrp="1"/>
          </p:cNvSpPr>
          <p:nvPr/>
        </p:nvSpPr>
        <p:spPr>
          <a:xfrm xmlns:a="http://schemas.openxmlformats.org/drawingml/2006/main">
            <a:off x="192786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06" name="">
            <a:extLst xmlns:a="http://schemas.openxmlformats.org/drawingml/2006/main">
              <a:ext uri="{FF2B5EF4-FFF2-40B4-BE49-F238E27FC236}">
                <a16:creationId xmlns:a16="http://schemas.microsoft.com/office/drawing/2014/main" id="{54B678A8-06A6-4C9D-9391-4B90B1EC505B}"/>
              </a:ext>
            </a:extLst>
          </p:cNvPr>
          <p:cNvSpPr>
            <a:spLocks xmlns:a="http://schemas.openxmlformats.org/drawingml/2006/main" noGrp="1"/>
          </p:cNvSpPr>
          <p:nvPr/>
        </p:nvSpPr>
        <p:spPr>
          <a:xfrm xmlns:a="http://schemas.openxmlformats.org/drawingml/2006/main">
            <a:off x="192786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07" name="">
            <a:extLst xmlns:a="http://schemas.openxmlformats.org/drawingml/2006/main">
              <a:ext uri="{FF2B5EF4-FFF2-40B4-BE49-F238E27FC236}">
                <a16:creationId xmlns:a16="http://schemas.microsoft.com/office/drawing/2014/main" id="{D1471C67-0214-443C-B561-7E4BE933B887}"/>
              </a:ext>
            </a:extLst>
          </p:cNvPr>
          <p:cNvSpPr>
            <a:spLocks xmlns:a="http://schemas.openxmlformats.org/drawingml/2006/main" noGrp="1"/>
          </p:cNvSpPr>
          <p:nvPr/>
        </p:nvSpPr>
        <p:spPr>
          <a:xfrm xmlns:a="http://schemas.openxmlformats.org/drawingml/2006/main">
            <a:off x="237934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8" name="">
            <a:extLst xmlns:a="http://schemas.openxmlformats.org/drawingml/2006/main">
              <a:ext uri="{FF2B5EF4-FFF2-40B4-BE49-F238E27FC236}">
                <a16:creationId xmlns:a16="http://schemas.microsoft.com/office/drawing/2014/main" id="{8FC83F21-E1A1-4BE0-B19D-D9B5FFDCC102}"/>
              </a:ext>
            </a:extLst>
          </p:cNvPr>
          <p:cNvSpPr>
            <a:spLocks xmlns:a="http://schemas.openxmlformats.org/drawingml/2006/main" noGrp="1"/>
          </p:cNvSpPr>
          <p:nvPr/>
        </p:nvSpPr>
        <p:spPr>
          <a:xfrm xmlns:a="http://schemas.openxmlformats.org/drawingml/2006/main">
            <a:off x="241173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9" name="">
            <a:extLst xmlns:a="http://schemas.openxmlformats.org/drawingml/2006/main">
              <a:ext uri="{FF2B5EF4-FFF2-40B4-BE49-F238E27FC236}">
                <a16:creationId xmlns:a16="http://schemas.microsoft.com/office/drawing/2014/main" id="{4FD1F098-ABA5-4EE7-8108-D63EE09D0143}"/>
              </a:ext>
            </a:extLst>
          </p:cNvPr>
          <p:cNvSpPr>
            <a:spLocks xmlns:a="http://schemas.openxmlformats.org/drawingml/2006/main" noGrp="1"/>
          </p:cNvSpPr>
          <p:nvPr/>
        </p:nvSpPr>
        <p:spPr>
          <a:xfrm xmlns:a="http://schemas.openxmlformats.org/drawingml/2006/main">
            <a:off x="24117300" y="10953750"/>
            <a:ext cx="742950" cy="16764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0" name="">
            <a:extLst xmlns:a="http://schemas.openxmlformats.org/drawingml/2006/main">
              <a:ext uri="{FF2B5EF4-FFF2-40B4-BE49-F238E27FC236}">
                <a16:creationId xmlns:a16="http://schemas.microsoft.com/office/drawing/2014/main" id="{4889BE82-DF27-4350-BF15-76F111F21A3A}"/>
              </a:ext>
            </a:extLst>
          </p:cNvPr>
          <p:cNvSpPr>
            <a:spLocks xmlns:a="http://schemas.openxmlformats.org/drawingml/2006/main" noGrp="1"/>
          </p:cNvSpPr>
          <p:nvPr/>
        </p:nvSpPr>
        <p:spPr>
          <a:xfrm xmlns:a="http://schemas.openxmlformats.org/drawingml/2006/main">
            <a:off x="241173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11" name="">
            <a:extLst xmlns:a="http://schemas.openxmlformats.org/drawingml/2006/main">
              <a:ext uri="{FF2B5EF4-FFF2-40B4-BE49-F238E27FC236}">
                <a16:creationId xmlns:a16="http://schemas.microsoft.com/office/drawing/2014/main" id="{82EAD730-8D9E-4A83-9D9C-9C00A2B66229}"/>
              </a:ext>
            </a:extLst>
          </p:cNvPr>
          <p:cNvSpPr>
            <a:spLocks xmlns:a="http://schemas.openxmlformats.org/drawingml/2006/main" noGrp="1"/>
          </p:cNvSpPr>
          <p:nvPr/>
        </p:nvSpPr>
        <p:spPr>
          <a:xfrm xmlns:a="http://schemas.openxmlformats.org/drawingml/2006/main">
            <a:off x="250698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12" name="">
            <a:extLst xmlns:a="http://schemas.openxmlformats.org/drawingml/2006/main">
              <a:ext uri="{FF2B5EF4-FFF2-40B4-BE49-F238E27FC236}">
                <a16:creationId xmlns:a16="http://schemas.microsoft.com/office/drawing/2014/main" id="{CCA652EB-7EF5-480A-8F8C-B2345B0D4332}"/>
              </a:ext>
            </a:extLst>
          </p:cNvPr>
          <p:cNvSpPr>
            <a:spLocks xmlns:a="http://schemas.openxmlformats.org/drawingml/2006/main" noGrp="1"/>
          </p:cNvSpPr>
          <p:nvPr/>
        </p:nvSpPr>
        <p:spPr>
          <a:xfrm xmlns:a="http://schemas.openxmlformats.org/drawingml/2006/main">
            <a:off x="250698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13" name="">
            <a:extLst xmlns:a="http://schemas.openxmlformats.org/drawingml/2006/main">
              <a:ext uri="{FF2B5EF4-FFF2-40B4-BE49-F238E27FC236}">
                <a16:creationId xmlns:a16="http://schemas.microsoft.com/office/drawing/2014/main" id="{A47AD564-3700-4358-B9FA-888F204CAAD0}"/>
              </a:ext>
            </a:extLst>
          </p:cNvPr>
          <p:cNvSpPr>
            <a:spLocks xmlns:a="http://schemas.openxmlformats.org/drawingml/2006/main" noGrp="1"/>
          </p:cNvSpPr>
          <p:nvPr/>
        </p:nvSpPr>
        <p:spPr>
          <a:xfrm xmlns:a="http://schemas.openxmlformats.org/drawingml/2006/main">
            <a:off x="7667625" y="13392150"/>
            <a:ext cx="6286500" cy="1123950"/>
          </a:xfrm>
          <a:prstGeom xmlns:a="http://schemas.openxmlformats.org/drawingml/2006/main" prst="rect">
            <a:avLst/>
          </a:prstGeom>
          <a:solidFill xmlns:a="http://schemas.openxmlformats.org/drawingml/2006/main">
            <a:srgbClr val="F2F7FF"/>
          </a:solidFill>
          <a:ln xmlns:a="http://schemas.openxmlformats.org/drawingml/2006/main" w="28575">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4" name="">
            <a:extLst xmlns:a="http://schemas.openxmlformats.org/drawingml/2006/main">
              <a:ext uri="{FF2B5EF4-FFF2-40B4-BE49-F238E27FC236}">
                <a16:creationId xmlns:a16="http://schemas.microsoft.com/office/drawing/2014/main" id="{B7AAC6D6-11E2-4A8B-8A48-B1034AECEA72}"/>
              </a:ext>
            </a:extLst>
          </p:cNvPr>
          <p:cNvSpPr>
            <a:spLocks xmlns:a="http://schemas.openxmlformats.org/drawingml/2006/main" noGrp="1"/>
          </p:cNvSpPr>
          <p:nvPr/>
        </p:nvSpPr>
        <p:spPr>
          <a:xfrm xmlns:a="http://schemas.openxmlformats.org/drawingml/2006/main">
            <a:off x="785812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15" name="">
            <a:extLst xmlns:a="http://schemas.openxmlformats.org/drawingml/2006/main">
              <a:ext uri="{FF2B5EF4-FFF2-40B4-BE49-F238E27FC236}">
                <a16:creationId xmlns:a16="http://schemas.microsoft.com/office/drawing/2014/main" id="{2174E983-8E3C-4B58-B27E-58A5C16E860B}"/>
              </a:ext>
            </a:extLst>
          </p:cNvPr>
          <p:cNvSpPr>
            <a:spLocks xmlns:a="http://schemas.openxmlformats.org/drawingml/2006/main" noGrp="1"/>
          </p:cNvSpPr>
          <p:nvPr/>
        </p:nvSpPr>
        <p:spPr>
          <a:xfrm xmlns:a="http://schemas.openxmlformats.org/drawingml/2006/main">
            <a:off x="785812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0">
                <a:solidFill>
                  <a:srgbClr val="4C4F73"/>
                </a:solidFill>
                <a:latin typeface="Malgun Gothic"/>
                <a:ea typeface="Malgun Gothic"/>
                <a:cs typeface="Malgun Gothic"/>
              </a:defRPr>
            </a:pPr>
            <a:r>
              <a:rPr sz="1650" b="0">
                <a:solidFill>
                  <a:srgbClr val="FFFFFF"/>
                </a:solidFill>
                <a:latin typeface="Malgun Gothic"/>
                <a:ea typeface="Malgun Gothic"/>
                <a:cs typeface="Malgun Gothic"/>
              </a:rPr>
              <a:t>.</a:t>
            </a:r>
          </a:p>
        </p:txBody>
      </p:sp>
      <p:sp>
        <p:nvSpPr>
          <p:cNvPr id="116" name="">
            <a:extLst xmlns:a="http://schemas.openxmlformats.org/drawingml/2006/main">
              <a:ext uri="{FF2B5EF4-FFF2-40B4-BE49-F238E27FC236}">
                <a16:creationId xmlns:a16="http://schemas.microsoft.com/office/drawing/2014/main" id="{9248A80D-4057-4705-BAA0-113CF7FE96C1}"/>
              </a:ext>
            </a:extLst>
          </p:cNvPr>
          <p:cNvSpPr>
            <a:spLocks xmlns:a="http://schemas.openxmlformats.org/drawingml/2006/main" noGrp="1"/>
          </p:cNvSpPr>
          <p:nvPr/>
        </p:nvSpPr>
        <p:spPr>
          <a:xfrm xmlns:a="http://schemas.openxmlformats.org/drawingml/2006/main">
            <a:off x="16525875" y="13392150"/>
            <a:ext cx="6286500" cy="1123950"/>
          </a:xfrm>
          <a:prstGeom xmlns:a="http://schemas.openxmlformats.org/drawingml/2006/main" prst="rect">
            <a:avLst/>
          </a:prstGeom>
          <a:solidFill xmlns:a="http://schemas.openxmlformats.org/drawingml/2006/main">
            <a:srgbClr val="F3F0FF"/>
          </a:solidFill>
          <a:ln xmlns:a="http://schemas.openxmlformats.org/drawingml/2006/main" w="28575">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7" name="">
            <a:extLst xmlns:a="http://schemas.openxmlformats.org/drawingml/2006/main">
              <a:ext uri="{FF2B5EF4-FFF2-40B4-BE49-F238E27FC236}">
                <a16:creationId xmlns:a16="http://schemas.microsoft.com/office/drawing/2014/main" id="{7B47003A-7DE5-49DB-955E-DF399452B9AD}"/>
              </a:ext>
            </a:extLst>
          </p:cNvPr>
          <p:cNvSpPr>
            <a:spLocks xmlns:a="http://schemas.openxmlformats.org/drawingml/2006/main" noGrp="1"/>
          </p:cNvSpPr>
          <p:nvPr/>
        </p:nvSpPr>
        <p:spPr>
          <a:xfrm xmlns:a="http://schemas.openxmlformats.org/drawingml/2006/main">
            <a:off x="1671637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18" name="">
            <a:extLst xmlns:a="http://schemas.openxmlformats.org/drawingml/2006/main">
              <a:ext uri="{FF2B5EF4-FFF2-40B4-BE49-F238E27FC236}">
                <a16:creationId xmlns:a16="http://schemas.microsoft.com/office/drawing/2014/main" id="{713C4106-B0D1-4F89-88E8-E8C7BD9A710D}"/>
              </a:ext>
            </a:extLst>
          </p:cNvPr>
          <p:cNvSpPr>
            <a:spLocks xmlns:a="http://schemas.openxmlformats.org/drawingml/2006/main" noGrp="1"/>
          </p:cNvSpPr>
          <p:nvPr/>
        </p:nvSpPr>
        <p:spPr>
          <a:xfrm xmlns:a="http://schemas.openxmlformats.org/drawingml/2006/main">
            <a:off x="1671637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0">
                <a:solidFill>
                  <a:srgbClr val="4C4F73"/>
                </a:solidFill>
                <a:latin typeface="Malgun Gothic"/>
                <a:ea typeface="Malgun Gothic"/>
                <a:cs typeface="Malgun Gothic"/>
              </a:defRPr>
            </a:pPr>
            <a:r>
              <a:rPr sz="1650" b="0">
                <a:solidFill>
                  <a:srgbClr val="FFFFFF"/>
                </a:solidFill>
                <a:latin typeface="Malgun Gothic"/>
                <a:ea typeface="Malgun Gothic"/>
                <a:cs typeface="Malgun Gothic"/>
              </a:rPr>
              <a:t>.</a:t>
            </a:r>
          </a:p>
        </p:txBody>
      </p:sp>
      <p:sp>
        <p:nvSpPr>
          <p:cNvPr id="119" name="">
            <a:extLst xmlns:a="http://schemas.openxmlformats.org/drawingml/2006/main">
              <a:ext uri="{FF2B5EF4-FFF2-40B4-BE49-F238E27FC236}">
                <a16:creationId xmlns:a16="http://schemas.microsoft.com/office/drawing/2014/main" id="{DA1B3ECC-CC20-4F2C-A662-B9EE15C02640}"/>
              </a:ext>
            </a:extLst>
          </p:cNvPr>
          <p:cNvSpPr>
            <a:spLocks xmlns:a="http://schemas.openxmlformats.org/drawingml/2006/main" noGrp="1"/>
          </p:cNvSpPr>
          <p:nvPr/>
        </p:nvSpPr>
        <p:spPr>
          <a:xfrm xmlns:a="http://schemas.openxmlformats.org/drawingml/2006/main">
            <a:off x="10715625" y="12630150"/>
            <a:ext cx="152400" cy="762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0" name="">
            <a:extLst xmlns:a="http://schemas.openxmlformats.org/drawingml/2006/main">
              <a:ext uri="{FF2B5EF4-FFF2-40B4-BE49-F238E27FC236}">
                <a16:creationId xmlns:a16="http://schemas.microsoft.com/office/drawing/2014/main" id="{D9EB9193-3FE7-422A-AEB4-9FBEFBE58421}"/>
              </a:ext>
            </a:extLst>
          </p:cNvPr>
          <p:cNvSpPr>
            <a:spLocks xmlns:a="http://schemas.openxmlformats.org/drawingml/2006/main" noGrp="1"/>
          </p:cNvSpPr>
          <p:nvPr/>
        </p:nvSpPr>
        <p:spPr>
          <a:xfrm xmlns:a="http://schemas.openxmlformats.org/drawingml/2006/main">
            <a:off x="19564350" y="12630150"/>
            <a:ext cx="152400" cy="762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1" name="">
            <a:extLst xmlns:a="http://schemas.openxmlformats.org/drawingml/2006/main">
              <a:ext uri="{FF2B5EF4-FFF2-40B4-BE49-F238E27FC236}">
                <a16:creationId xmlns:a16="http://schemas.microsoft.com/office/drawing/2014/main" id="{A470D8E1-AF03-4B89-B800-54518082530D}"/>
              </a:ext>
            </a:extLst>
          </p:cNvPr>
          <p:cNvSpPr>
            <a:spLocks xmlns:a="http://schemas.openxmlformats.org/drawingml/2006/main" noGrp="1"/>
          </p:cNvSpPr>
          <p:nvPr/>
        </p:nvSpPr>
        <p:spPr>
          <a:xfrm xmlns:a="http://schemas.openxmlformats.org/drawingml/2006/main">
            <a:off x="9525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2" name="">
            <a:extLst xmlns:a="http://schemas.openxmlformats.org/drawingml/2006/main">
              <a:ext uri="{FF2B5EF4-FFF2-40B4-BE49-F238E27FC236}">
                <a16:creationId xmlns:a16="http://schemas.microsoft.com/office/drawing/2014/main" id="{831EB42F-EAF9-4B74-9338-3C6ADD0C4F36}"/>
              </a:ext>
            </a:extLst>
          </p:cNvPr>
          <p:cNvSpPr>
            <a:spLocks xmlns:a="http://schemas.openxmlformats.org/drawingml/2006/main" noGrp="1"/>
          </p:cNvSpPr>
          <p:nvPr/>
        </p:nvSpPr>
        <p:spPr>
          <a:xfrm xmlns:a="http://schemas.openxmlformats.org/drawingml/2006/main">
            <a:off x="9525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3" name="">
            <a:extLst xmlns:a="http://schemas.openxmlformats.org/drawingml/2006/main">
              <a:ext uri="{FF2B5EF4-FFF2-40B4-BE49-F238E27FC236}">
                <a16:creationId xmlns:a16="http://schemas.microsoft.com/office/drawing/2014/main" id="{0CEEA514-0D4D-496C-96BA-A3E7A05254C3}"/>
              </a:ext>
            </a:extLst>
          </p:cNvPr>
          <p:cNvSpPr>
            <a:spLocks xmlns:a="http://schemas.openxmlformats.org/drawingml/2006/main" noGrp="1"/>
          </p:cNvSpPr>
          <p:nvPr/>
        </p:nvSpPr>
        <p:spPr>
          <a:xfrm xmlns:a="http://schemas.openxmlformats.org/drawingml/2006/main">
            <a:off x="12763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24" name="">
            <a:extLst xmlns:a="http://schemas.openxmlformats.org/drawingml/2006/main">
              <a:ext uri="{FF2B5EF4-FFF2-40B4-BE49-F238E27FC236}">
                <a16:creationId xmlns:a16="http://schemas.microsoft.com/office/drawing/2014/main" id="{0267613E-6FF2-4B16-8557-9594C80B957E}"/>
              </a:ext>
            </a:extLst>
          </p:cNvPr>
          <p:cNvSpPr>
            <a:spLocks xmlns:a="http://schemas.openxmlformats.org/drawingml/2006/main" noGrp="1"/>
          </p:cNvSpPr>
          <p:nvPr/>
        </p:nvSpPr>
        <p:spPr>
          <a:xfrm xmlns:a="http://schemas.openxmlformats.org/drawingml/2006/main">
            <a:off x="1333500"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C4F73"/>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5" name="">
            <a:extLst xmlns:a="http://schemas.openxmlformats.org/drawingml/2006/main">
              <a:ext uri="{FF2B5EF4-FFF2-40B4-BE49-F238E27FC236}">
                <a16:creationId xmlns:a16="http://schemas.microsoft.com/office/drawing/2014/main" id="{66E5B701-86E9-4A73-9D2D-E84BD258428A}"/>
              </a:ext>
            </a:extLst>
          </p:cNvPr>
          <p:cNvSpPr>
            <a:spLocks xmlns:a="http://schemas.openxmlformats.org/drawingml/2006/main" noGrp="1"/>
          </p:cNvSpPr>
          <p:nvPr/>
        </p:nvSpPr>
        <p:spPr>
          <a:xfrm xmlns:a="http://schemas.openxmlformats.org/drawingml/2006/main">
            <a:off x="4429125"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C4F73"/>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6" name="">
            <a:extLst xmlns:a="http://schemas.openxmlformats.org/drawingml/2006/main">
              <a:ext uri="{FF2B5EF4-FFF2-40B4-BE49-F238E27FC236}">
                <a16:creationId xmlns:a16="http://schemas.microsoft.com/office/drawing/2014/main" id="{513AEEEE-6EE7-41BF-AFD8-D5EDB4583521}"/>
              </a:ext>
            </a:extLst>
          </p:cNvPr>
          <p:cNvSpPr>
            <a:spLocks xmlns:a="http://schemas.openxmlformats.org/drawingml/2006/main" noGrp="1"/>
          </p:cNvSpPr>
          <p:nvPr/>
        </p:nvSpPr>
        <p:spPr>
          <a:xfrm xmlns:a="http://schemas.openxmlformats.org/drawingml/2006/main">
            <a:off x="8048625" y="18278475"/>
            <a:ext cx="619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472C4"/>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7" name="">
            <a:extLst xmlns:a="http://schemas.openxmlformats.org/drawingml/2006/main">
              <a:ext uri="{FF2B5EF4-FFF2-40B4-BE49-F238E27FC236}">
                <a16:creationId xmlns:a16="http://schemas.microsoft.com/office/drawing/2014/main" id="{90CCCFBA-88DF-41C6-B57C-F3270DF53AF8}"/>
              </a:ext>
            </a:extLst>
          </p:cNvPr>
          <p:cNvSpPr>
            <a:spLocks xmlns:a="http://schemas.openxmlformats.org/drawingml/2006/main" noGrp="1"/>
          </p:cNvSpPr>
          <p:nvPr/>
        </p:nvSpPr>
        <p:spPr>
          <a:xfrm xmlns:a="http://schemas.openxmlformats.org/drawingml/2006/main">
            <a:off x="1276350" y="185070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8" name="">
            <a:extLst xmlns:a="http://schemas.openxmlformats.org/drawingml/2006/main">
              <a:ext uri="{FF2B5EF4-FFF2-40B4-BE49-F238E27FC236}">
                <a16:creationId xmlns:a16="http://schemas.microsoft.com/office/drawing/2014/main" id="{AED2EA83-6164-48AE-99CD-22E6EF9A5B9D}"/>
              </a:ext>
            </a:extLst>
          </p:cNvPr>
          <p:cNvSpPr>
            <a:spLocks xmlns:a="http://schemas.openxmlformats.org/drawingml/2006/main" noGrp="1"/>
          </p:cNvSpPr>
          <p:nvPr/>
        </p:nvSpPr>
        <p:spPr>
          <a:xfrm xmlns:a="http://schemas.openxmlformats.org/drawingml/2006/main">
            <a:off x="1333500" y="188309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29" name="">
            <a:extLst xmlns:a="http://schemas.openxmlformats.org/drawingml/2006/main">
              <a:ext uri="{FF2B5EF4-FFF2-40B4-BE49-F238E27FC236}">
                <a16:creationId xmlns:a16="http://schemas.microsoft.com/office/drawing/2014/main" id="{F6F6631D-83CF-415C-A322-072D20F82BB8}"/>
              </a:ext>
            </a:extLst>
          </p:cNvPr>
          <p:cNvSpPr>
            <a:spLocks xmlns:a="http://schemas.openxmlformats.org/drawingml/2006/main" noGrp="1"/>
          </p:cNvSpPr>
          <p:nvPr/>
        </p:nvSpPr>
        <p:spPr>
          <a:xfrm xmlns:a="http://schemas.openxmlformats.org/drawingml/2006/main">
            <a:off x="4429125" y="188309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0" name="">
            <a:extLst xmlns:a="http://schemas.openxmlformats.org/drawingml/2006/main">
              <a:ext uri="{FF2B5EF4-FFF2-40B4-BE49-F238E27FC236}">
                <a16:creationId xmlns:a16="http://schemas.microsoft.com/office/drawing/2014/main" id="{6E5C53F4-C9E5-4EF0-B266-4A33EA270100}"/>
              </a:ext>
            </a:extLst>
          </p:cNvPr>
          <p:cNvSpPr>
            <a:spLocks xmlns:a="http://schemas.openxmlformats.org/drawingml/2006/main" noGrp="1"/>
          </p:cNvSpPr>
          <p:nvPr/>
        </p:nvSpPr>
        <p:spPr>
          <a:xfrm xmlns:a="http://schemas.openxmlformats.org/drawingml/2006/main">
            <a:off x="8048625" y="187737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1" name="">
            <a:extLst xmlns:a="http://schemas.openxmlformats.org/drawingml/2006/main">
              <a:ext uri="{FF2B5EF4-FFF2-40B4-BE49-F238E27FC236}">
                <a16:creationId xmlns:a16="http://schemas.microsoft.com/office/drawing/2014/main" id="{68A7347C-4540-49F0-AFF2-4A193FEE3398}"/>
              </a:ext>
            </a:extLst>
          </p:cNvPr>
          <p:cNvSpPr>
            <a:spLocks xmlns:a="http://schemas.openxmlformats.org/drawingml/2006/main" noGrp="1"/>
          </p:cNvSpPr>
          <p:nvPr/>
        </p:nvSpPr>
        <p:spPr>
          <a:xfrm xmlns:a="http://schemas.openxmlformats.org/drawingml/2006/main">
            <a:off x="1276350" y="205835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2" name="">
            <a:extLst xmlns:a="http://schemas.openxmlformats.org/drawingml/2006/main">
              <a:ext uri="{FF2B5EF4-FFF2-40B4-BE49-F238E27FC236}">
                <a16:creationId xmlns:a16="http://schemas.microsoft.com/office/drawing/2014/main" id="{FBCE5815-A8A9-4198-ACAA-A4B6EE9EC5BF}"/>
              </a:ext>
            </a:extLst>
          </p:cNvPr>
          <p:cNvSpPr>
            <a:spLocks xmlns:a="http://schemas.openxmlformats.org/drawingml/2006/main" noGrp="1"/>
          </p:cNvSpPr>
          <p:nvPr/>
        </p:nvSpPr>
        <p:spPr>
          <a:xfrm xmlns:a="http://schemas.openxmlformats.org/drawingml/2006/main">
            <a:off x="1333500" y="209073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33" name="">
            <a:extLst xmlns:a="http://schemas.openxmlformats.org/drawingml/2006/main">
              <a:ext uri="{FF2B5EF4-FFF2-40B4-BE49-F238E27FC236}">
                <a16:creationId xmlns:a16="http://schemas.microsoft.com/office/drawing/2014/main" id="{5772F494-3453-49B1-81F1-77BBB5903A29}"/>
              </a:ext>
            </a:extLst>
          </p:cNvPr>
          <p:cNvSpPr>
            <a:spLocks xmlns:a="http://schemas.openxmlformats.org/drawingml/2006/main" noGrp="1"/>
          </p:cNvSpPr>
          <p:nvPr/>
        </p:nvSpPr>
        <p:spPr>
          <a:xfrm xmlns:a="http://schemas.openxmlformats.org/drawingml/2006/main">
            <a:off x="4429125" y="209073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4" name="">
            <a:extLst xmlns:a="http://schemas.openxmlformats.org/drawingml/2006/main">
              <a:ext uri="{FF2B5EF4-FFF2-40B4-BE49-F238E27FC236}">
                <a16:creationId xmlns:a16="http://schemas.microsoft.com/office/drawing/2014/main" id="{48594EBA-525E-4395-9E40-91F5805B2B43}"/>
              </a:ext>
            </a:extLst>
          </p:cNvPr>
          <p:cNvSpPr>
            <a:spLocks xmlns:a="http://schemas.openxmlformats.org/drawingml/2006/main" noGrp="1"/>
          </p:cNvSpPr>
          <p:nvPr/>
        </p:nvSpPr>
        <p:spPr>
          <a:xfrm xmlns:a="http://schemas.openxmlformats.org/drawingml/2006/main">
            <a:off x="8048625" y="208502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5" name="">
            <a:extLst xmlns:a="http://schemas.openxmlformats.org/drawingml/2006/main">
              <a:ext uri="{FF2B5EF4-FFF2-40B4-BE49-F238E27FC236}">
                <a16:creationId xmlns:a16="http://schemas.microsoft.com/office/drawing/2014/main" id="{41F9B167-3335-4154-AE46-03FB46BF54B3}"/>
              </a:ext>
            </a:extLst>
          </p:cNvPr>
          <p:cNvSpPr>
            <a:spLocks xmlns:a="http://schemas.openxmlformats.org/drawingml/2006/main" noGrp="1"/>
          </p:cNvSpPr>
          <p:nvPr/>
        </p:nvSpPr>
        <p:spPr>
          <a:xfrm xmlns:a="http://schemas.openxmlformats.org/drawingml/2006/main">
            <a:off x="1276350" y="226599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6" name="">
            <a:extLst xmlns:a="http://schemas.openxmlformats.org/drawingml/2006/main">
              <a:ext uri="{FF2B5EF4-FFF2-40B4-BE49-F238E27FC236}">
                <a16:creationId xmlns:a16="http://schemas.microsoft.com/office/drawing/2014/main" id="{979CA263-2F48-45BC-BCDD-206428E61049}"/>
              </a:ext>
            </a:extLst>
          </p:cNvPr>
          <p:cNvSpPr>
            <a:spLocks xmlns:a="http://schemas.openxmlformats.org/drawingml/2006/main" noGrp="1"/>
          </p:cNvSpPr>
          <p:nvPr/>
        </p:nvSpPr>
        <p:spPr>
          <a:xfrm xmlns:a="http://schemas.openxmlformats.org/drawingml/2006/main">
            <a:off x="1333500" y="229838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37" name="">
            <a:extLst xmlns:a="http://schemas.openxmlformats.org/drawingml/2006/main">
              <a:ext uri="{FF2B5EF4-FFF2-40B4-BE49-F238E27FC236}">
                <a16:creationId xmlns:a16="http://schemas.microsoft.com/office/drawing/2014/main" id="{7391960F-3458-448A-9F17-DED2E00165B6}"/>
              </a:ext>
            </a:extLst>
          </p:cNvPr>
          <p:cNvSpPr>
            <a:spLocks xmlns:a="http://schemas.openxmlformats.org/drawingml/2006/main" noGrp="1"/>
          </p:cNvSpPr>
          <p:nvPr/>
        </p:nvSpPr>
        <p:spPr>
          <a:xfrm xmlns:a="http://schemas.openxmlformats.org/drawingml/2006/main">
            <a:off x="4429125" y="229838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8" name="">
            <a:extLst xmlns:a="http://schemas.openxmlformats.org/drawingml/2006/main">
              <a:ext uri="{FF2B5EF4-FFF2-40B4-BE49-F238E27FC236}">
                <a16:creationId xmlns:a16="http://schemas.microsoft.com/office/drawing/2014/main" id="{DFD43880-9258-46FE-99BA-6C738FE2F2F4}"/>
              </a:ext>
            </a:extLst>
          </p:cNvPr>
          <p:cNvSpPr>
            <a:spLocks xmlns:a="http://schemas.openxmlformats.org/drawingml/2006/main" noGrp="1"/>
          </p:cNvSpPr>
          <p:nvPr/>
        </p:nvSpPr>
        <p:spPr>
          <a:xfrm xmlns:a="http://schemas.openxmlformats.org/drawingml/2006/main">
            <a:off x="8048625" y="229266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9" name="">
            <a:extLst xmlns:a="http://schemas.openxmlformats.org/drawingml/2006/main">
              <a:ext uri="{FF2B5EF4-FFF2-40B4-BE49-F238E27FC236}">
                <a16:creationId xmlns:a16="http://schemas.microsoft.com/office/drawing/2014/main" id="{F29A18C0-8B05-44D1-A969-E4995456D1D0}"/>
              </a:ext>
            </a:extLst>
          </p:cNvPr>
          <p:cNvSpPr>
            <a:spLocks xmlns:a="http://schemas.openxmlformats.org/drawingml/2006/main" noGrp="1"/>
          </p:cNvSpPr>
          <p:nvPr/>
        </p:nvSpPr>
        <p:spPr>
          <a:xfrm xmlns:a="http://schemas.openxmlformats.org/drawingml/2006/main">
            <a:off x="1276350" y="247364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0" name="">
            <a:extLst xmlns:a="http://schemas.openxmlformats.org/drawingml/2006/main">
              <a:ext uri="{FF2B5EF4-FFF2-40B4-BE49-F238E27FC236}">
                <a16:creationId xmlns:a16="http://schemas.microsoft.com/office/drawing/2014/main" id="{CF96EA13-389C-45AE-B2B3-882B506072A6}"/>
              </a:ext>
            </a:extLst>
          </p:cNvPr>
          <p:cNvSpPr>
            <a:spLocks xmlns:a="http://schemas.openxmlformats.org/drawingml/2006/main" noGrp="1"/>
          </p:cNvSpPr>
          <p:nvPr/>
        </p:nvSpPr>
        <p:spPr>
          <a:xfrm xmlns:a="http://schemas.openxmlformats.org/drawingml/2006/main">
            <a:off x="1333500" y="250602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41" name="">
            <a:extLst xmlns:a="http://schemas.openxmlformats.org/drawingml/2006/main">
              <a:ext uri="{FF2B5EF4-FFF2-40B4-BE49-F238E27FC236}">
                <a16:creationId xmlns:a16="http://schemas.microsoft.com/office/drawing/2014/main" id="{1AA363C4-9C4A-4EE0-80D5-4A289A1CAEAF}"/>
              </a:ext>
            </a:extLst>
          </p:cNvPr>
          <p:cNvSpPr>
            <a:spLocks xmlns:a="http://schemas.openxmlformats.org/drawingml/2006/main" noGrp="1"/>
          </p:cNvSpPr>
          <p:nvPr/>
        </p:nvSpPr>
        <p:spPr>
          <a:xfrm xmlns:a="http://schemas.openxmlformats.org/drawingml/2006/main">
            <a:off x="4429125" y="250602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42" name="">
            <a:extLst xmlns:a="http://schemas.openxmlformats.org/drawingml/2006/main">
              <a:ext uri="{FF2B5EF4-FFF2-40B4-BE49-F238E27FC236}">
                <a16:creationId xmlns:a16="http://schemas.microsoft.com/office/drawing/2014/main" id="{4FF72264-3DDD-48E4-AC5A-E0188C1A750F}"/>
              </a:ext>
            </a:extLst>
          </p:cNvPr>
          <p:cNvSpPr>
            <a:spLocks xmlns:a="http://schemas.openxmlformats.org/drawingml/2006/main" noGrp="1"/>
          </p:cNvSpPr>
          <p:nvPr/>
        </p:nvSpPr>
        <p:spPr>
          <a:xfrm xmlns:a="http://schemas.openxmlformats.org/drawingml/2006/main">
            <a:off x="8048625" y="250031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43" name="">
            <a:extLst xmlns:a="http://schemas.openxmlformats.org/drawingml/2006/main">
              <a:ext uri="{FF2B5EF4-FFF2-40B4-BE49-F238E27FC236}">
                <a16:creationId xmlns:a16="http://schemas.microsoft.com/office/drawing/2014/main" id="{EF1F7314-A11B-4535-8D3A-F3AC682B2378}"/>
              </a:ext>
            </a:extLst>
          </p:cNvPr>
          <p:cNvSpPr>
            <a:spLocks xmlns:a="http://schemas.openxmlformats.org/drawingml/2006/main" noGrp="1"/>
          </p:cNvSpPr>
          <p:nvPr/>
        </p:nvSpPr>
        <p:spPr>
          <a:xfrm xmlns:a="http://schemas.openxmlformats.org/drawingml/2006/main">
            <a:off x="156210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4" name="">
            <a:extLst xmlns:a="http://schemas.openxmlformats.org/drawingml/2006/main">
              <a:ext uri="{FF2B5EF4-FFF2-40B4-BE49-F238E27FC236}">
                <a16:creationId xmlns:a16="http://schemas.microsoft.com/office/drawing/2014/main" id="{5D3063DB-AB2D-42AC-818E-393D52B67E15}"/>
              </a:ext>
            </a:extLst>
          </p:cNvPr>
          <p:cNvSpPr>
            <a:spLocks xmlns:a="http://schemas.openxmlformats.org/drawingml/2006/main" noGrp="1"/>
          </p:cNvSpPr>
          <p:nvPr/>
        </p:nvSpPr>
        <p:spPr>
          <a:xfrm xmlns:a="http://schemas.openxmlformats.org/drawingml/2006/main">
            <a:off x="156210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5" name="">
            <a:extLst xmlns:a="http://schemas.openxmlformats.org/drawingml/2006/main">
              <a:ext uri="{FF2B5EF4-FFF2-40B4-BE49-F238E27FC236}">
                <a16:creationId xmlns:a16="http://schemas.microsoft.com/office/drawing/2014/main" id="{95BB8F94-EC85-4BEB-B0FE-42D1AF98828F}"/>
              </a:ext>
            </a:extLst>
          </p:cNvPr>
          <p:cNvSpPr>
            <a:spLocks xmlns:a="http://schemas.openxmlformats.org/drawingml/2006/main" noGrp="1"/>
          </p:cNvSpPr>
          <p:nvPr/>
        </p:nvSpPr>
        <p:spPr>
          <a:xfrm xmlns:a="http://schemas.openxmlformats.org/drawingml/2006/main">
            <a:off x="159448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46" name="">
            <a:extLst xmlns:a="http://schemas.openxmlformats.org/drawingml/2006/main">
              <a:ext uri="{FF2B5EF4-FFF2-40B4-BE49-F238E27FC236}">
                <a16:creationId xmlns:a16="http://schemas.microsoft.com/office/drawing/2014/main" id="{F6349901-43E0-47F9-B40D-6AA373CA29B6}"/>
              </a:ext>
            </a:extLst>
          </p:cNvPr>
          <p:cNvSpPr>
            <a:spLocks xmlns:a="http://schemas.openxmlformats.org/drawingml/2006/main" noGrp="1"/>
          </p:cNvSpPr>
          <p:nvPr/>
        </p:nvSpPr>
        <p:spPr>
          <a:xfrm xmlns:a="http://schemas.openxmlformats.org/drawingml/2006/main">
            <a:off x="16059150" y="185261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7" name="">
            <a:extLst xmlns:a="http://schemas.openxmlformats.org/drawingml/2006/main">
              <a:ext uri="{FF2B5EF4-FFF2-40B4-BE49-F238E27FC236}">
                <a16:creationId xmlns:a16="http://schemas.microsoft.com/office/drawing/2014/main" id="{E4369C25-B5A8-4D5B-A06B-D79498B5EA0C}"/>
              </a:ext>
            </a:extLst>
          </p:cNvPr>
          <p:cNvSpPr>
            <a:spLocks xmlns:a="http://schemas.openxmlformats.org/drawingml/2006/main" noGrp="1"/>
          </p:cNvSpPr>
          <p:nvPr/>
        </p:nvSpPr>
        <p:spPr>
          <a:xfrm xmlns:a="http://schemas.openxmlformats.org/drawingml/2006/main">
            <a:off x="16059150" y="185261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8" name="">
            <a:extLst xmlns:a="http://schemas.openxmlformats.org/drawingml/2006/main">
              <a:ext uri="{FF2B5EF4-FFF2-40B4-BE49-F238E27FC236}">
                <a16:creationId xmlns:a16="http://schemas.microsoft.com/office/drawing/2014/main" id="{871C2C59-6987-46DE-8B6A-9651F71AAFC0}"/>
              </a:ext>
            </a:extLst>
          </p:cNvPr>
          <p:cNvSpPr>
            <a:spLocks xmlns:a="http://schemas.openxmlformats.org/drawingml/2006/main" noGrp="1"/>
          </p:cNvSpPr>
          <p:nvPr/>
        </p:nvSpPr>
        <p:spPr>
          <a:xfrm xmlns:a="http://schemas.openxmlformats.org/drawingml/2006/main">
            <a:off x="1638300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49" name="">
            <a:extLst xmlns:a="http://schemas.openxmlformats.org/drawingml/2006/main">
              <a:ext uri="{FF2B5EF4-FFF2-40B4-BE49-F238E27FC236}">
                <a16:creationId xmlns:a16="http://schemas.microsoft.com/office/drawing/2014/main" id="{657D9D6F-559F-4084-9C9D-52CF0E341A3C}"/>
              </a:ext>
            </a:extLst>
          </p:cNvPr>
          <p:cNvSpPr>
            <a:spLocks xmlns:a="http://schemas.openxmlformats.org/drawingml/2006/main" noGrp="1"/>
          </p:cNvSpPr>
          <p:nvPr/>
        </p:nvSpPr>
        <p:spPr>
          <a:xfrm xmlns:a="http://schemas.openxmlformats.org/drawingml/2006/main">
            <a:off x="1638300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0" name="">
            <a:extLst xmlns:a="http://schemas.openxmlformats.org/drawingml/2006/main">
              <a:ext uri="{FF2B5EF4-FFF2-40B4-BE49-F238E27FC236}">
                <a16:creationId xmlns:a16="http://schemas.microsoft.com/office/drawing/2014/main" id="{7CD9D08E-801A-4E28-882C-6448DD661A4F}"/>
              </a:ext>
            </a:extLst>
          </p:cNvPr>
          <p:cNvSpPr>
            <a:spLocks xmlns:a="http://schemas.openxmlformats.org/drawingml/2006/main" noGrp="1"/>
          </p:cNvSpPr>
          <p:nvPr/>
        </p:nvSpPr>
        <p:spPr>
          <a:xfrm xmlns:a="http://schemas.openxmlformats.org/drawingml/2006/main">
            <a:off x="22860000" y="185261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1" name="">
            <a:extLst xmlns:a="http://schemas.openxmlformats.org/drawingml/2006/main">
              <a:ext uri="{FF2B5EF4-FFF2-40B4-BE49-F238E27FC236}">
                <a16:creationId xmlns:a16="http://schemas.microsoft.com/office/drawing/2014/main" id="{E21F0B40-9C86-4ECB-B36A-0578EDF917BA}"/>
              </a:ext>
            </a:extLst>
          </p:cNvPr>
          <p:cNvSpPr>
            <a:spLocks xmlns:a="http://schemas.openxmlformats.org/drawingml/2006/main" noGrp="1"/>
          </p:cNvSpPr>
          <p:nvPr/>
        </p:nvSpPr>
        <p:spPr>
          <a:xfrm xmlns:a="http://schemas.openxmlformats.org/drawingml/2006/main">
            <a:off x="22860000" y="185261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2" name="">
            <a:extLst xmlns:a="http://schemas.openxmlformats.org/drawingml/2006/main">
              <a:ext uri="{FF2B5EF4-FFF2-40B4-BE49-F238E27FC236}">
                <a16:creationId xmlns:a16="http://schemas.microsoft.com/office/drawing/2014/main" id="{276F52C1-4FE5-43DF-8836-5FFFC6FE5D09}"/>
              </a:ext>
            </a:extLst>
          </p:cNvPr>
          <p:cNvSpPr>
            <a:spLocks xmlns:a="http://schemas.openxmlformats.org/drawingml/2006/main" noGrp="1"/>
          </p:cNvSpPr>
          <p:nvPr/>
        </p:nvSpPr>
        <p:spPr>
          <a:xfrm xmlns:a="http://schemas.openxmlformats.org/drawingml/2006/main">
            <a:off x="2318385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53" name="">
            <a:extLst xmlns:a="http://schemas.openxmlformats.org/drawingml/2006/main">
              <a:ext uri="{FF2B5EF4-FFF2-40B4-BE49-F238E27FC236}">
                <a16:creationId xmlns:a16="http://schemas.microsoft.com/office/drawing/2014/main" id="{88AD4E89-D4BC-4935-8D64-8F96D87E1A36}"/>
              </a:ext>
            </a:extLst>
          </p:cNvPr>
          <p:cNvSpPr>
            <a:spLocks xmlns:a="http://schemas.openxmlformats.org/drawingml/2006/main" noGrp="1"/>
          </p:cNvSpPr>
          <p:nvPr/>
        </p:nvSpPr>
        <p:spPr>
          <a:xfrm xmlns:a="http://schemas.openxmlformats.org/drawingml/2006/main">
            <a:off x="2318385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4" name="">
            <a:extLst xmlns:a="http://schemas.openxmlformats.org/drawingml/2006/main">
              <a:ext uri="{FF2B5EF4-FFF2-40B4-BE49-F238E27FC236}">
                <a16:creationId xmlns:a16="http://schemas.microsoft.com/office/drawing/2014/main" id="{6BE540AC-D6A2-4316-9D4F-C7B341AAA19D}"/>
              </a:ext>
            </a:extLst>
          </p:cNvPr>
          <p:cNvSpPr>
            <a:spLocks xmlns:a="http://schemas.openxmlformats.org/drawingml/2006/main" noGrp="1"/>
          </p:cNvSpPr>
          <p:nvPr/>
        </p:nvSpPr>
        <p:spPr>
          <a:xfrm xmlns:a="http://schemas.openxmlformats.org/drawingml/2006/main">
            <a:off x="16059150" y="212693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5" name="">
            <a:extLst xmlns:a="http://schemas.openxmlformats.org/drawingml/2006/main">
              <a:ext uri="{FF2B5EF4-FFF2-40B4-BE49-F238E27FC236}">
                <a16:creationId xmlns:a16="http://schemas.microsoft.com/office/drawing/2014/main" id="{4DA45D03-3393-47A3-AFC3-55EFDDE12187}"/>
              </a:ext>
            </a:extLst>
          </p:cNvPr>
          <p:cNvSpPr>
            <a:spLocks xmlns:a="http://schemas.openxmlformats.org/drawingml/2006/main" noGrp="1"/>
          </p:cNvSpPr>
          <p:nvPr/>
        </p:nvSpPr>
        <p:spPr>
          <a:xfrm xmlns:a="http://schemas.openxmlformats.org/drawingml/2006/main">
            <a:off x="16059150" y="212693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6" name="">
            <a:extLst xmlns:a="http://schemas.openxmlformats.org/drawingml/2006/main">
              <a:ext uri="{FF2B5EF4-FFF2-40B4-BE49-F238E27FC236}">
                <a16:creationId xmlns:a16="http://schemas.microsoft.com/office/drawing/2014/main" id="{507E6B4D-91DF-40DB-BD09-F7BD2F501595}"/>
              </a:ext>
            </a:extLst>
          </p:cNvPr>
          <p:cNvSpPr>
            <a:spLocks xmlns:a="http://schemas.openxmlformats.org/drawingml/2006/main" noGrp="1"/>
          </p:cNvSpPr>
          <p:nvPr/>
        </p:nvSpPr>
        <p:spPr>
          <a:xfrm xmlns:a="http://schemas.openxmlformats.org/drawingml/2006/main">
            <a:off x="1638300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57" name="">
            <a:extLst xmlns:a="http://schemas.openxmlformats.org/drawingml/2006/main">
              <a:ext uri="{FF2B5EF4-FFF2-40B4-BE49-F238E27FC236}">
                <a16:creationId xmlns:a16="http://schemas.microsoft.com/office/drawing/2014/main" id="{012802AE-C8B9-45E4-BC2D-C6E97BE41AA0}"/>
              </a:ext>
            </a:extLst>
          </p:cNvPr>
          <p:cNvSpPr>
            <a:spLocks xmlns:a="http://schemas.openxmlformats.org/drawingml/2006/main" noGrp="1"/>
          </p:cNvSpPr>
          <p:nvPr/>
        </p:nvSpPr>
        <p:spPr>
          <a:xfrm xmlns:a="http://schemas.openxmlformats.org/drawingml/2006/main">
            <a:off x="1638300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8" name="">
            <a:extLst xmlns:a="http://schemas.openxmlformats.org/drawingml/2006/main">
              <a:ext uri="{FF2B5EF4-FFF2-40B4-BE49-F238E27FC236}">
                <a16:creationId xmlns:a16="http://schemas.microsoft.com/office/drawing/2014/main" id="{6C03CCE0-18AF-4985-B423-DE7F28DF644D}"/>
              </a:ext>
            </a:extLst>
          </p:cNvPr>
          <p:cNvSpPr>
            <a:spLocks xmlns:a="http://schemas.openxmlformats.org/drawingml/2006/main" noGrp="1"/>
          </p:cNvSpPr>
          <p:nvPr/>
        </p:nvSpPr>
        <p:spPr>
          <a:xfrm xmlns:a="http://schemas.openxmlformats.org/drawingml/2006/main">
            <a:off x="22860000" y="212693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9" name="">
            <a:extLst xmlns:a="http://schemas.openxmlformats.org/drawingml/2006/main">
              <a:ext uri="{FF2B5EF4-FFF2-40B4-BE49-F238E27FC236}">
                <a16:creationId xmlns:a16="http://schemas.microsoft.com/office/drawing/2014/main" id="{9721142D-7448-427D-BAD5-E37C40707841}"/>
              </a:ext>
            </a:extLst>
          </p:cNvPr>
          <p:cNvSpPr>
            <a:spLocks xmlns:a="http://schemas.openxmlformats.org/drawingml/2006/main" noGrp="1"/>
          </p:cNvSpPr>
          <p:nvPr/>
        </p:nvSpPr>
        <p:spPr>
          <a:xfrm xmlns:a="http://schemas.openxmlformats.org/drawingml/2006/main">
            <a:off x="22860000" y="212693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0" name="">
            <a:extLst xmlns:a="http://schemas.openxmlformats.org/drawingml/2006/main">
              <a:ext uri="{FF2B5EF4-FFF2-40B4-BE49-F238E27FC236}">
                <a16:creationId xmlns:a16="http://schemas.microsoft.com/office/drawing/2014/main" id="{18F362C8-AB3F-4976-92D3-7659D70A2777}"/>
              </a:ext>
            </a:extLst>
          </p:cNvPr>
          <p:cNvSpPr>
            <a:spLocks xmlns:a="http://schemas.openxmlformats.org/drawingml/2006/main" noGrp="1"/>
          </p:cNvSpPr>
          <p:nvPr/>
        </p:nvSpPr>
        <p:spPr>
          <a:xfrm xmlns:a="http://schemas.openxmlformats.org/drawingml/2006/main">
            <a:off x="2318385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1" name="">
            <a:extLst xmlns:a="http://schemas.openxmlformats.org/drawingml/2006/main">
              <a:ext uri="{FF2B5EF4-FFF2-40B4-BE49-F238E27FC236}">
                <a16:creationId xmlns:a16="http://schemas.microsoft.com/office/drawing/2014/main" id="{C48478BB-FA73-4B77-9967-28B52131C20F}"/>
              </a:ext>
            </a:extLst>
          </p:cNvPr>
          <p:cNvSpPr>
            <a:spLocks xmlns:a="http://schemas.openxmlformats.org/drawingml/2006/main" noGrp="1"/>
          </p:cNvSpPr>
          <p:nvPr/>
        </p:nvSpPr>
        <p:spPr>
          <a:xfrm xmlns:a="http://schemas.openxmlformats.org/drawingml/2006/main">
            <a:off x="2318385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62" name="">
            <a:extLst xmlns:a="http://schemas.openxmlformats.org/drawingml/2006/main">
              <a:ext uri="{FF2B5EF4-FFF2-40B4-BE49-F238E27FC236}">
                <a16:creationId xmlns:a16="http://schemas.microsoft.com/office/drawing/2014/main" id="{20FABD51-D84C-4388-9AA1-CC634935C098}"/>
              </a:ext>
            </a:extLst>
          </p:cNvPr>
          <p:cNvSpPr>
            <a:spLocks xmlns:a="http://schemas.openxmlformats.org/drawingml/2006/main" noGrp="1"/>
          </p:cNvSpPr>
          <p:nvPr/>
        </p:nvSpPr>
        <p:spPr>
          <a:xfrm xmlns:a="http://schemas.openxmlformats.org/drawingml/2006/main">
            <a:off x="16059150" y="240125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3" name="">
            <a:extLst xmlns:a="http://schemas.openxmlformats.org/drawingml/2006/main">
              <a:ext uri="{FF2B5EF4-FFF2-40B4-BE49-F238E27FC236}">
                <a16:creationId xmlns:a16="http://schemas.microsoft.com/office/drawing/2014/main" id="{E821E796-52F2-4B88-B69A-CDB0F7B84E62}"/>
              </a:ext>
            </a:extLst>
          </p:cNvPr>
          <p:cNvSpPr>
            <a:spLocks xmlns:a="http://schemas.openxmlformats.org/drawingml/2006/main" noGrp="1"/>
          </p:cNvSpPr>
          <p:nvPr/>
        </p:nvSpPr>
        <p:spPr>
          <a:xfrm xmlns:a="http://schemas.openxmlformats.org/drawingml/2006/main">
            <a:off x="16059150" y="240125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4" name="">
            <a:extLst xmlns:a="http://schemas.openxmlformats.org/drawingml/2006/main">
              <a:ext uri="{FF2B5EF4-FFF2-40B4-BE49-F238E27FC236}">
                <a16:creationId xmlns:a16="http://schemas.microsoft.com/office/drawing/2014/main" id="{B4DCA200-A3DC-472B-A8AD-4F568E9E1E82}"/>
              </a:ext>
            </a:extLst>
          </p:cNvPr>
          <p:cNvSpPr>
            <a:spLocks xmlns:a="http://schemas.openxmlformats.org/drawingml/2006/main" noGrp="1"/>
          </p:cNvSpPr>
          <p:nvPr/>
        </p:nvSpPr>
        <p:spPr>
          <a:xfrm xmlns:a="http://schemas.openxmlformats.org/drawingml/2006/main">
            <a:off x="1638300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5" name="">
            <a:extLst xmlns:a="http://schemas.openxmlformats.org/drawingml/2006/main">
              <a:ext uri="{FF2B5EF4-FFF2-40B4-BE49-F238E27FC236}">
                <a16:creationId xmlns:a16="http://schemas.microsoft.com/office/drawing/2014/main" id="{07C734F2-A571-4883-ACDA-E16B903CE16C}"/>
              </a:ext>
            </a:extLst>
          </p:cNvPr>
          <p:cNvSpPr>
            <a:spLocks xmlns:a="http://schemas.openxmlformats.org/drawingml/2006/main" noGrp="1"/>
          </p:cNvSpPr>
          <p:nvPr/>
        </p:nvSpPr>
        <p:spPr>
          <a:xfrm xmlns:a="http://schemas.openxmlformats.org/drawingml/2006/main">
            <a:off x="1638300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66" name="">
            <a:extLst xmlns:a="http://schemas.openxmlformats.org/drawingml/2006/main">
              <a:ext uri="{FF2B5EF4-FFF2-40B4-BE49-F238E27FC236}">
                <a16:creationId xmlns:a16="http://schemas.microsoft.com/office/drawing/2014/main" id="{0DCD4414-D0A5-4B42-8030-0ECE28C3CEAA}"/>
              </a:ext>
            </a:extLst>
          </p:cNvPr>
          <p:cNvSpPr>
            <a:spLocks xmlns:a="http://schemas.openxmlformats.org/drawingml/2006/main" noGrp="1"/>
          </p:cNvSpPr>
          <p:nvPr/>
        </p:nvSpPr>
        <p:spPr>
          <a:xfrm xmlns:a="http://schemas.openxmlformats.org/drawingml/2006/main">
            <a:off x="22860000" y="240125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7" name="">
            <a:extLst xmlns:a="http://schemas.openxmlformats.org/drawingml/2006/main">
              <a:ext uri="{FF2B5EF4-FFF2-40B4-BE49-F238E27FC236}">
                <a16:creationId xmlns:a16="http://schemas.microsoft.com/office/drawing/2014/main" id="{844F949D-0D3B-4EFC-946B-135C20797E94}"/>
              </a:ext>
            </a:extLst>
          </p:cNvPr>
          <p:cNvSpPr>
            <a:spLocks xmlns:a="http://schemas.openxmlformats.org/drawingml/2006/main" noGrp="1"/>
          </p:cNvSpPr>
          <p:nvPr/>
        </p:nvSpPr>
        <p:spPr>
          <a:xfrm xmlns:a="http://schemas.openxmlformats.org/drawingml/2006/main">
            <a:off x="22860000" y="240125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8" name="">
            <a:extLst xmlns:a="http://schemas.openxmlformats.org/drawingml/2006/main">
              <a:ext uri="{FF2B5EF4-FFF2-40B4-BE49-F238E27FC236}">
                <a16:creationId xmlns:a16="http://schemas.microsoft.com/office/drawing/2014/main" id="{18FD8742-06AE-4539-9B16-DD5CF55864C8}"/>
              </a:ext>
            </a:extLst>
          </p:cNvPr>
          <p:cNvSpPr>
            <a:spLocks xmlns:a="http://schemas.openxmlformats.org/drawingml/2006/main" noGrp="1"/>
          </p:cNvSpPr>
          <p:nvPr/>
        </p:nvSpPr>
        <p:spPr>
          <a:xfrm xmlns:a="http://schemas.openxmlformats.org/drawingml/2006/main">
            <a:off x="2318385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9" name="">
            <a:extLst xmlns:a="http://schemas.openxmlformats.org/drawingml/2006/main">
              <a:ext uri="{FF2B5EF4-FFF2-40B4-BE49-F238E27FC236}">
                <a16:creationId xmlns:a16="http://schemas.microsoft.com/office/drawing/2014/main" id="{01C319C0-8FD4-436A-83BD-AE58F4E9DF69}"/>
              </a:ext>
            </a:extLst>
          </p:cNvPr>
          <p:cNvSpPr>
            <a:spLocks xmlns:a="http://schemas.openxmlformats.org/drawingml/2006/main" noGrp="1"/>
          </p:cNvSpPr>
          <p:nvPr/>
        </p:nvSpPr>
        <p:spPr>
          <a:xfrm xmlns:a="http://schemas.openxmlformats.org/drawingml/2006/main">
            <a:off x="2318385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70" name="">
            <a:extLst xmlns:a="http://schemas.openxmlformats.org/drawingml/2006/main">
              <a:ext uri="{FF2B5EF4-FFF2-40B4-BE49-F238E27FC236}">
                <a16:creationId xmlns:a16="http://schemas.microsoft.com/office/drawing/2014/main" id="{DC23058C-EAFE-4208-9E30-91D5495EA8CA}"/>
              </a:ext>
            </a:extLst>
          </p:cNvPr>
          <p:cNvSpPr>
            <a:spLocks xmlns:a="http://schemas.openxmlformats.org/drawingml/2006/main" noGrp="1"/>
          </p:cNvSpPr>
          <p:nvPr/>
        </p:nvSpPr>
        <p:spPr>
          <a:xfrm xmlns:a="http://schemas.openxmlformats.org/drawingml/2006/main">
            <a:off x="952500" y="28717875"/>
            <a:ext cx="28575000" cy="61912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1" name="">
            <a:extLst xmlns:a="http://schemas.openxmlformats.org/drawingml/2006/main">
              <a:ext uri="{FF2B5EF4-FFF2-40B4-BE49-F238E27FC236}">
                <a16:creationId xmlns:a16="http://schemas.microsoft.com/office/drawing/2014/main" id="{E8AD0F9F-5DEA-4E32-82C5-117B1FEE6F92}"/>
              </a:ext>
            </a:extLst>
          </p:cNvPr>
          <p:cNvSpPr>
            <a:spLocks xmlns:a="http://schemas.openxmlformats.org/drawingml/2006/main" noGrp="1"/>
          </p:cNvSpPr>
          <p:nvPr/>
        </p:nvSpPr>
        <p:spPr>
          <a:xfrm xmlns:a="http://schemas.openxmlformats.org/drawingml/2006/main">
            <a:off x="952500" y="28717875"/>
            <a:ext cx="114300" cy="6191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2" name="">
            <a:extLst xmlns:a="http://schemas.openxmlformats.org/drawingml/2006/main">
              <a:ext uri="{FF2B5EF4-FFF2-40B4-BE49-F238E27FC236}">
                <a16:creationId xmlns:a16="http://schemas.microsoft.com/office/drawing/2014/main" id="{E86B664A-D828-40CC-944F-AFB091924157}"/>
              </a:ext>
            </a:extLst>
          </p:cNvPr>
          <p:cNvSpPr>
            <a:spLocks xmlns:a="http://schemas.openxmlformats.org/drawingml/2006/main" noGrp="1"/>
          </p:cNvSpPr>
          <p:nvPr/>
        </p:nvSpPr>
        <p:spPr>
          <a:xfrm xmlns:a="http://schemas.openxmlformats.org/drawingml/2006/main">
            <a:off x="1276350" y="28965525"/>
            <a:ext cx="27908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73" name="">
            <a:extLst xmlns:a="http://schemas.openxmlformats.org/drawingml/2006/main">
              <a:ext uri="{FF2B5EF4-FFF2-40B4-BE49-F238E27FC236}">
                <a16:creationId xmlns:a16="http://schemas.microsoft.com/office/drawing/2014/main" id="{E7D1DB15-8ECE-44CE-9C00-123EA0B39E70}"/>
              </a:ext>
            </a:extLst>
          </p:cNvPr>
          <p:cNvSpPr>
            <a:spLocks xmlns:a="http://schemas.openxmlformats.org/drawingml/2006/main" noGrp="1"/>
          </p:cNvSpPr>
          <p:nvPr/>
        </p:nvSpPr>
        <p:spPr>
          <a:xfrm xmlns:a="http://schemas.openxmlformats.org/drawingml/2006/main">
            <a:off x="1524000" y="30146625"/>
            <a:ext cx="8667750" cy="3524250"/>
          </a:xfrm>
          <a:prstGeom xmlns:a="http://schemas.openxmlformats.org/drawingml/2006/main" prst="rect">
            <a:avLst/>
          </a:prstGeom>
          <a:solidFill xmlns:a="http://schemas.openxmlformats.org/drawingml/2006/main">
            <a:srgbClr val="FDEDED"/>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4" name="">
            <a:extLst xmlns:a="http://schemas.openxmlformats.org/drawingml/2006/main">
              <a:ext uri="{FF2B5EF4-FFF2-40B4-BE49-F238E27FC236}">
                <a16:creationId xmlns:a16="http://schemas.microsoft.com/office/drawing/2014/main" id="{8B1A914F-B749-424A-AF9B-7CF19AB11CC1}"/>
              </a:ext>
            </a:extLst>
          </p:cNvPr>
          <p:cNvSpPr>
            <a:spLocks xmlns:a="http://schemas.openxmlformats.org/drawingml/2006/main" noGrp="1"/>
          </p:cNvSpPr>
          <p:nvPr/>
        </p:nvSpPr>
        <p:spPr>
          <a:xfrm xmlns:a="http://schemas.openxmlformats.org/drawingml/2006/main">
            <a:off x="1790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C91414"/>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75" name="">
            <a:extLst xmlns:a="http://schemas.openxmlformats.org/drawingml/2006/main">
              <a:ext uri="{FF2B5EF4-FFF2-40B4-BE49-F238E27FC236}">
                <a16:creationId xmlns:a16="http://schemas.microsoft.com/office/drawing/2014/main" id="{80CB769D-2DF2-458D-BAFB-1C63032896AB}"/>
              </a:ext>
            </a:extLst>
          </p:cNvPr>
          <p:cNvSpPr>
            <a:spLocks xmlns:a="http://schemas.openxmlformats.org/drawingml/2006/main" noGrp="1"/>
          </p:cNvSpPr>
          <p:nvPr/>
        </p:nvSpPr>
        <p:spPr>
          <a:xfrm xmlns:a="http://schemas.openxmlformats.org/drawingml/2006/main">
            <a:off x="2667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76" name="">
            <a:extLst xmlns:a="http://schemas.openxmlformats.org/drawingml/2006/main">
              <a:ext uri="{FF2B5EF4-FFF2-40B4-BE49-F238E27FC236}">
                <a16:creationId xmlns:a16="http://schemas.microsoft.com/office/drawing/2014/main" id="{B8171E4A-0227-41A5-A3F4-1E428E37753B}"/>
              </a:ext>
            </a:extLst>
          </p:cNvPr>
          <p:cNvSpPr>
            <a:spLocks xmlns:a="http://schemas.openxmlformats.org/drawingml/2006/main" noGrp="1"/>
          </p:cNvSpPr>
          <p:nvPr/>
        </p:nvSpPr>
        <p:spPr>
          <a:xfrm xmlns:a="http://schemas.openxmlformats.org/drawingml/2006/main">
            <a:off x="2667000" y="31242000"/>
            <a:ext cx="6953250" cy="2857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7" name="">
            <a:extLst xmlns:a="http://schemas.openxmlformats.org/drawingml/2006/main">
              <a:ext uri="{FF2B5EF4-FFF2-40B4-BE49-F238E27FC236}">
                <a16:creationId xmlns:a16="http://schemas.microsoft.com/office/drawing/2014/main" id="{9AAED274-F8DB-4B46-87F4-486721A8A95D}"/>
              </a:ext>
            </a:extLst>
          </p:cNvPr>
          <p:cNvSpPr>
            <a:spLocks xmlns:a="http://schemas.openxmlformats.org/drawingml/2006/main" noGrp="1"/>
          </p:cNvSpPr>
          <p:nvPr/>
        </p:nvSpPr>
        <p:spPr>
          <a:xfrm xmlns:a="http://schemas.openxmlformats.org/drawingml/2006/main">
            <a:off x="2667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78" name="">
            <a:extLst xmlns:a="http://schemas.openxmlformats.org/drawingml/2006/main">
              <a:ext uri="{FF2B5EF4-FFF2-40B4-BE49-F238E27FC236}">
                <a16:creationId xmlns:a16="http://schemas.microsoft.com/office/drawing/2014/main" id="{B62020C2-4197-41A1-8E6E-5F9B44B538C2}"/>
              </a:ext>
            </a:extLst>
          </p:cNvPr>
          <p:cNvSpPr>
            <a:spLocks xmlns:a="http://schemas.openxmlformats.org/drawingml/2006/main" noGrp="1"/>
          </p:cNvSpPr>
          <p:nvPr/>
        </p:nvSpPr>
        <p:spPr>
          <a:xfrm xmlns:a="http://schemas.openxmlformats.org/drawingml/2006/main">
            <a:off x="10858500" y="30146625"/>
            <a:ext cx="8667750" cy="3524250"/>
          </a:xfrm>
          <a:prstGeom xmlns:a="http://schemas.openxmlformats.org/drawingml/2006/main" prst="rect">
            <a:avLst/>
          </a:prstGeom>
          <a:solidFill xmlns:a="http://schemas.openxmlformats.org/drawingml/2006/main">
            <a:srgbClr val="FFF7E0"/>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9" name="">
            <a:extLst xmlns:a="http://schemas.openxmlformats.org/drawingml/2006/main">
              <a:ext uri="{FF2B5EF4-FFF2-40B4-BE49-F238E27FC236}">
                <a16:creationId xmlns:a16="http://schemas.microsoft.com/office/drawing/2014/main" id="{46161FAD-51B2-4E2C-B182-BD5ED3AAB201}"/>
              </a:ext>
            </a:extLst>
          </p:cNvPr>
          <p:cNvSpPr>
            <a:spLocks xmlns:a="http://schemas.openxmlformats.org/drawingml/2006/main" noGrp="1"/>
          </p:cNvSpPr>
          <p:nvPr/>
        </p:nvSpPr>
        <p:spPr>
          <a:xfrm xmlns:a="http://schemas.openxmlformats.org/drawingml/2006/main">
            <a:off x="111252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F4B321"/>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80" name="">
            <a:extLst xmlns:a="http://schemas.openxmlformats.org/drawingml/2006/main">
              <a:ext uri="{FF2B5EF4-FFF2-40B4-BE49-F238E27FC236}">
                <a16:creationId xmlns:a16="http://schemas.microsoft.com/office/drawing/2014/main" id="{CC2700AA-E76D-4A97-98FA-60F6CBBEFCCD}"/>
              </a:ext>
            </a:extLst>
          </p:cNvPr>
          <p:cNvSpPr>
            <a:spLocks xmlns:a="http://schemas.openxmlformats.org/drawingml/2006/main" noGrp="1"/>
          </p:cNvSpPr>
          <p:nvPr/>
        </p:nvSpPr>
        <p:spPr>
          <a:xfrm xmlns:a="http://schemas.openxmlformats.org/drawingml/2006/main">
            <a:off x="120015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81" name="">
            <a:extLst xmlns:a="http://schemas.openxmlformats.org/drawingml/2006/main">
              <a:ext uri="{FF2B5EF4-FFF2-40B4-BE49-F238E27FC236}">
                <a16:creationId xmlns:a16="http://schemas.microsoft.com/office/drawing/2014/main" id="{DE6506FA-7B97-4EB8-B9F8-7400C9479259}"/>
              </a:ext>
            </a:extLst>
          </p:cNvPr>
          <p:cNvSpPr>
            <a:spLocks xmlns:a="http://schemas.openxmlformats.org/drawingml/2006/main" noGrp="1"/>
          </p:cNvSpPr>
          <p:nvPr/>
        </p:nvSpPr>
        <p:spPr>
          <a:xfrm xmlns:a="http://schemas.openxmlformats.org/drawingml/2006/main">
            <a:off x="12001500" y="31242000"/>
            <a:ext cx="6953250" cy="2857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2" name="">
            <a:extLst xmlns:a="http://schemas.openxmlformats.org/drawingml/2006/main">
              <a:ext uri="{FF2B5EF4-FFF2-40B4-BE49-F238E27FC236}">
                <a16:creationId xmlns:a16="http://schemas.microsoft.com/office/drawing/2014/main" id="{332B69CF-1ACB-486B-942B-DABB7B9D0C97}"/>
              </a:ext>
            </a:extLst>
          </p:cNvPr>
          <p:cNvSpPr>
            <a:spLocks xmlns:a="http://schemas.openxmlformats.org/drawingml/2006/main" noGrp="1"/>
          </p:cNvSpPr>
          <p:nvPr/>
        </p:nvSpPr>
        <p:spPr>
          <a:xfrm xmlns:a="http://schemas.openxmlformats.org/drawingml/2006/main">
            <a:off x="120015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83" name="">
            <a:extLst xmlns:a="http://schemas.openxmlformats.org/drawingml/2006/main">
              <a:ext uri="{FF2B5EF4-FFF2-40B4-BE49-F238E27FC236}">
                <a16:creationId xmlns:a16="http://schemas.microsoft.com/office/drawing/2014/main" id="{C7BCF0EF-6DB6-43EA-AED2-A8E45766FE82}"/>
              </a:ext>
            </a:extLst>
          </p:cNvPr>
          <p:cNvSpPr>
            <a:spLocks xmlns:a="http://schemas.openxmlformats.org/drawingml/2006/main" noGrp="1"/>
          </p:cNvSpPr>
          <p:nvPr/>
        </p:nvSpPr>
        <p:spPr>
          <a:xfrm xmlns:a="http://schemas.openxmlformats.org/drawingml/2006/main">
            <a:off x="20193000" y="30146625"/>
            <a:ext cx="8667750" cy="3524250"/>
          </a:xfrm>
          <a:prstGeom xmlns:a="http://schemas.openxmlformats.org/drawingml/2006/main" prst="rect">
            <a:avLst/>
          </a:prstGeom>
          <a:solidFill xmlns:a="http://schemas.openxmlformats.org/drawingml/2006/main">
            <a:srgbClr val="F2F7FF"/>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4" name="">
            <a:extLst xmlns:a="http://schemas.openxmlformats.org/drawingml/2006/main">
              <a:ext uri="{FF2B5EF4-FFF2-40B4-BE49-F238E27FC236}">
                <a16:creationId xmlns:a16="http://schemas.microsoft.com/office/drawing/2014/main" id="{FC587538-5EBB-4764-9199-628D38E70AFE}"/>
              </a:ext>
            </a:extLst>
          </p:cNvPr>
          <p:cNvSpPr>
            <a:spLocks xmlns:a="http://schemas.openxmlformats.org/drawingml/2006/main" noGrp="1"/>
          </p:cNvSpPr>
          <p:nvPr/>
        </p:nvSpPr>
        <p:spPr>
          <a:xfrm xmlns:a="http://schemas.openxmlformats.org/drawingml/2006/main">
            <a:off x="20459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4472C4"/>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85" name="">
            <a:extLst xmlns:a="http://schemas.openxmlformats.org/drawingml/2006/main">
              <a:ext uri="{FF2B5EF4-FFF2-40B4-BE49-F238E27FC236}">
                <a16:creationId xmlns:a16="http://schemas.microsoft.com/office/drawing/2014/main" id="{64595C9A-3348-426D-9421-052647637AF6}"/>
              </a:ext>
            </a:extLst>
          </p:cNvPr>
          <p:cNvSpPr>
            <a:spLocks xmlns:a="http://schemas.openxmlformats.org/drawingml/2006/main" noGrp="1"/>
          </p:cNvSpPr>
          <p:nvPr/>
        </p:nvSpPr>
        <p:spPr>
          <a:xfrm xmlns:a="http://schemas.openxmlformats.org/drawingml/2006/main">
            <a:off x="21336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86" name="">
            <a:extLst xmlns:a="http://schemas.openxmlformats.org/drawingml/2006/main">
              <a:ext uri="{FF2B5EF4-FFF2-40B4-BE49-F238E27FC236}">
                <a16:creationId xmlns:a16="http://schemas.microsoft.com/office/drawing/2014/main" id="{F96F70C3-3BBC-49BA-8613-C64C59363598}"/>
              </a:ext>
            </a:extLst>
          </p:cNvPr>
          <p:cNvSpPr>
            <a:spLocks xmlns:a="http://schemas.openxmlformats.org/drawingml/2006/main" noGrp="1"/>
          </p:cNvSpPr>
          <p:nvPr/>
        </p:nvSpPr>
        <p:spPr>
          <a:xfrm xmlns:a="http://schemas.openxmlformats.org/drawingml/2006/main">
            <a:off x="21336000" y="31242000"/>
            <a:ext cx="6953250" cy="2857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7" name="">
            <a:extLst xmlns:a="http://schemas.openxmlformats.org/drawingml/2006/main">
              <a:ext uri="{FF2B5EF4-FFF2-40B4-BE49-F238E27FC236}">
                <a16:creationId xmlns:a16="http://schemas.microsoft.com/office/drawing/2014/main" id="{2011755C-938E-48CF-A91E-D3E2A2AFEB6F}"/>
              </a:ext>
            </a:extLst>
          </p:cNvPr>
          <p:cNvSpPr>
            <a:spLocks xmlns:a="http://schemas.openxmlformats.org/drawingml/2006/main" noGrp="1"/>
          </p:cNvSpPr>
          <p:nvPr/>
        </p:nvSpPr>
        <p:spPr>
          <a:xfrm xmlns:a="http://schemas.openxmlformats.org/drawingml/2006/main">
            <a:off x="21336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88" name="">
            <a:extLst xmlns:a="http://schemas.openxmlformats.org/drawingml/2006/main">
              <a:ext uri="{FF2B5EF4-FFF2-40B4-BE49-F238E27FC236}">
                <a16:creationId xmlns:a16="http://schemas.microsoft.com/office/drawing/2014/main" id="{C4B50590-B5DA-47D2-99FC-DA8E93E40864}"/>
              </a:ext>
            </a:extLst>
          </p:cNvPr>
          <p:cNvSpPr>
            <a:spLocks xmlns:a="http://schemas.openxmlformats.org/drawingml/2006/main" noGrp="1"/>
          </p:cNvSpPr>
          <p:nvPr/>
        </p:nvSpPr>
        <p:spPr>
          <a:xfrm xmlns:a="http://schemas.openxmlformats.org/drawingml/2006/main">
            <a:off x="952500" y="35814000"/>
            <a:ext cx="28575000" cy="30480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9" name="">
            <a:extLst xmlns:a="http://schemas.openxmlformats.org/drawingml/2006/main">
              <a:ext uri="{FF2B5EF4-FFF2-40B4-BE49-F238E27FC236}">
                <a16:creationId xmlns:a16="http://schemas.microsoft.com/office/drawing/2014/main" id="{5A565F08-750A-45F0-BD87-25AA4A74F73D}"/>
              </a:ext>
            </a:extLst>
          </p:cNvPr>
          <p:cNvSpPr>
            <a:spLocks xmlns:a="http://schemas.openxmlformats.org/drawingml/2006/main" noGrp="1"/>
          </p:cNvSpPr>
          <p:nvPr/>
        </p:nvSpPr>
        <p:spPr>
          <a:xfrm xmlns:a="http://schemas.openxmlformats.org/drawingml/2006/main">
            <a:off x="1476375" y="36480750"/>
            <a:ext cx="275272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90" name="">
            <a:extLst xmlns:a="http://schemas.openxmlformats.org/drawingml/2006/main">
              <a:ext uri="{FF2B5EF4-FFF2-40B4-BE49-F238E27FC236}">
                <a16:creationId xmlns:a16="http://schemas.microsoft.com/office/drawing/2014/main" id="{8A5E2185-5699-4158-B738-9E8DA2367046}"/>
              </a:ext>
            </a:extLst>
          </p:cNvPr>
          <p:cNvSpPr>
            <a:spLocks xmlns:a="http://schemas.openxmlformats.org/drawingml/2006/main" noGrp="1"/>
          </p:cNvSpPr>
          <p:nvPr/>
        </p:nvSpPr>
        <p:spPr>
          <a:xfrm xmlns:a="http://schemas.openxmlformats.org/drawingml/2006/main">
            <a:off x="1476375" y="37861875"/>
            <a:ext cx="27527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0">
                <a:solidFill>
                  <a:srgbClr val="DCE5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94" name="">
            <a:extLst xmlns:a="http://schemas.openxmlformats.org/drawingml/2006/main">
              <a:ext uri="{FF2B5EF4-FFF2-40B4-BE49-F238E27FC236}">
                <a16:creationId xmlns:a16="http://schemas.microsoft.com/office/drawing/2014/main" id="{27672FA9-85E4-4DE3-BAF5-54B38A3EC85D}"/>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5" name="">
            <a:extLst xmlns:a="http://schemas.openxmlformats.org/drawingml/2006/main">
              <a:ext uri="{FF2B5EF4-FFF2-40B4-BE49-F238E27FC236}">
                <a16:creationId xmlns:a16="http://schemas.microsoft.com/office/drawing/2014/main" id="{792F2F59-0D96-4B6C-BE7F-102AA6072E21}"/>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196" name="">
            <a:extLst xmlns:a="http://schemas.openxmlformats.org/drawingml/2006/main">
              <a:ext uri="{FF2B5EF4-FFF2-40B4-BE49-F238E27FC236}">
                <a16:creationId xmlns:a16="http://schemas.microsoft.com/office/drawing/2014/main" id="{4AF9FAA8-F2B9-471F-9C05-F09429CF1488}"/>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197" name="">
            <a:extLst xmlns:a="http://schemas.openxmlformats.org/drawingml/2006/main">
              <a:ext uri="{FF2B5EF4-FFF2-40B4-BE49-F238E27FC236}">
                <a16:creationId xmlns:a16="http://schemas.microsoft.com/office/drawing/2014/main" id="{D1D0FE50-8582-41DF-81AF-B541861227C0}"/>
              </a:ext>
            </a:extLst>
          </p:cNvPr>
          <p:cNvSpPr>
            <a:spLocks xmlns:a="http://schemas.openxmlformats.org/drawingml/2006/main" noGrp="1"/>
          </p:cNvSpPr>
          <p:nvPr/>
        </p:nvSpPr>
        <p:spPr>
          <a:xfrm xmlns:a="http://schemas.openxmlformats.org/drawingml/2006/main">
            <a:off x="952500" y="6238875"/>
            <a:ext cx="28575000" cy="3714750"/>
          </a:xfrm>
          <a:prstGeom xmlns:a="http://schemas.openxmlformats.org/drawingml/2006/main" prst="rect">
            <a:avLst/>
          </a:prstGeom>
          <a:solidFill xmlns:a="http://schemas.openxmlformats.org/drawingml/2006/main">
            <a:srgbClr val="EEF3FA"/>
          </a:solidFill>
          <a:ln xmlns:a="http://schemas.openxmlformats.org/drawingml/2006/main" w="19050">
            <a:solidFill>
              <a:srgbClr val="DAE3F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98" name="">
            <a:extLst xmlns:a="http://schemas.openxmlformats.org/drawingml/2006/main">
              <a:ext uri="{FF2B5EF4-FFF2-40B4-BE49-F238E27FC236}">
                <a16:creationId xmlns:a16="http://schemas.microsoft.com/office/drawing/2014/main" id="{E170D96A-6F2E-4B5E-BEA2-1868E75F1240}"/>
              </a:ext>
            </a:extLst>
          </p:cNvPr>
          <p:cNvSpPr>
            <a:spLocks xmlns:a="http://schemas.openxmlformats.org/drawingml/2006/main" noGrp="1"/>
          </p:cNvSpPr>
          <p:nvPr/>
        </p:nvSpPr>
        <p:spPr>
          <a:xfrm xmlns:a="http://schemas.openxmlformats.org/drawingml/2006/main">
            <a:off x="952500" y="6238875"/>
            <a:ext cx="171450" cy="3714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99" name="">
            <a:extLst xmlns:a="http://schemas.openxmlformats.org/drawingml/2006/main">
              <a:ext uri="{FF2B5EF4-FFF2-40B4-BE49-F238E27FC236}">
                <a16:creationId xmlns:a16="http://schemas.microsoft.com/office/drawing/2014/main" id="{1FC2CF51-E131-405C-9B03-41B19F778605}"/>
              </a:ext>
            </a:extLst>
          </p:cNvPr>
          <p:cNvSpPr>
            <a:spLocks xmlns:a="http://schemas.openxmlformats.org/drawingml/2006/main" noGrp="1"/>
          </p:cNvSpPr>
          <p:nvPr/>
        </p:nvSpPr>
        <p:spPr>
          <a:xfrm xmlns:a="http://schemas.openxmlformats.org/drawingml/2006/main">
            <a:off x="1381125" y="6572250"/>
            <a:ext cx="4000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C91414"/>
                </a:solidFill>
                <a:latin typeface="Malgun Gothic"/>
                <a:ea typeface="Malgun Gothic"/>
                <a:cs typeface="Malgun Gothic"/>
              </a:defRPr>
            </a:pPr>
            <a:r>
              <a:rPr sz="2400" b="1">
                <a:solidFill>
                  <a:srgbClr val="FFFFFF"/>
                </a:solidFill>
                <a:latin typeface="Malgun Gothic"/>
                <a:ea typeface="Malgun Gothic"/>
                <a:cs typeface="Malgun Gothic"/>
              </a:rPr>
              <a:t>.</a:t>
            </a:r>
          </a:p>
        </p:txBody>
      </p:sp>
      <p:sp>
        <p:nvSpPr>
          <p:cNvPr id="200" name="">
            <a:extLst xmlns:a="http://schemas.openxmlformats.org/drawingml/2006/main">
              <a:ext uri="{FF2B5EF4-FFF2-40B4-BE49-F238E27FC236}">
                <a16:creationId xmlns:a16="http://schemas.microsoft.com/office/drawing/2014/main" id="{C92825CA-823B-401D-AEB4-77C07A0774CD}"/>
              </a:ext>
            </a:extLst>
          </p:cNvPr>
          <p:cNvSpPr>
            <a:spLocks xmlns:a="http://schemas.openxmlformats.org/drawingml/2006/main" noGrp="1"/>
          </p:cNvSpPr>
          <p:nvPr/>
        </p:nvSpPr>
        <p:spPr>
          <a:xfrm xmlns:a="http://schemas.openxmlformats.org/drawingml/2006/main">
            <a:off x="1381125" y="7143750"/>
            <a:ext cx="195262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2B2A55"/>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201" name="">
            <a:extLst xmlns:a="http://schemas.openxmlformats.org/drawingml/2006/main">
              <a:ext uri="{FF2B5EF4-FFF2-40B4-BE49-F238E27FC236}">
                <a16:creationId xmlns:a16="http://schemas.microsoft.com/office/drawing/2014/main" id="{99D1DAC9-CDD9-4806-AFE5-5E53FC070BBD}"/>
              </a:ext>
            </a:extLst>
          </p:cNvPr>
          <p:cNvSpPr>
            <a:spLocks xmlns:a="http://schemas.openxmlformats.org/drawingml/2006/main" noGrp="1"/>
          </p:cNvSpPr>
          <p:nvPr/>
        </p:nvSpPr>
        <p:spPr>
          <a:xfrm xmlns:a="http://schemas.openxmlformats.org/drawingml/2006/main">
            <a:off x="1381125" y="8715375"/>
            <a:ext cx="19526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4472C4"/>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02" name="">
            <a:extLst xmlns:a="http://schemas.openxmlformats.org/drawingml/2006/main">
              <a:ext uri="{FF2B5EF4-FFF2-40B4-BE49-F238E27FC236}">
                <a16:creationId xmlns:a16="http://schemas.microsoft.com/office/drawing/2014/main" id="{92092D94-8C01-4710-9E7A-4C981B8C5BB0}"/>
              </a:ext>
            </a:extLst>
          </p:cNvPr>
          <p:cNvSpPr>
            <a:spLocks xmlns:a="http://schemas.openxmlformats.org/drawingml/2006/main" noGrp="1"/>
          </p:cNvSpPr>
          <p:nvPr/>
        </p:nvSpPr>
        <p:spPr>
          <a:xfrm xmlns:a="http://schemas.openxmlformats.org/drawingml/2006/main">
            <a:off x="21574125" y="6934200"/>
            <a:ext cx="3333750" cy="6286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3" name="">
            <a:extLst xmlns:a="http://schemas.openxmlformats.org/drawingml/2006/main">
              <a:ext uri="{FF2B5EF4-FFF2-40B4-BE49-F238E27FC236}">
                <a16:creationId xmlns:a16="http://schemas.microsoft.com/office/drawing/2014/main" id="{40DF3383-2355-4BFF-924A-C38294011F88}"/>
              </a:ext>
            </a:extLst>
          </p:cNvPr>
          <p:cNvSpPr>
            <a:spLocks xmlns:a="http://schemas.openxmlformats.org/drawingml/2006/main" noGrp="1"/>
          </p:cNvSpPr>
          <p:nvPr/>
        </p:nvSpPr>
        <p:spPr>
          <a:xfrm xmlns:a="http://schemas.openxmlformats.org/drawingml/2006/main">
            <a:off x="2157412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204" name="">
            <a:extLst xmlns:a="http://schemas.openxmlformats.org/drawingml/2006/main">
              <a:ext uri="{FF2B5EF4-FFF2-40B4-BE49-F238E27FC236}">
                <a16:creationId xmlns:a16="http://schemas.microsoft.com/office/drawing/2014/main" id="{53141248-B7C1-4164-B2A2-30A4AF3D5AC2}"/>
              </a:ext>
            </a:extLst>
          </p:cNvPr>
          <p:cNvSpPr>
            <a:spLocks xmlns:a="http://schemas.openxmlformats.org/drawingml/2006/main" noGrp="1"/>
          </p:cNvSpPr>
          <p:nvPr/>
        </p:nvSpPr>
        <p:spPr>
          <a:xfrm xmlns:a="http://schemas.openxmlformats.org/drawingml/2006/main">
            <a:off x="25288875" y="6934200"/>
            <a:ext cx="3333750" cy="6286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5" name="">
            <a:extLst xmlns:a="http://schemas.openxmlformats.org/drawingml/2006/main">
              <a:ext uri="{FF2B5EF4-FFF2-40B4-BE49-F238E27FC236}">
                <a16:creationId xmlns:a16="http://schemas.microsoft.com/office/drawing/2014/main" id="{A52B173A-59FD-4E01-B986-2581DB190D1E}"/>
              </a:ext>
            </a:extLst>
          </p:cNvPr>
          <p:cNvSpPr>
            <a:spLocks xmlns:a="http://schemas.openxmlformats.org/drawingml/2006/main" noGrp="1"/>
          </p:cNvSpPr>
          <p:nvPr/>
        </p:nvSpPr>
        <p:spPr>
          <a:xfrm xmlns:a="http://schemas.openxmlformats.org/drawingml/2006/main">
            <a:off x="2528887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206" name="">
            <a:extLst xmlns:a="http://schemas.openxmlformats.org/drawingml/2006/main">
              <a:ext uri="{FF2B5EF4-FFF2-40B4-BE49-F238E27FC236}">
                <a16:creationId xmlns:a16="http://schemas.microsoft.com/office/drawing/2014/main" id="{784F9954-C240-4E73-93D1-CABF346B76EF}"/>
              </a:ext>
            </a:extLst>
          </p:cNvPr>
          <p:cNvSpPr>
            <a:spLocks xmlns:a="http://schemas.openxmlformats.org/drawingml/2006/main" noGrp="1"/>
          </p:cNvSpPr>
          <p:nvPr/>
        </p:nvSpPr>
        <p:spPr>
          <a:xfrm xmlns:a="http://schemas.openxmlformats.org/drawingml/2006/main">
            <a:off x="21574125" y="7839075"/>
            <a:ext cx="3333750" cy="6286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7" name="">
            <a:extLst xmlns:a="http://schemas.openxmlformats.org/drawingml/2006/main">
              <a:ext uri="{FF2B5EF4-FFF2-40B4-BE49-F238E27FC236}">
                <a16:creationId xmlns:a16="http://schemas.microsoft.com/office/drawing/2014/main" id="{92AC136B-1EFA-4BCC-9CE2-26179A3B15D2}"/>
              </a:ext>
            </a:extLst>
          </p:cNvPr>
          <p:cNvSpPr>
            <a:spLocks xmlns:a="http://schemas.openxmlformats.org/drawingml/2006/main" noGrp="1"/>
          </p:cNvSpPr>
          <p:nvPr/>
        </p:nvSpPr>
        <p:spPr>
          <a:xfrm xmlns:a="http://schemas.openxmlformats.org/drawingml/2006/main">
            <a:off x="2157412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208" name="">
            <a:extLst xmlns:a="http://schemas.openxmlformats.org/drawingml/2006/main">
              <a:ext uri="{FF2B5EF4-FFF2-40B4-BE49-F238E27FC236}">
                <a16:creationId xmlns:a16="http://schemas.microsoft.com/office/drawing/2014/main" id="{F33E7DB8-D3A2-40F4-A0A6-426FC36FB9C8}"/>
              </a:ext>
            </a:extLst>
          </p:cNvPr>
          <p:cNvSpPr>
            <a:spLocks xmlns:a="http://schemas.openxmlformats.org/drawingml/2006/main" noGrp="1"/>
          </p:cNvSpPr>
          <p:nvPr/>
        </p:nvSpPr>
        <p:spPr>
          <a:xfrm xmlns:a="http://schemas.openxmlformats.org/drawingml/2006/main">
            <a:off x="25288875" y="7839075"/>
            <a:ext cx="3333750" cy="6286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9" name="">
            <a:extLst xmlns:a="http://schemas.openxmlformats.org/drawingml/2006/main">
              <a:ext uri="{FF2B5EF4-FFF2-40B4-BE49-F238E27FC236}">
                <a16:creationId xmlns:a16="http://schemas.microsoft.com/office/drawing/2014/main" id="{14F985DB-7847-473E-B9C4-F5B253C4DB54}"/>
              </a:ext>
            </a:extLst>
          </p:cNvPr>
          <p:cNvSpPr>
            <a:spLocks xmlns:a="http://schemas.openxmlformats.org/drawingml/2006/main" noGrp="1"/>
          </p:cNvSpPr>
          <p:nvPr/>
        </p:nvSpPr>
        <p:spPr>
          <a:xfrm xmlns:a="http://schemas.openxmlformats.org/drawingml/2006/main">
            <a:off x="2528887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210" name="">
            <a:extLst xmlns:a="http://schemas.openxmlformats.org/drawingml/2006/main">
              <a:ext uri="{FF2B5EF4-FFF2-40B4-BE49-F238E27FC236}">
                <a16:creationId xmlns:a16="http://schemas.microsoft.com/office/drawing/2014/main" id="{D2671BCD-5A9E-48CF-A5F7-06D9727E22B9}"/>
              </a:ext>
            </a:extLst>
          </p:cNvPr>
          <p:cNvSpPr>
            <a:spLocks xmlns:a="http://schemas.openxmlformats.org/drawingml/2006/main" noGrp="1"/>
          </p:cNvSpPr>
          <p:nvPr/>
        </p:nvSpPr>
        <p:spPr>
          <a:xfrm xmlns:a="http://schemas.openxmlformats.org/drawingml/2006/main">
            <a:off x="952500" y="10715625"/>
            <a:ext cx="11430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550" b="1">
                <a:solidFill>
                  <a:srgbClr val="2B2A55"/>
                </a:solidFill>
                <a:latin typeface="Malgun Gothic"/>
                <a:ea typeface="Malgun Gothic"/>
                <a:cs typeface="Malgun Gothic"/>
              </a:defRPr>
            </a:pPr>
            <a:r>
              <a:rPr sz="2550" b="1">
                <a:solidFill>
                  <a:srgbClr val="FFFFFF"/>
                </a:solidFill>
                <a:latin typeface="Malgun Gothic"/>
                <a:ea typeface="Malgun Gothic"/>
                <a:cs typeface="Malgun Gothic"/>
              </a:rPr>
              <a:t>.</a:t>
            </a:r>
          </a:p>
        </p:txBody>
      </p:sp>
      <p:sp>
        <p:nvSpPr>
          <p:cNvPr id="211" name="">
            <a:extLst xmlns:a="http://schemas.openxmlformats.org/drawingml/2006/main">
              <a:ext uri="{FF2B5EF4-FFF2-40B4-BE49-F238E27FC236}">
                <a16:creationId xmlns:a16="http://schemas.microsoft.com/office/drawing/2014/main" id="{9ED6C9ED-1B95-4F4E-A77A-5DECB650334F}"/>
              </a:ext>
            </a:extLst>
          </p:cNvPr>
          <p:cNvSpPr>
            <a:spLocks xmlns:a="http://schemas.openxmlformats.org/drawingml/2006/main" noGrp="1"/>
          </p:cNvSpPr>
          <p:nvPr/>
        </p:nvSpPr>
        <p:spPr>
          <a:xfrm xmlns:a="http://schemas.openxmlformats.org/drawingml/2006/main">
            <a:off x="9525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2" name="">
            <a:extLst xmlns:a="http://schemas.openxmlformats.org/drawingml/2006/main">
              <a:ext uri="{FF2B5EF4-FFF2-40B4-BE49-F238E27FC236}">
                <a16:creationId xmlns:a16="http://schemas.microsoft.com/office/drawing/2014/main" id="{C2CE4C57-7208-4EA7-B31F-5AE997896DD7}"/>
              </a:ext>
            </a:extLst>
          </p:cNvPr>
          <p:cNvSpPr>
            <a:spLocks xmlns:a="http://schemas.openxmlformats.org/drawingml/2006/main" noGrp="1"/>
          </p:cNvSpPr>
          <p:nvPr/>
        </p:nvSpPr>
        <p:spPr>
          <a:xfrm xmlns:a="http://schemas.openxmlformats.org/drawingml/2006/main">
            <a:off x="952500" y="11382375"/>
            <a:ext cx="742950" cy="1809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3" name="">
            <a:extLst xmlns:a="http://schemas.openxmlformats.org/drawingml/2006/main">
              <a:ext uri="{FF2B5EF4-FFF2-40B4-BE49-F238E27FC236}">
                <a16:creationId xmlns:a16="http://schemas.microsoft.com/office/drawing/2014/main" id="{565F1ABD-92EB-4E96-B5C8-4818575FA4CF}"/>
              </a:ext>
            </a:extLst>
          </p:cNvPr>
          <p:cNvSpPr>
            <a:spLocks xmlns:a="http://schemas.openxmlformats.org/drawingml/2006/main" noGrp="1"/>
          </p:cNvSpPr>
          <p:nvPr/>
        </p:nvSpPr>
        <p:spPr>
          <a:xfrm xmlns:a="http://schemas.openxmlformats.org/drawingml/2006/main">
            <a:off x="9525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214" name="">
            <a:extLst xmlns:a="http://schemas.openxmlformats.org/drawingml/2006/main">
              <a:ext uri="{FF2B5EF4-FFF2-40B4-BE49-F238E27FC236}">
                <a16:creationId xmlns:a16="http://schemas.microsoft.com/office/drawing/2014/main" id="{0AD08C2F-89E4-474B-8C81-9FCD17CBA347}"/>
              </a:ext>
            </a:extLst>
          </p:cNvPr>
          <p:cNvSpPr>
            <a:spLocks xmlns:a="http://schemas.openxmlformats.org/drawingml/2006/main" noGrp="1"/>
          </p:cNvSpPr>
          <p:nvPr/>
        </p:nvSpPr>
        <p:spPr>
          <a:xfrm xmlns:a="http://schemas.openxmlformats.org/drawingml/2006/main">
            <a:off x="19050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Malgun Gothic"/>
                <a:ea typeface="Malgun Gothic"/>
                <a:cs typeface="Malgun Gothic"/>
              </a:defRPr>
            </a:pPr>
            <a:r>
              <a:rPr sz="2175" b="1">
                <a:solidFill>
                  <a:srgbClr val="FFFFFF"/>
                </a:solidFill>
                <a:latin typeface="Malgun Gothic"/>
                <a:ea typeface="Malgun Gothic"/>
                <a:cs typeface="Malgun Gothic"/>
              </a:rPr>
              <a:t>.</a:t>
            </a:r>
          </a:p>
        </p:txBody>
      </p:sp>
      <p:sp>
        <p:nvSpPr>
          <p:cNvPr id="215" name="">
            <a:extLst xmlns:a="http://schemas.openxmlformats.org/drawingml/2006/main">
              <a:ext uri="{FF2B5EF4-FFF2-40B4-BE49-F238E27FC236}">
                <a16:creationId xmlns:a16="http://schemas.microsoft.com/office/drawing/2014/main" id="{0CA33707-BF7D-4FCF-BB5D-4D8AF3E849FE}"/>
              </a:ext>
            </a:extLst>
          </p:cNvPr>
          <p:cNvSpPr>
            <a:spLocks xmlns:a="http://schemas.openxmlformats.org/drawingml/2006/main" noGrp="1"/>
          </p:cNvSpPr>
          <p:nvPr/>
        </p:nvSpPr>
        <p:spPr>
          <a:xfrm xmlns:a="http://schemas.openxmlformats.org/drawingml/2006/main">
            <a:off x="19050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4B4F73"/>
                </a:solidFill>
                <a:latin typeface="Malgun Gothic"/>
                <a:ea typeface="Malgun Gothic"/>
                <a:cs typeface="Malgun Gothic"/>
              </a:defRPr>
            </a:pPr>
            <a:r>
              <a:rPr sz="1500" b="0">
                <a:solidFill>
                  <a:srgbClr val="FFFFFF"/>
                </a:solidFill>
                <a:latin typeface="Malgun Gothic"/>
                <a:ea typeface="Malgun Gothic"/>
                <a:cs typeface="Malgun Gothic"/>
              </a:rPr>
              <a:t>.</a:t>
            </a:r>
          </a:p>
        </p:txBody>
      </p:sp>
      <p:sp>
        <p:nvSpPr>
          <p:cNvPr id="216" name="">
            <a:extLst xmlns:a="http://schemas.openxmlformats.org/drawingml/2006/main">
              <a:ext uri="{FF2B5EF4-FFF2-40B4-BE49-F238E27FC236}">
                <a16:creationId xmlns:a16="http://schemas.microsoft.com/office/drawing/2014/main" id="{40C96E1A-7F84-4091-906E-3C8107D35C0B}"/>
              </a:ext>
            </a:extLst>
          </p:cNvPr>
          <p:cNvSpPr>
            <a:spLocks xmlns:a="http://schemas.openxmlformats.org/drawingml/2006/main" noGrp="1"/>
          </p:cNvSpPr>
          <p:nvPr/>
        </p:nvSpPr>
        <p:spPr>
          <a:xfrm xmlns:a="http://schemas.openxmlformats.org/drawingml/2006/main">
            <a:off x="64198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7" name="">
            <a:extLst xmlns:a="http://schemas.openxmlformats.org/drawingml/2006/main">
              <a:ext uri="{FF2B5EF4-FFF2-40B4-BE49-F238E27FC236}">
                <a16:creationId xmlns:a16="http://schemas.microsoft.com/office/drawing/2014/main" id="{01DD60C0-99CA-4E6A-9942-39ACEC109B5B}"/>
              </a:ext>
            </a:extLst>
          </p:cNvPr>
          <p:cNvSpPr>
            <a:spLocks xmlns:a="http://schemas.openxmlformats.org/drawingml/2006/main" noGrp="1"/>
          </p:cNvSpPr>
          <p:nvPr/>
        </p:nvSpPr>
        <p:spPr>
          <a:xfrm xmlns:a="http://schemas.openxmlformats.org/drawingml/2006/main">
            <a:off x="67437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8" name="">
            <a:extLst xmlns:a="http://schemas.openxmlformats.org/drawingml/2006/main">
              <a:ext uri="{FF2B5EF4-FFF2-40B4-BE49-F238E27FC236}">
                <a16:creationId xmlns:a16="http://schemas.microsoft.com/office/drawing/2014/main" id="{B2C7ADCB-160C-41D2-8EC5-85A3620E0F0D}"/>
              </a:ext>
            </a:extLst>
          </p:cNvPr>
          <p:cNvSpPr>
            <a:spLocks xmlns:a="http://schemas.openxmlformats.org/drawingml/2006/main" noGrp="1"/>
          </p:cNvSpPr>
          <p:nvPr/>
        </p:nvSpPr>
        <p:spPr>
          <a:xfrm xmlns:a="http://schemas.openxmlformats.org/drawingml/2006/main">
            <a:off x="6743700" y="11382375"/>
            <a:ext cx="742950" cy="1809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9" name="">
            <a:extLst xmlns:a="http://schemas.openxmlformats.org/drawingml/2006/main">
              <a:ext uri="{FF2B5EF4-FFF2-40B4-BE49-F238E27FC236}">
                <a16:creationId xmlns:a16="http://schemas.microsoft.com/office/drawing/2014/main" id="{6C873D4F-9F4A-48E7-B4E4-14EC74A9ACBC}"/>
              </a:ext>
            </a:extLst>
          </p:cNvPr>
          <p:cNvSpPr>
            <a:spLocks xmlns:a="http://schemas.openxmlformats.org/drawingml/2006/main" noGrp="1"/>
          </p:cNvSpPr>
          <p:nvPr/>
        </p:nvSpPr>
        <p:spPr>
          <a:xfrm xmlns:a="http://schemas.openxmlformats.org/drawingml/2006/main">
            <a:off x="67437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220" name="">
            <a:extLst xmlns:a="http://schemas.openxmlformats.org/drawingml/2006/main">
              <a:ext uri="{FF2B5EF4-FFF2-40B4-BE49-F238E27FC236}">
                <a16:creationId xmlns:a16="http://schemas.microsoft.com/office/drawing/2014/main" id="{329B0CDE-683B-4C5F-9D51-A596C2464BD5}"/>
              </a:ext>
            </a:extLst>
          </p:cNvPr>
          <p:cNvSpPr>
            <a:spLocks xmlns:a="http://schemas.openxmlformats.org/drawingml/2006/main" noGrp="1"/>
          </p:cNvSpPr>
          <p:nvPr/>
        </p:nvSpPr>
        <p:spPr>
          <a:xfrm xmlns:a="http://schemas.openxmlformats.org/drawingml/2006/main">
            <a:off x="76962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Malgun Gothic"/>
                <a:ea typeface="Malgun Gothic"/>
                <a:cs typeface="Malgun Gothic"/>
              </a:defRPr>
            </a:pPr>
            <a:r>
              <a:rPr sz="2175" b="1">
                <a:solidFill>
                  <a:srgbClr val="FFFFFF"/>
                </a:solidFill>
                <a:latin typeface="Malgun Gothic"/>
                <a:ea typeface="Malgun Gothic"/>
                <a:cs typeface="Malgun Gothic"/>
              </a:rPr>
              <a:t>.</a:t>
            </a:r>
          </a:p>
        </p:txBody>
      </p:sp>
      <p:sp>
        <p:nvSpPr>
          <p:cNvPr id="221" name="">
            <a:extLst xmlns:a="http://schemas.openxmlformats.org/drawingml/2006/main">
              <a:ext uri="{FF2B5EF4-FFF2-40B4-BE49-F238E27FC236}">
                <a16:creationId xmlns:a16="http://schemas.microsoft.com/office/drawing/2014/main" id="{A07B75AA-6730-4BA9-9739-4ED0B22CC6C8}"/>
              </a:ext>
            </a:extLst>
          </p:cNvPr>
          <p:cNvSpPr>
            <a:spLocks xmlns:a="http://schemas.openxmlformats.org/drawingml/2006/main" noGrp="1"/>
          </p:cNvSpPr>
          <p:nvPr/>
        </p:nvSpPr>
        <p:spPr>
          <a:xfrm xmlns:a="http://schemas.openxmlformats.org/drawingml/2006/main">
            <a:off x="76962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4B4F73"/>
                </a:solidFill>
                <a:latin typeface="Malgun Gothic"/>
                <a:ea typeface="Malgun Gothic"/>
                <a:cs typeface="Malgun Gothic"/>
              </a:defRPr>
            </a:pPr>
            <a:r>
              <a:rPr sz="1500" b="0">
                <a:solidFill>
                  <a:srgbClr val="FFFFFF"/>
                </a:solidFill>
                <a:latin typeface="Malgun Gothic"/>
                <a:ea typeface="Malgun Gothic"/>
                <a:cs typeface="Malgun Gothic"/>
              </a:rPr>
              <a:t>.</a:t>
            </a:r>
          </a:p>
        </p:txBody>
      </p:sp>
      <p:sp>
        <p:nvSpPr>
          <p:cNvPr id="222" name="">
            <a:extLst xmlns:a="http://schemas.openxmlformats.org/drawingml/2006/main">
              <a:ext uri="{FF2B5EF4-FFF2-40B4-BE49-F238E27FC236}">
                <a16:creationId xmlns:a16="http://schemas.microsoft.com/office/drawing/2014/main" id="{61E70D98-3B34-4C08-A3E3-53FA72FDBF59}"/>
              </a:ext>
            </a:extLst>
          </p:cNvPr>
          <p:cNvSpPr>
            <a:spLocks xmlns:a="http://schemas.openxmlformats.org/drawingml/2006/main" noGrp="1"/>
          </p:cNvSpPr>
          <p:nvPr/>
        </p:nvSpPr>
        <p:spPr>
          <a:xfrm xmlns:a="http://schemas.openxmlformats.org/drawingml/2006/main">
            <a:off x="122110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3" name="">
            <a:extLst xmlns:a="http://schemas.openxmlformats.org/drawingml/2006/main">
              <a:ext uri="{FF2B5EF4-FFF2-40B4-BE49-F238E27FC236}">
                <a16:creationId xmlns:a16="http://schemas.microsoft.com/office/drawing/2014/main" id="{2D02441E-BA6B-42D6-BE65-41C50B5F5432}"/>
              </a:ext>
            </a:extLst>
          </p:cNvPr>
          <p:cNvSpPr>
            <a:spLocks xmlns:a="http://schemas.openxmlformats.org/drawingml/2006/main" noGrp="1"/>
          </p:cNvSpPr>
          <p:nvPr/>
        </p:nvSpPr>
        <p:spPr>
          <a:xfrm xmlns:a="http://schemas.openxmlformats.org/drawingml/2006/main">
            <a:off x="125349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4" name="">
            <a:extLst xmlns:a="http://schemas.openxmlformats.org/drawingml/2006/main">
              <a:ext uri="{FF2B5EF4-FFF2-40B4-BE49-F238E27FC236}">
                <a16:creationId xmlns:a16="http://schemas.microsoft.com/office/drawing/2014/main" id="{0E198193-6897-4204-89BA-472CDB56562B}"/>
              </a:ext>
            </a:extLst>
          </p:cNvPr>
          <p:cNvSpPr>
            <a:spLocks xmlns:a="http://schemas.openxmlformats.org/drawingml/2006/main" noGrp="1"/>
          </p:cNvSpPr>
          <p:nvPr/>
        </p:nvSpPr>
        <p:spPr>
          <a:xfrm xmlns:a="http://schemas.openxmlformats.org/drawingml/2006/main">
            <a:off x="12534900" y="11382375"/>
            <a:ext cx="742950" cy="18097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5" name="">
            <a:extLst xmlns:a="http://schemas.openxmlformats.org/drawingml/2006/main">
              <a:ext uri="{FF2B5EF4-FFF2-40B4-BE49-F238E27FC236}">
                <a16:creationId xmlns:a16="http://schemas.microsoft.com/office/drawing/2014/main" id="{EEAAA62E-77F6-4A03-B1E3-44CFB2A2A26C}"/>
              </a:ext>
            </a:extLst>
          </p:cNvPr>
          <p:cNvSpPr>
            <a:spLocks xmlns:a="http://schemas.openxmlformats.org/drawingml/2006/main" noGrp="1"/>
          </p:cNvSpPr>
          <p:nvPr/>
        </p:nvSpPr>
        <p:spPr>
          <a:xfrm xmlns:a="http://schemas.openxmlformats.org/drawingml/2006/main">
            <a:off x="125349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226" name="">
            <a:extLst xmlns:a="http://schemas.openxmlformats.org/drawingml/2006/main">
              <a:ext uri="{FF2B5EF4-FFF2-40B4-BE49-F238E27FC236}">
                <a16:creationId xmlns:a16="http://schemas.microsoft.com/office/drawing/2014/main" id="{AAB5EC80-4C03-45CD-ACB7-28BD302BE9CA}"/>
              </a:ext>
            </a:extLst>
          </p:cNvPr>
          <p:cNvSpPr>
            <a:spLocks xmlns:a="http://schemas.openxmlformats.org/drawingml/2006/main" noGrp="1"/>
          </p:cNvSpPr>
          <p:nvPr/>
        </p:nvSpPr>
        <p:spPr>
          <a:xfrm xmlns:a="http://schemas.openxmlformats.org/drawingml/2006/main">
            <a:off x="134874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Malgun Gothic"/>
                <a:ea typeface="Malgun Gothic"/>
                <a:cs typeface="Malgun Gothic"/>
              </a:defRPr>
            </a:pPr>
            <a:r>
              <a:rPr sz="2175" b="1">
                <a:solidFill>
                  <a:srgbClr val="FFFFFF"/>
                </a:solidFill>
                <a:latin typeface="Malgun Gothic"/>
                <a:ea typeface="Malgun Gothic"/>
                <a:cs typeface="Malgun Gothic"/>
              </a:rPr>
              <a:t>.</a:t>
            </a:r>
          </a:p>
        </p:txBody>
      </p:sp>
      <p:sp>
        <p:nvSpPr>
          <p:cNvPr id="227" name="">
            <a:extLst xmlns:a="http://schemas.openxmlformats.org/drawingml/2006/main">
              <a:ext uri="{FF2B5EF4-FFF2-40B4-BE49-F238E27FC236}">
                <a16:creationId xmlns:a16="http://schemas.microsoft.com/office/drawing/2014/main" id="{0607F2D8-C39B-4C1F-9C8A-8B78695B830C}"/>
              </a:ext>
            </a:extLst>
          </p:cNvPr>
          <p:cNvSpPr>
            <a:spLocks xmlns:a="http://schemas.openxmlformats.org/drawingml/2006/main" noGrp="1"/>
          </p:cNvSpPr>
          <p:nvPr/>
        </p:nvSpPr>
        <p:spPr>
          <a:xfrm xmlns:a="http://schemas.openxmlformats.org/drawingml/2006/main">
            <a:off x="134874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4B4F73"/>
                </a:solidFill>
                <a:latin typeface="Malgun Gothic"/>
                <a:ea typeface="Malgun Gothic"/>
                <a:cs typeface="Malgun Gothic"/>
              </a:defRPr>
            </a:pPr>
            <a:r>
              <a:rPr sz="1500" b="0">
                <a:solidFill>
                  <a:srgbClr val="FFFFFF"/>
                </a:solidFill>
                <a:latin typeface="Malgun Gothic"/>
                <a:ea typeface="Malgun Gothic"/>
                <a:cs typeface="Malgun Gothic"/>
              </a:rPr>
              <a:t>.</a:t>
            </a:r>
          </a:p>
        </p:txBody>
      </p:sp>
      <p:sp>
        <p:nvSpPr>
          <p:cNvPr id="228" name="">
            <a:extLst xmlns:a="http://schemas.openxmlformats.org/drawingml/2006/main">
              <a:ext uri="{FF2B5EF4-FFF2-40B4-BE49-F238E27FC236}">
                <a16:creationId xmlns:a16="http://schemas.microsoft.com/office/drawing/2014/main" id="{906BB870-678A-40BE-8D8F-EFBB818412DE}"/>
              </a:ext>
            </a:extLst>
          </p:cNvPr>
          <p:cNvSpPr>
            <a:spLocks xmlns:a="http://schemas.openxmlformats.org/drawingml/2006/main" noGrp="1"/>
          </p:cNvSpPr>
          <p:nvPr/>
        </p:nvSpPr>
        <p:spPr>
          <a:xfrm xmlns:a="http://schemas.openxmlformats.org/drawingml/2006/main">
            <a:off x="180022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9" name="">
            <a:extLst xmlns:a="http://schemas.openxmlformats.org/drawingml/2006/main">
              <a:ext uri="{FF2B5EF4-FFF2-40B4-BE49-F238E27FC236}">
                <a16:creationId xmlns:a16="http://schemas.microsoft.com/office/drawing/2014/main" id="{4D5B6E1D-2073-40CB-99FB-55A447D5AFF9}"/>
              </a:ext>
            </a:extLst>
          </p:cNvPr>
          <p:cNvSpPr>
            <a:spLocks xmlns:a="http://schemas.openxmlformats.org/drawingml/2006/main" noGrp="1"/>
          </p:cNvSpPr>
          <p:nvPr/>
        </p:nvSpPr>
        <p:spPr>
          <a:xfrm xmlns:a="http://schemas.openxmlformats.org/drawingml/2006/main">
            <a:off x="183261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0" name="">
            <a:extLst xmlns:a="http://schemas.openxmlformats.org/drawingml/2006/main">
              <a:ext uri="{FF2B5EF4-FFF2-40B4-BE49-F238E27FC236}">
                <a16:creationId xmlns:a16="http://schemas.microsoft.com/office/drawing/2014/main" id="{5C8DD7EC-3B73-4F18-B362-C1B18D02C325}"/>
              </a:ext>
            </a:extLst>
          </p:cNvPr>
          <p:cNvSpPr>
            <a:spLocks xmlns:a="http://schemas.openxmlformats.org/drawingml/2006/main" noGrp="1"/>
          </p:cNvSpPr>
          <p:nvPr/>
        </p:nvSpPr>
        <p:spPr>
          <a:xfrm xmlns:a="http://schemas.openxmlformats.org/drawingml/2006/main">
            <a:off x="18326100" y="11382375"/>
            <a:ext cx="742950" cy="1809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1" name="">
            <a:extLst xmlns:a="http://schemas.openxmlformats.org/drawingml/2006/main">
              <a:ext uri="{FF2B5EF4-FFF2-40B4-BE49-F238E27FC236}">
                <a16:creationId xmlns:a16="http://schemas.microsoft.com/office/drawing/2014/main" id="{3BB1FA9B-A4E1-4E26-9B16-81EBA127E090}"/>
              </a:ext>
            </a:extLst>
          </p:cNvPr>
          <p:cNvSpPr>
            <a:spLocks xmlns:a="http://schemas.openxmlformats.org/drawingml/2006/main" noGrp="1"/>
          </p:cNvSpPr>
          <p:nvPr/>
        </p:nvSpPr>
        <p:spPr>
          <a:xfrm xmlns:a="http://schemas.openxmlformats.org/drawingml/2006/main">
            <a:off x="183261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232" name="">
            <a:extLst xmlns:a="http://schemas.openxmlformats.org/drawingml/2006/main">
              <a:ext uri="{FF2B5EF4-FFF2-40B4-BE49-F238E27FC236}">
                <a16:creationId xmlns:a16="http://schemas.microsoft.com/office/drawing/2014/main" id="{A41D8EC3-AB63-4171-8BDA-66D5DF69B98D}"/>
              </a:ext>
            </a:extLst>
          </p:cNvPr>
          <p:cNvSpPr>
            <a:spLocks xmlns:a="http://schemas.openxmlformats.org/drawingml/2006/main" noGrp="1"/>
          </p:cNvSpPr>
          <p:nvPr/>
        </p:nvSpPr>
        <p:spPr>
          <a:xfrm xmlns:a="http://schemas.openxmlformats.org/drawingml/2006/main">
            <a:off x="192786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Malgun Gothic"/>
                <a:ea typeface="Malgun Gothic"/>
                <a:cs typeface="Malgun Gothic"/>
              </a:defRPr>
            </a:pPr>
            <a:r>
              <a:rPr sz="2175" b="1">
                <a:solidFill>
                  <a:srgbClr val="FFFFFF"/>
                </a:solidFill>
                <a:latin typeface="Malgun Gothic"/>
                <a:ea typeface="Malgun Gothic"/>
                <a:cs typeface="Malgun Gothic"/>
              </a:rPr>
              <a:t>.</a:t>
            </a:r>
          </a:p>
        </p:txBody>
      </p:sp>
      <p:sp>
        <p:nvSpPr>
          <p:cNvPr id="233" name="">
            <a:extLst xmlns:a="http://schemas.openxmlformats.org/drawingml/2006/main">
              <a:ext uri="{FF2B5EF4-FFF2-40B4-BE49-F238E27FC236}">
                <a16:creationId xmlns:a16="http://schemas.microsoft.com/office/drawing/2014/main" id="{11FCAF57-05C8-4DCE-B558-F23E4C42BE0D}"/>
              </a:ext>
            </a:extLst>
          </p:cNvPr>
          <p:cNvSpPr>
            <a:spLocks xmlns:a="http://schemas.openxmlformats.org/drawingml/2006/main" noGrp="1"/>
          </p:cNvSpPr>
          <p:nvPr/>
        </p:nvSpPr>
        <p:spPr>
          <a:xfrm xmlns:a="http://schemas.openxmlformats.org/drawingml/2006/main">
            <a:off x="192786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4B4F73"/>
                </a:solidFill>
                <a:latin typeface="Malgun Gothic"/>
                <a:ea typeface="Malgun Gothic"/>
                <a:cs typeface="Malgun Gothic"/>
              </a:defRPr>
            </a:pPr>
            <a:r>
              <a:rPr sz="1500" b="0">
                <a:solidFill>
                  <a:srgbClr val="FFFFFF"/>
                </a:solidFill>
                <a:latin typeface="Malgun Gothic"/>
                <a:ea typeface="Malgun Gothic"/>
                <a:cs typeface="Malgun Gothic"/>
              </a:rPr>
              <a:t>.</a:t>
            </a:r>
          </a:p>
        </p:txBody>
      </p:sp>
      <p:sp>
        <p:nvSpPr>
          <p:cNvPr id="234" name="">
            <a:extLst xmlns:a="http://schemas.openxmlformats.org/drawingml/2006/main">
              <a:ext uri="{FF2B5EF4-FFF2-40B4-BE49-F238E27FC236}">
                <a16:creationId xmlns:a16="http://schemas.microsoft.com/office/drawing/2014/main" id="{C5ECDFDE-9265-4BA0-A035-E882C010A0AF}"/>
              </a:ext>
            </a:extLst>
          </p:cNvPr>
          <p:cNvSpPr>
            <a:spLocks xmlns:a="http://schemas.openxmlformats.org/drawingml/2006/main" noGrp="1"/>
          </p:cNvSpPr>
          <p:nvPr/>
        </p:nvSpPr>
        <p:spPr>
          <a:xfrm xmlns:a="http://schemas.openxmlformats.org/drawingml/2006/main">
            <a:off x="237934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5" name="">
            <a:extLst xmlns:a="http://schemas.openxmlformats.org/drawingml/2006/main">
              <a:ext uri="{FF2B5EF4-FFF2-40B4-BE49-F238E27FC236}">
                <a16:creationId xmlns:a16="http://schemas.microsoft.com/office/drawing/2014/main" id="{3B2D38F3-5B0E-4BB2-A292-251918C07EAC}"/>
              </a:ext>
            </a:extLst>
          </p:cNvPr>
          <p:cNvSpPr>
            <a:spLocks xmlns:a="http://schemas.openxmlformats.org/drawingml/2006/main" noGrp="1"/>
          </p:cNvSpPr>
          <p:nvPr/>
        </p:nvSpPr>
        <p:spPr>
          <a:xfrm xmlns:a="http://schemas.openxmlformats.org/drawingml/2006/main">
            <a:off x="241173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6" name="">
            <a:extLst xmlns:a="http://schemas.openxmlformats.org/drawingml/2006/main">
              <a:ext uri="{FF2B5EF4-FFF2-40B4-BE49-F238E27FC236}">
                <a16:creationId xmlns:a16="http://schemas.microsoft.com/office/drawing/2014/main" id="{56F4F22B-785F-4F69-89DE-76C0FA16268E}"/>
              </a:ext>
            </a:extLst>
          </p:cNvPr>
          <p:cNvSpPr>
            <a:spLocks xmlns:a="http://schemas.openxmlformats.org/drawingml/2006/main" noGrp="1"/>
          </p:cNvSpPr>
          <p:nvPr/>
        </p:nvSpPr>
        <p:spPr>
          <a:xfrm xmlns:a="http://schemas.openxmlformats.org/drawingml/2006/main">
            <a:off x="24117300" y="11382375"/>
            <a:ext cx="742950" cy="18097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7" name="">
            <a:extLst xmlns:a="http://schemas.openxmlformats.org/drawingml/2006/main">
              <a:ext uri="{FF2B5EF4-FFF2-40B4-BE49-F238E27FC236}">
                <a16:creationId xmlns:a16="http://schemas.microsoft.com/office/drawing/2014/main" id="{8036856D-4D5F-4744-8DBD-D2E3DE3E26CB}"/>
              </a:ext>
            </a:extLst>
          </p:cNvPr>
          <p:cNvSpPr>
            <a:spLocks xmlns:a="http://schemas.openxmlformats.org/drawingml/2006/main" noGrp="1"/>
          </p:cNvSpPr>
          <p:nvPr/>
        </p:nvSpPr>
        <p:spPr>
          <a:xfrm xmlns:a="http://schemas.openxmlformats.org/drawingml/2006/main">
            <a:off x="241173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238" name="">
            <a:extLst xmlns:a="http://schemas.openxmlformats.org/drawingml/2006/main">
              <a:ext uri="{FF2B5EF4-FFF2-40B4-BE49-F238E27FC236}">
                <a16:creationId xmlns:a16="http://schemas.microsoft.com/office/drawing/2014/main" id="{482326E9-E10F-42FD-995F-2168FF553BCF}"/>
              </a:ext>
            </a:extLst>
          </p:cNvPr>
          <p:cNvSpPr>
            <a:spLocks xmlns:a="http://schemas.openxmlformats.org/drawingml/2006/main" noGrp="1"/>
          </p:cNvSpPr>
          <p:nvPr/>
        </p:nvSpPr>
        <p:spPr>
          <a:xfrm xmlns:a="http://schemas.openxmlformats.org/drawingml/2006/main">
            <a:off x="250698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Malgun Gothic"/>
                <a:ea typeface="Malgun Gothic"/>
                <a:cs typeface="Malgun Gothic"/>
              </a:defRPr>
            </a:pPr>
            <a:r>
              <a:rPr sz="2175" b="1">
                <a:solidFill>
                  <a:srgbClr val="FFFFFF"/>
                </a:solidFill>
                <a:latin typeface="Malgun Gothic"/>
                <a:ea typeface="Malgun Gothic"/>
                <a:cs typeface="Malgun Gothic"/>
              </a:rPr>
              <a:t>.</a:t>
            </a:r>
          </a:p>
        </p:txBody>
      </p:sp>
      <p:sp>
        <p:nvSpPr>
          <p:cNvPr id="239" name="">
            <a:extLst xmlns:a="http://schemas.openxmlformats.org/drawingml/2006/main">
              <a:ext uri="{FF2B5EF4-FFF2-40B4-BE49-F238E27FC236}">
                <a16:creationId xmlns:a16="http://schemas.microsoft.com/office/drawing/2014/main" id="{F926C1B9-DE2D-490C-A6B3-CA4295B8E305}"/>
              </a:ext>
            </a:extLst>
          </p:cNvPr>
          <p:cNvSpPr>
            <a:spLocks xmlns:a="http://schemas.openxmlformats.org/drawingml/2006/main" noGrp="1"/>
          </p:cNvSpPr>
          <p:nvPr/>
        </p:nvSpPr>
        <p:spPr>
          <a:xfrm xmlns:a="http://schemas.openxmlformats.org/drawingml/2006/main">
            <a:off x="250698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4B4F73"/>
                </a:solidFill>
                <a:latin typeface="Malgun Gothic"/>
                <a:ea typeface="Malgun Gothic"/>
                <a:cs typeface="Malgun Gothic"/>
              </a:defRPr>
            </a:pPr>
            <a:r>
              <a:rPr sz="1500" b="0">
                <a:solidFill>
                  <a:srgbClr val="FFFFFF"/>
                </a:solidFill>
                <a:latin typeface="Malgun Gothic"/>
                <a:ea typeface="Malgun Gothic"/>
                <a:cs typeface="Malgun Gothic"/>
              </a:rPr>
              <a:t>.</a:t>
            </a:r>
          </a:p>
        </p:txBody>
      </p:sp>
      <p:sp>
        <p:nvSpPr>
          <p:cNvPr id="240" name="">
            <a:extLst xmlns:a="http://schemas.openxmlformats.org/drawingml/2006/main">
              <a:ext uri="{FF2B5EF4-FFF2-40B4-BE49-F238E27FC236}">
                <a16:creationId xmlns:a16="http://schemas.microsoft.com/office/drawing/2014/main" id="{4F29AA0F-CE9E-4266-A983-3EAC0C8A21B6}"/>
              </a:ext>
            </a:extLst>
          </p:cNvPr>
          <p:cNvSpPr>
            <a:spLocks xmlns:a="http://schemas.openxmlformats.org/drawingml/2006/main" noGrp="1"/>
          </p:cNvSpPr>
          <p:nvPr/>
        </p:nvSpPr>
        <p:spPr>
          <a:xfrm xmlns:a="http://schemas.openxmlformats.org/drawingml/2006/main">
            <a:off x="7429500" y="13811250"/>
            <a:ext cx="7239000" cy="1381125"/>
          </a:xfrm>
          <a:prstGeom xmlns:a="http://schemas.openxmlformats.org/drawingml/2006/main" prst="rect">
            <a:avLst/>
          </a:prstGeom>
          <a:solidFill xmlns:a="http://schemas.openxmlformats.org/drawingml/2006/main">
            <a:srgbClr val="F3F7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1" name="">
            <a:extLst xmlns:a="http://schemas.openxmlformats.org/drawingml/2006/main">
              <a:ext uri="{FF2B5EF4-FFF2-40B4-BE49-F238E27FC236}">
                <a16:creationId xmlns:a16="http://schemas.microsoft.com/office/drawing/2014/main" id="{CEB15C4D-1C73-4759-A148-3EABA2025CF9}"/>
              </a:ext>
            </a:extLst>
          </p:cNvPr>
          <p:cNvSpPr>
            <a:spLocks xmlns:a="http://schemas.openxmlformats.org/drawingml/2006/main" noGrp="1"/>
          </p:cNvSpPr>
          <p:nvPr/>
        </p:nvSpPr>
        <p:spPr>
          <a:xfrm xmlns:a="http://schemas.openxmlformats.org/drawingml/2006/main">
            <a:off x="7429500" y="13811250"/>
            <a:ext cx="85725" cy="13811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2" name="">
            <a:extLst xmlns:a="http://schemas.openxmlformats.org/drawingml/2006/main">
              <a:ext uri="{FF2B5EF4-FFF2-40B4-BE49-F238E27FC236}">
                <a16:creationId xmlns:a16="http://schemas.microsoft.com/office/drawing/2014/main" id="{0EC8DDDC-0BB3-4886-871D-809F2E9FC708}"/>
              </a:ext>
            </a:extLst>
          </p:cNvPr>
          <p:cNvSpPr>
            <a:spLocks xmlns:a="http://schemas.openxmlformats.org/drawingml/2006/main" noGrp="1"/>
          </p:cNvSpPr>
          <p:nvPr/>
        </p:nvSpPr>
        <p:spPr>
          <a:xfrm xmlns:a="http://schemas.openxmlformats.org/drawingml/2006/main">
            <a:off x="769620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43" name="">
            <a:extLst xmlns:a="http://schemas.openxmlformats.org/drawingml/2006/main">
              <a:ext uri="{FF2B5EF4-FFF2-40B4-BE49-F238E27FC236}">
                <a16:creationId xmlns:a16="http://schemas.microsoft.com/office/drawing/2014/main" id="{6B686DEA-EF9D-4100-9560-19ADA98950E7}"/>
              </a:ext>
            </a:extLst>
          </p:cNvPr>
          <p:cNvSpPr>
            <a:spLocks xmlns:a="http://schemas.openxmlformats.org/drawingml/2006/main" noGrp="1"/>
          </p:cNvSpPr>
          <p:nvPr/>
        </p:nvSpPr>
        <p:spPr>
          <a:xfrm xmlns:a="http://schemas.openxmlformats.org/drawingml/2006/main">
            <a:off x="769620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44" name="">
            <a:extLst xmlns:a="http://schemas.openxmlformats.org/drawingml/2006/main">
              <a:ext uri="{FF2B5EF4-FFF2-40B4-BE49-F238E27FC236}">
                <a16:creationId xmlns:a16="http://schemas.microsoft.com/office/drawing/2014/main" id="{9FA14690-5CDA-4F89-A180-D2C4C8175FE5}"/>
              </a:ext>
            </a:extLst>
          </p:cNvPr>
          <p:cNvSpPr>
            <a:spLocks xmlns:a="http://schemas.openxmlformats.org/drawingml/2006/main" noGrp="1"/>
          </p:cNvSpPr>
          <p:nvPr/>
        </p:nvSpPr>
        <p:spPr>
          <a:xfrm xmlns:a="http://schemas.openxmlformats.org/drawingml/2006/main">
            <a:off x="16287750" y="13811250"/>
            <a:ext cx="7239000" cy="1381125"/>
          </a:xfrm>
          <a:prstGeom xmlns:a="http://schemas.openxmlformats.org/drawingml/2006/main" prst="rect">
            <a:avLst/>
          </a:prstGeom>
          <a:solidFill xmlns:a="http://schemas.openxmlformats.org/drawingml/2006/main">
            <a:srgbClr val="F5F2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5" name="">
            <a:extLst xmlns:a="http://schemas.openxmlformats.org/drawingml/2006/main">
              <a:ext uri="{FF2B5EF4-FFF2-40B4-BE49-F238E27FC236}">
                <a16:creationId xmlns:a16="http://schemas.microsoft.com/office/drawing/2014/main" id="{772494BE-E7A8-48D7-9040-8B9B4B6156C5}"/>
              </a:ext>
            </a:extLst>
          </p:cNvPr>
          <p:cNvSpPr>
            <a:spLocks xmlns:a="http://schemas.openxmlformats.org/drawingml/2006/main" noGrp="1"/>
          </p:cNvSpPr>
          <p:nvPr/>
        </p:nvSpPr>
        <p:spPr>
          <a:xfrm xmlns:a="http://schemas.openxmlformats.org/drawingml/2006/main">
            <a:off x="16287750" y="13811250"/>
            <a:ext cx="85725" cy="1381125"/>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6" name="">
            <a:extLst xmlns:a="http://schemas.openxmlformats.org/drawingml/2006/main">
              <a:ext uri="{FF2B5EF4-FFF2-40B4-BE49-F238E27FC236}">
                <a16:creationId xmlns:a16="http://schemas.microsoft.com/office/drawing/2014/main" id="{74C3B395-B117-49E3-BE8C-8A2D72EA1903}"/>
              </a:ext>
            </a:extLst>
          </p:cNvPr>
          <p:cNvSpPr>
            <a:spLocks xmlns:a="http://schemas.openxmlformats.org/drawingml/2006/main" noGrp="1"/>
          </p:cNvSpPr>
          <p:nvPr/>
        </p:nvSpPr>
        <p:spPr>
          <a:xfrm xmlns:a="http://schemas.openxmlformats.org/drawingml/2006/main">
            <a:off x="1655445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47" name="">
            <a:extLst xmlns:a="http://schemas.openxmlformats.org/drawingml/2006/main">
              <a:ext uri="{FF2B5EF4-FFF2-40B4-BE49-F238E27FC236}">
                <a16:creationId xmlns:a16="http://schemas.microsoft.com/office/drawing/2014/main" id="{3690A483-45EE-48DE-BA82-40823E1FC34A}"/>
              </a:ext>
            </a:extLst>
          </p:cNvPr>
          <p:cNvSpPr>
            <a:spLocks xmlns:a="http://schemas.openxmlformats.org/drawingml/2006/main" noGrp="1"/>
          </p:cNvSpPr>
          <p:nvPr/>
        </p:nvSpPr>
        <p:spPr>
          <a:xfrm xmlns:a="http://schemas.openxmlformats.org/drawingml/2006/main">
            <a:off x="1655445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48" name="">
            <a:extLst xmlns:a="http://schemas.openxmlformats.org/drawingml/2006/main">
              <a:ext uri="{FF2B5EF4-FFF2-40B4-BE49-F238E27FC236}">
                <a16:creationId xmlns:a16="http://schemas.microsoft.com/office/drawing/2014/main" id="{530133F7-B41B-4E61-9A70-D4E4A7961DF5}"/>
              </a:ext>
            </a:extLst>
          </p:cNvPr>
          <p:cNvSpPr>
            <a:spLocks xmlns:a="http://schemas.openxmlformats.org/drawingml/2006/main" noGrp="1"/>
          </p:cNvSpPr>
          <p:nvPr/>
        </p:nvSpPr>
        <p:spPr>
          <a:xfrm xmlns:a="http://schemas.openxmlformats.org/drawingml/2006/main">
            <a:off x="9525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9" name="">
            <a:extLst xmlns:a="http://schemas.openxmlformats.org/drawingml/2006/main">
              <a:ext uri="{FF2B5EF4-FFF2-40B4-BE49-F238E27FC236}">
                <a16:creationId xmlns:a16="http://schemas.microsoft.com/office/drawing/2014/main" id="{E2473B51-F38F-416C-881D-4F86A37B4A49}"/>
              </a:ext>
            </a:extLst>
          </p:cNvPr>
          <p:cNvSpPr>
            <a:spLocks xmlns:a="http://schemas.openxmlformats.org/drawingml/2006/main" noGrp="1"/>
          </p:cNvSpPr>
          <p:nvPr/>
        </p:nvSpPr>
        <p:spPr>
          <a:xfrm xmlns:a="http://schemas.openxmlformats.org/drawingml/2006/main">
            <a:off x="952500" y="16335375"/>
            <a:ext cx="114300" cy="8953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0" name="">
            <a:extLst xmlns:a="http://schemas.openxmlformats.org/drawingml/2006/main">
              <a:ext uri="{FF2B5EF4-FFF2-40B4-BE49-F238E27FC236}">
                <a16:creationId xmlns:a16="http://schemas.microsoft.com/office/drawing/2014/main" id="{5903448C-EB77-48A5-B932-44A34362DBAB}"/>
              </a:ext>
            </a:extLst>
          </p:cNvPr>
          <p:cNvSpPr>
            <a:spLocks xmlns:a="http://schemas.openxmlformats.org/drawingml/2006/main" noGrp="1"/>
          </p:cNvSpPr>
          <p:nvPr/>
        </p:nvSpPr>
        <p:spPr>
          <a:xfrm xmlns:a="http://schemas.openxmlformats.org/drawingml/2006/main">
            <a:off x="12763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75" b="1">
                <a:solidFill>
                  <a:srgbClr val="2B2A55"/>
                </a:solidFill>
                <a:latin typeface="Malgun Gothic"/>
                <a:ea typeface="Malgun Gothic"/>
                <a:cs typeface="Malgun Gothic"/>
              </a:defRPr>
            </a:pPr>
            <a:r>
              <a:rPr sz="2775" b="1">
                <a:solidFill>
                  <a:srgbClr val="FFFFFF"/>
                </a:solidFill>
                <a:latin typeface="Malgun Gothic"/>
                <a:ea typeface="Malgun Gothic"/>
                <a:cs typeface="Malgun Gothic"/>
              </a:rPr>
              <a:t>.</a:t>
            </a:r>
          </a:p>
        </p:txBody>
      </p:sp>
      <p:sp>
        <p:nvSpPr>
          <p:cNvPr id="251" name="">
            <a:extLst xmlns:a="http://schemas.openxmlformats.org/drawingml/2006/main">
              <a:ext uri="{FF2B5EF4-FFF2-40B4-BE49-F238E27FC236}">
                <a16:creationId xmlns:a16="http://schemas.microsoft.com/office/drawing/2014/main" id="{4AE4DCD5-9A5B-42F4-93FC-9FA6A6EFEE39}"/>
              </a:ext>
            </a:extLst>
          </p:cNvPr>
          <p:cNvSpPr>
            <a:spLocks xmlns:a="http://schemas.openxmlformats.org/drawingml/2006/main" noGrp="1"/>
          </p:cNvSpPr>
          <p:nvPr/>
        </p:nvSpPr>
        <p:spPr>
          <a:xfrm xmlns:a="http://schemas.openxmlformats.org/drawingml/2006/main">
            <a:off x="1428750" y="1724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2" name="">
            <a:extLst xmlns:a="http://schemas.openxmlformats.org/drawingml/2006/main">
              <a:ext uri="{FF2B5EF4-FFF2-40B4-BE49-F238E27FC236}">
                <a16:creationId xmlns:a16="http://schemas.microsoft.com/office/drawing/2014/main" id="{C00408A3-6AFF-444F-A9AD-F6C3EFE78C7C}"/>
              </a:ext>
            </a:extLst>
          </p:cNvPr>
          <p:cNvSpPr>
            <a:spLocks xmlns:a="http://schemas.openxmlformats.org/drawingml/2006/main" noGrp="1"/>
          </p:cNvSpPr>
          <p:nvPr/>
        </p:nvSpPr>
        <p:spPr>
          <a:xfrm xmlns:a="http://schemas.openxmlformats.org/drawingml/2006/main">
            <a:off x="1428750" y="17240250"/>
            <a:ext cx="85725" cy="157162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3" name="">
            <a:extLst xmlns:a="http://schemas.openxmlformats.org/drawingml/2006/main">
              <a:ext uri="{FF2B5EF4-FFF2-40B4-BE49-F238E27FC236}">
                <a16:creationId xmlns:a16="http://schemas.microsoft.com/office/drawing/2014/main" id="{53699063-AB04-4F92-98A7-D09F30748D6C}"/>
              </a:ext>
            </a:extLst>
          </p:cNvPr>
          <p:cNvSpPr>
            <a:spLocks xmlns:a="http://schemas.openxmlformats.org/drawingml/2006/main" noGrp="1"/>
          </p:cNvSpPr>
          <p:nvPr/>
        </p:nvSpPr>
        <p:spPr>
          <a:xfrm xmlns:a="http://schemas.openxmlformats.org/drawingml/2006/main">
            <a:off x="1695450" y="1743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54" name="">
            <a:extLst xmlns:a="http://schemas.openxmlformats.org/drawingml/2006/main">
              <a:ext uri="{FF2B5EF4-FFF2-40B4-BE49-F238E27FC236}">
                <a16:creationId xmlns:a16="http://schemas.microsoft.com/office/drawing/2014/main" id="{677BBCBC-8C18-4D2D-9E4D-2BB06989461E}"/>
              </a:ext>
            </a:extLst>
          </p:cNvPr>
          <p:cNvSpPr>
            <a:spLocks xmlns:a="http://schemas.openxmlformats.org/drawingml/2006/main" noGrp="1"/>
          </p:cNvSpPr>
          <p:nvPr/>
        </p:nvSpPr>
        <p:spPr>
          <a:xfrm xmlns:a="http://schemas.openxmlformats.org/drawingml/2006/main">
            <a:off x="1695450" y="1788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55" name="">
            <a:extLst xmlns:a="http://schemas.openxmlformats.org/drawingml/2006/main">
              <a:ext uri="{FF2B5EF4-FFF2-40B4-BE49-F238E27FC236}">
                <a16:creationId xmlns:a16="http://schemas.microsoft.com/office/drawing/2014/main" id="{9BF05B41-28FD-4E06-8446-D461CA73EF1D}"/>
              </a:ext>
            </a:extLst>
          </p:cNvPr>
          <p:cNvSpPr>
            <a:spLocks xmlns:a="http://schemas.openxmlformats.org/drawingml/2006/main" noGrp="1"/>
          </p:cNvSpPr>
          <p:nvPr/>
        </p:nvSpPr>
        <p:spPr>
          <a:xfrm xmlns:a="http://schemas.openxmlformats.org/drawingml/2006/main">
            <a:off x="1428750" y="1914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6" name="">
            <a:extLst xmlns:a="http://schemas.openxmlformats.org/drawingml/2006/main">
              <a:ext uri="{FF2B5EF4-FFF2-40B4-BE49-F238E27FC236}">
                <a16:creationId xmlns:a16="http://schemas.microsoft.com/office/drawing/2014/main" id="{FEE9176C-0F9A-4F77-8F8F-DB1FE8AA8C53}"/>
              </a:ext>
            </a:extLst>
          </p:cNvPr>
          <p:cNvSpPr>
            <a:spLocks xmlns:a="http://schemas.openxmlformats.org/drawingml/2006/main" noGrp="1"/>
          </p:cNvSpPr>
          <p:nvPr/>
        </p:nvSpPr>
        <p:spPr>
          <a:xfrm xmlns:a="http://schemas.openxmlformats.org/drawingml/2006/main">
            <a:off x="1428750" y="19145250"/>
            <a:ext cx="85725" cy="15716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7" name="">
            <a:extLst xmlns:a="http://schemas.openxmlformats.org/drawingml/2006/main">
              <a:ext uri="{FF2B5EF4-FFF2-40B4-BE49-F238E27FC236}">
                <a16:creationId xmlns:a16="http://schemas.microsoft.com/office/drawing/2014/main" id="{D65F24FB-8DE1-49B0-A118-B9E1289865D8}"/>
              </a:ext>
            </a:extLst>
          </p:cNvPr>
          <p:cNvSpPr>
            <a:spLocks xmlns:a="http://schemas.openxmlformats.org/drawingml/2006/main" noGrp="1"/>
          </p:cNvSpPr>
          <p:nvPr/>
        </p:nvSpPr>
        <p:spPr>
          <a:xfrm xmlns:a="http://schemas.openxmlformats.org/drawingml/2006/main">
            <a:off x="1695450" y="1933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58" name="">
            <a:extLst xmlns:a="http://schemas.openxmlformats.org/drawingml/2006/main">
              <a:ext uri="{FF2B5EF4-FFF2-40B4-BE49-F238E27FC236}">
                <a16:creationId xmlns:a16="http://schemas.microsoft.com/office/drawing/2014/main" id="{5E605932-FC8B-4001-9621-0DBC80D40D3A}"/>
              </a:ext>
            </a:extLst>
          </p:cNvPr>
          <p:cNvSpPr>
            <a:spLocks xmlns:a="http://schemas.openxmlformats.org/drawingml/2006/main" noGrp="1"/>
          </p:cNvSpPr>
          <p:nvPr/>
        </p:nvSpPr>
        <p:spPr>
          <a:xfrm xmlns:a="http://schemas.openxmlformats.org/drawingml/2006/main">
            <a:off x="1695450" y="1979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59" name="">
            <a:extLst xmlns:a="http://schemas.openxmlformats.org/drawingml/2006/main">
              <a:ext uri="{FF2B5EF4-FFF2-40B4-BE49-F238E27FC236}">
                <a16:creationId xmlns:a16="http://schemas.microsoft.com/office/drawing/2014/main" id="{05A8A879-A0A8-4C58-B0AA-DC0DC276E2D4}"/>
              </a:ext>
            </a:extLst>
          </p:cNvPr>
          <p:cNvSpPr>
            <a:spLocks xmlns:a="http://schemas.openxmlformats.org/drawingml/2006/main" noGrp="1"/>
          </p:cNvSpPr>
          <p:nvPr/>
        </p:nvSpPr>
        <p:spPr>
          <a:xfrm xmlns:a="http://schemas.openxmlformats.org/drawingml/2006/main">
            <a:off x="1428750" y="2105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0" name="">
            <a:extLst xmlns:a="http://schemas.openxmlformats.org/drawingml/2006/main">
              <a:ext uri="{FF2B5EF4-FFF2-40B4-BE49-F238E27FC236}">
                <a16:creationId xmlns:a16="http://schemas.microsoft.com/office/drawing/2014/main" id="{1C3F17EC-1F67-4732-82C8-187F9157EAE1}"/>
              </a:ext>
            </a:extLst>
          </p:cNvPr>
          <p:cNvSpPr>
            <a:spLocks xmlns:a="http://schemas.openxmlformats.org/drawingml/2006/main" noGrp="1"/>
          </p:cNvSpPr>
          <p:nvPr/>
        </p:nvSpPr>
        <p:spPr>
          <a:xfrm xmlns:a="http://schemas.openxmlformats.org/drawingml/2006/main">
            <a:off x="1428750" y="21050250"/>
            <a:ext cx="85725" cy="157162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1" name="">
            <a:extLst xmlns:a="http://schemas.openxmlformats.org/drawingml/2006/main">
              <a:ext uri="{FF2B5EF4-FFF2-40B4-BE49-F238E27FC236}">
                <a16:creationId xmlns:a16="http://schemas.microsoft.com/office/drawing/2014/main" id="{0F986365-062E-44B4-8DF5-9117C5C61156}"/>
              </a:ext>
            </a:extLst>
          </p:cNvPr>
          <p:cNvSpPr>
            <a:spLocks xmlns:a="http://schemas.openxmlformats.org/drawingml/2006/main" noGrp="1"/>
          </p:cNvSpPr>
          <p:nvPr/>
        </p:nvSpPr>
        <p:spPr>
          <a:xfrm xmlns:a="http://schemas.openxmlformats.org/drawingml/2006/main">
            <a:off x="1695450" y="2124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62" name="">
            <a:extLst xmlns:a="http://schemas.openxmlformats.org/drawingml/2006/main">
              <a:ext uri="{FF2B5EF4-FFF2-40B4-BE49-F238E27FC236}">
                <a16:creationId xmlns:a16="http://schemas.microsoft.com/office/drawing/2014/main" id="{7945C3EB-3BFA-49C5-95CB-31F97223E94F}"/>
              </a:ext>
            </a:extLst>
          </p:cNvPr>
          <p:cNvSpPr>
            <a:spLocks xmlns:a="http://schemas.openxmlformats.org/drawingml/2006/main" noGrp="1"/>
          </p:cNvSpPr>
          <p:nvPr/>
        </p:nvSpPr>
        <p:spPr>
          <a:xfrm xmlns:a="http://schemas.openxmlformats.org/drawingml/2006/main">
            <a:off x="1695450" y="2169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63" name="">
            <a:extLst xmlns:a="http://schemas.openxmlformats.org/drawingml/2006/main">
              <a:ext uri="{FF2B5EF4-FFF2-40B4-BE49-F238E27FC236}">
                <a16:creationId xmlns:a16="http://schemas.microsoft.com/office/drawing/2014/main" id="{2339B17C-D049-4CCA-AC07-F10ED00AD6AA}"/>
              </a:ext>
            </a:extLst>
          </p:cNvPr>
          <p:cNvSpPr>
            <a:spLocks xmlns:a="http://schemas.openxmlformats.org/drawingml/2006/main" noGrp="1"/>
          </p:cNvSpPr>
          <p:nvPr/>
        </p:nvSpPr>
        <p:spPr>
          <a:xfrm xmlns:a="http://schemas.openxmlformats.org/drawingml/2006/main">
            <a:off x="1428750" y="2295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4" name="">
            <a:extLst xmlns:a="http://schemas.openxmlformats.org/drawingml/2006/main">
              <a:ext uri="{FF2B5EF4-FFF2-40B4-BE49-F238E27FC236}">
                <a16:creationId xmlns:a16="http://schemas.microsoft.com/office/drawing/2014/main" id="{F12FC7F2-B49E-4779-8121-E6554D186815}"/>
              </a:ext>
            </a:extLst>
          </p:cNvPr>
          <p:cNvSpPr>
            <a:spLocks xmlns:a="http://schemas.openxmlformats.org/drawingml/2006/main" noGrp="1"/>
          </p:cNvSpPr>
          <p:nvPr/>
        </p:nvSpPr>
        <p:spPr>
          <a:xfrm xmlns:a="http://schemas.openxmlformats.org/drawingml/2006/main">
            <a:off x="1428750" y="22955250"/>
            <a:ext cx="85725" cy="1571625"/>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5" name="">
            <a:extLst xmlns:a="http://schemas.openxmlformats.org/drawingml/2006/main">
              <a:ext uri="{FF2B5EF4-FFF2-40B4-BE49-F238E27FC236}">
                <a16:creationId xmlns:a16="http://schemas.microsoft.com/office/drawing/2014/main" id="{DAE39928-3197-4995-9732-651730F03304}"/>
              </a:ext>
            </a:extLst>
          </p:cNvPr>
          <p:cNvSpPr>
            <a:spLocks xmlns:a="http://schemas.openxmlformats.org/drawingml/2006/main" noGrp="1"/>
          </p:cNvSpPr>
          <p:nvPr/>
        </p:nvSpPr>
        <p:spPr>
          <a:xfrm xmlns:a="http://schemas.openxmlformats.org/drawingml/2006/main">
            <a:off x="1695450" y="2314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66" name="">
            <a:extLst xmlns:a="http://schemas.openxmlformats.org/drawingml/2006/main">
              <a:ext uri="{FF2B5EF4-FFF2-40B4-BE49-F238E27FC236}">
                <a16:creationId xmlns:a16="http://schemas.microsoft.com/office/drawing/2014/main" id="{89553641-41BF-4A32-9E44-FB4566CE3BB4}"/>
              </a:ext>
            </a:extLst>
          </p:cNvPr>
          <p:cNvSpPr>
            <a:spLocks xmlns:a="http://schemas.openxmlformats.org/drawingml/2006/main" noGrp="1"/>
          </p:cNvSpPr>
          <p:nvPr/>
        </p:nvSpPr>
        <p:spPr>
          <a:xfrm xmlns:a="http://schemas.openxmlformats.org/drawingml/2006/main">
            <a:off x="1695450" y="2360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67" name="">
            <a:extLst xmlns:a="http://schemas.openxmlformats.org/drawingml/2006/main">
              <a:ext uri="{FF2B5EF4-FFF2-40B4-BE49-F238E27FC236}">
                <a16:creationId xmlns:a16="http://schemas.microsoft.com/office/drawing/2014/main" id="{3E0A66FB-74AC-44EA-8D5E-EF66B586B9D0}"/>
              </a:ext>
            </a:extLst>
          </p:cNvPr>
          <p:cNvSpPr>
            <a:spLocks xmlns:a="http://schemas.openxmlformats.org/drawingml/2006/main" noGrp="1"/>
          </p:cNvSpPr>
          <p:nvPr/>
        </p:nvSpPr>
        <p:spPr>
          <a:xfrm xmlns:a="http://schemas.openxmlformats.org/drawingml/2006/main">
            <a:off x="156210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8" name="">
            <a:extLst xmlns:a="http://schemas.openxmlformats.org/drawingml/2006/main">
              <a:ext uri="{FF2B5EF4-FFF2-40B4-BE49-F238E27FC236}">
                <a16:creationId xmlns:a16="http://schemas.microsoft.com/office/drawing/2014/main" id="{4ACF441B-D94D-462E-A6BE-27E4DB50863C}"/>
              </a:ext>
            </a:extLst>
          </p:cNvPr>
          <p:cNvSpPr>
            <a:spLocks xmlns:a="http://schemas.openxmlformats.org/drawingml/2006/main" noGrp="1"/>
          </p:cNvSpPr>
          <p:nvPr/>
        </p:nvSpPr>
        <p:spPr>
          <a:xfrm xmlns:a="http://schemas.openxmlformats.org/drawingml/2006/main">
            <a:off x="15621000" y="16335375"/>
            <a:ext cx="114300" cy="89535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9" name="">
            <a:extLst xmlns:a="http://schemas.openxmlformats.org/drawingml/2006/main">
              <a:ext uri="{FF2B5EF4-FFF2-40B4-BE49-F238E27FC236}">
                <a16:creationId xmlns:a16="http://schemas.microsoft.com/office/drawing/2014/main" id="{CDE1D99F-4788-4727-8FFD-4E0C435C6D05}"/>
              </a:ext>
            </a:extLst>
          </p:cNvPr>
          <p:cNvSpPr>
            <a:spLocks xmlns:a="http://schemas.openxmlformats.org/drawingml/2006/main" noGrp="1"/>
          </p:cNvSpPr>
          <p:nvPr/>
        </p:nvSpPr>
        <p:spPr>
          <a:xfrm xmlns:a="http://schemas.openxmlformats.org/drawingml/2006/main">
            <a:off x="159448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75" b="1">
                <a:solidFill>
                  <a:srgbClr val="2B2A55"/>
                </a:solidFill>
                <a:latin typeface="Malgun Gothic"/>
                <a:ea typeface="Malgun Gothic"/>
                <a:cs typeface="Malgun Gothic"/>
              </a:defRPr>
            </a:pPr>
            <a:r>
              <a:rPr sz="2775" b="1">
                <a:solidFill>
                  <a:srgbClr val="FFFFFF"/>
                </a:solidFill>
                <a:latin typeface="Malgun Gothic"/>
                <a:ea typeface="Malgun Gothic"/>
                <a:cs typeface="Malgun Gothic"/>
              </a:rPr>
              <a:t>.</a:t>
            </a:r>
          </a:p>
        </p:txBody>
      </p:sp>
      <p:sp>
        <p:nvSpPr>
          <p:cNvPr id="270" name="">
            <a:extLst xmlns:a="http://schemas.openxmlformats.org/drawingml/2006/main">
              <a:ext uri="{FF2B5EF4-FFF2-40B4-BE49-F238E27FC236}">
                <a16:creationId xmlns:a16="http://schemas.microsoft.com/office/drawing/2014/main" id="{81EEED92-0B22-43AB-BF67-97572C1F8674}"/>
              </a:ext>
            </a:extLst>
          </p:cNvPr>
          <p:cNvSpPr>
            <a:spLocks xmlns:a="http://schemas.openxmlformats.org/drawingml/2006/main" noGrp="1"/>
          </p:cNvSpPr>
          <p:nvPr/>
        </p:nvSpPr>
        <p:spPr>
          <a:xfrm xmlns:a="http://schemas.openxmlformats.org/drawingml/2006/main">
            <a:off x="16097250" y="17240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1" name="">
            <a:extLst xmlns:a="http://schemas.openxmlformats.org/drawingml/2006/main">
              <a:ext uri="{FF2B5EF4-FFF2-40B4-BE49-F238E27FC236}">
                <a16:creationId xmlns:a16="http://schemas.microsoft.com/office/drawing/2014/main" id="{F9720AE2-D087-40C4-BBD0-AEFD69A5670F}"/>
              </a:ext>
            </a:extLst>
          </p:cNvPr>
          <p:cNvSpPr>
            <a:spLocks xmlns:a="http://schemas.openxmlformats.org/drawingml/2006/main" noGrp="1"/>
          </p:cNvSpPr>
          <p:nvPr/>
        </p:nvSpPr>
        <p:spPr>
          <a:xfrm xmlns:a="http://schemas.openxmlformats.org/drawingml/2006/main">
            <a:off x="16097250" y="17240250"/>
            <a:ext cx="85725" cy="3048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2" name="">
            <a:extLst xmlns:a="http://schemas.openxmlformats.org/drawingml/2006/main">
              <a:ext uri="{FF2B5EF4-FFF2-40B4-BE49-F238E27FC236}">
                <a16:creationId xmlns:a16="http://schemas.microsoft.com/office/drawing/2014/main" id="{EBF9A563-3A9E-4139-8065-3E91164F7470}"/>
              </a:ext>
            </a:extLst>
          </p:cNvPr>
          <p:cNvSpPr>
            <a:spLocks xmlns:a="http://schemas.openxmlformats.org/drawingml/2006/main" noGrp="1"/>
          </p:cNvSpPr>
          <p:nvPr/>
        </p:nvSpPr>
        <p:spPr>
          <a:xfrm xmlns:a="http://schemas.openxmlformats.org/drawingml/2006/main">
            <a:off x="163639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73" name="">
            <a:extLst xmlns:a="http://schemas.openxmlformats.org/drawingml/2006/main">
              <a:ext uri="{FF2B5EF4-FFF2-40B4-BE49-F238E27FC236}">
                <a16:creationId xmlns:a16="http://schemas.microsoft.com/office/drawing/2014/main" id="{BC397084-C0DB-40DC-B967-31F6D1187BFF}"/>
              </a:ext>
            </a:extLst>
          </p:cNvPr>
          <p:cNvSpPr>
            <a:spLocks xmlns:a="http://schemas.openxmlformats.org/drawingml/2006/main" noGrp="1"/>
          </p:cNvSpPr>
          <p:nvPr/>
        </p:nvSpPr>
        <p:spPr>
          <a:xfrm xmlns:a="http://schemas.openxmlformats.org/drawingml/2006/main">
            <a:off x="163639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74" name="">
            <a:extLst xmlns:a="http://schemas.openxmlformats.org/drawingml/2006/main">
              <a:ext uri="{FF2B5EF4-FFF2-40B4-BE49-F238E27FC236}">
                <a16:creationId xmlns:a16="http://schemas.microsoft.com/office/drawing/2014/main" id="{568BA9B2-02B4-4614-8C9F-4AF34CC20358}"/>
              </a:ext>
            </a:extLst>
          </p:cNvPr>
          <p:cNvSpPr>
            <a:spLocks xmlns:a="http://schemas.openxmlformats.org/drawingml/2006/main" noGrp="1"/>
          </p:cNvSpPr>
          <p:nvPr/>
        </p:nvSpPr>
        <p:spPr>
          <a:xfrm xmlns:a="http://schemas.openxmlformats.org/drawingml/2006/main">
            <a:off x="22764750" y="17240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5" name="">
            <a:extLst xmlns:a="http://schemas.openxmlformats.org/drawingml/2006/main">
              <a:ext uri="{FF2B5EF4-FFF2-40B4-BE49-F238E27FC236}">
                <a16:creationId xmlns:a16="http://schemas.microsoft.com/office/drawing/2014/main" id="{4F012CC6-9142-4AF9-92A2-C37C4F6FD541}"/>
              </a:ext>
            </a:extLst>
          </p:cNvPr>
          <p:cNvSpPr>
            <a:spLocks xmlns:a="http://schemas.openxmlformats.org/drawingml/2006/main" noGrp="1"/>
          </p:cNvSpPr>
          <p:nvPr/>
        </p:nvSpPr>
        <p:spPr>
          <a:xfrm xmlns:a="http://schemas.openxmlformats.org/drawingml/2006/main">
            <a:off x="22764750" y="17240250"/>
            <a:ext cx="85725" cy="30480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6" name="">
            <a:extLst xmlns:a="http://schemas.openxmlformats.org/drawingml/2006/main">
              <a:ext uri="{FF2B5EF4-FFF2-40B4-BE49-F238E27FC236}">
                <a16:creationId xmlns:a16="http://schemas.microsoft.com/office/drawing/2014/main" id="{84441891-9657-41B5-AF83-DE0B2AD35522}"/>
              </a:ext>
            </a:extLst>
          </p:cNvPr>
          <p:cNvSpPr>
            <a:spLocks xmlns:a="http://schemas.openxmlformats.org/drawingml/2006/main" noGrp="1"/>
          </p:cNvSpPr>
          <p:nvPr/>
        </p:nvSpPr>
        <p:spPr>
          <a:xfrm xmlns:a="http://schemas.openxmlformats.org/drawingml/2006/main">
            <a:off x="230314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77" name="">
            <a:extLst xmlns:a="http://schemas.openxmlformats.org/drawingml/2006/main">
              <a:ext uri="{FF2B5EF4-FFF2-40B4-BE49-F238E27FC236}">
                <a16:creationId xmlns:a16="http://schemas.microsoft.com/office/drawing/2014/main" id="{56BED57F-1227-4AAE-BC58-9EE458F551BF}"/>
              </a:ext>
            </a:extLst>
          </p:cNvPr>
          <p:cNvSpPr>
            <a:spLocks xmlns:a="http://schemas.openxmlformats.org/drawingml/2006/main" noGrp="1"/>
          </p:cNvSpPr>
          <p:nvPr/>
        </p:nvSpPr>
        <p:spPr>
          <a:xfrm xmlns:a="http://schemas.openxmlformats.org/drawingml/2006/main">
            <a:off x="230314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78" name="">
            <a:extLst xmlns:a="http://schemas.openxmlformats.org/drawingml/2006/main">
              <a:ext uri="{FF2B5EF4-FFF2-40B4-BE49-F238E27FC236}">
                <a16:creationId xmlns:a16="http://schemas.microsoft.com/office/drawing/2014/main" id="{F5DCB976-53D6-43D0-84C1-6DBD4AC17D7E}"/>
              </a:ext>
            </a:extLst>
          </p:cNvPr>
          <p:cNvSpPr>
            <a:spLocks xmlns:a="http://schemas.openxmlformats.org/drawingml/2006/main" noGrp="1"/>
          </p:cNvSpPr>
          <p:nvPr/>
        </p:nvSpPr>
        <p:spPr>
          <a:xfrm xmlns:a="http://schemas.openxmlformats.org/drawingml/2006/main">
            <a:off x="16097250" y="20669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9" name="">
            <a:extLst xmlns:a="http://schemas.openxmlformats.org/drawingml/2006/main">
              <a:ext uri="{FF2B5EF4-FFF2-40B4-BE49-F238E27FC236}">
                <a16:creationId xmlns:a16="http://schemas.microsoft.com/office/drawing/2014/main" id="{FE14EACA-19A5-40CC-BE9F-5BF5119C684C}"/>
              </a:ext>
            </a:extLst>
          </p:cNvPr>
          <p:cNvSpPr>
            <a:spLocks xmlns:a="http://schemas.openxmlformats.org/drawingml/2006/main" noGrp="1"/>
          </p:cNvSpPr>
          <p:nvPr/>
        </p:nvSpPr>
        <p:spPr>
          <a:xfrm xmlns:a="http://schemas.openxmlformats.org/drawingml/2006/main">
            <a:off x="16097250" y="20669250"/>
            <a:ext cx="85725" cy="30480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0" name="">
            <a:extLst xmlns:a="http://schemas.openxmlformats.org/drawingml/2006/main">
              <a:ext uri="{FF2B5EF4-FFF2-40B4-BE49-F238E27FC236}">
                <a16:creationId xmlns:a16="http://schemas.microsoft.com/office/drawing/2014/main" id="{60CA186E-75CE-450E-B63B-9712816F7509}"/>
              </a:ext>
            </a:extLst>
          </p:cNvPr>
          <p:cNvSpPr>
            <a:spLocks xmlns:a="http://schemas.openxmlformats.org/drawingml/2006/main" noGrp="1"/>
          </p:cNvSpPr>
          <p:nvPr/>
        </p:nvSpPr>
        <p:spPr>
          <a:xfrm xmlns:a="http://schemas.openxmlformats.org/drawingml/2006/main">
            <a:off x="163639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81" name="">
            <a:extLst xmlns:a="http://schemas.openxmlformats.org/drawingml/2006/main">
              <a:ext uri="{FF2B5EF4-FFF2-40B4-BE49-F238E27FC236}">
                <a16:creationId xmlns:a16="http://schemas.microsoft.com/office/drawing/2014/main" id="{25DDD756-5485-4438-9DAC-672EC300BB3C}"/>
              </a:ext>
            </a:extLst>
          </p:cNvPr>
          <p:cNvSpPr>
            <a:spLocks xmlns:a="http://schemas.openxmlformats.org/drawingml/2006/main" noGrp="1"/>
          </p:cNvSpPr>
          <p:nvPr/>
        </p:nvSpPr>
        <p:spPr>
          <a:xfrm xmlns:a="http://schemas.openxmlformats.org/drawingml/2006/main">
            <a:off x="163639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82" name="">
            <a:extLst xmlns:a="http://schemas.openxmlformats.org/drawingml/2006/main">
              <a:ext uri="{FF2B5EF4-FFF2-40B4-BE49-F238E27FC236}">
                <a16:creationId xmlns:a16="http://schemas.microsoft.com/office/drawing/2014/main" id="{8C7FFD67-CA11-489A-9F6F-222943A1CAAC}"/>
              </a:ext>
            </a:extLst>
          </p:cNvPr>
          <p:cNvSpPr>
            <a:spLocks xmlns:a="http://schemas.openxmlformats.org/drawingml/2006/main" noGrp="1"/>
          </p:cNvSpPr>
          <p:nvPr/>
        </p:nvSpPr>
        <p:spPr>
          <a:xfrm xmlns:a="http://schemas.openxmlformats.org/drawingml/2006/main">
            <a:off x="22764750" y="20669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3" name="">
            <a:extLst xmlns:a="http://schemas.openxmlformats.org/drawingml/2006/main">
              <a:ext uri="{FF2B5EF4-FFF2-40B4-BE49-F238E27FC236}">
                <a16:creationId xmlns:a16="http://schemas.microsoft.com/office/drawing/2014/main" id="{49CB5A76-A028-4EFB-A058-1F4E0F2D4214}"/>
              </a:ext>
            </a:extLst>
          </p:cNvPr>
          <p:cNvSpPr>
            <a:spLocks xmlns:a="http://schemas.openxmlformats.org/drawingml/2006/main" noGrp="1"/>
          </p:cNvSpPr>
          <p:nvPr/>
        </p:nvSpPr>
        <p:spPr>
          <a:xfrm xmlns:a="http://schemas.openxmlformats.org/drawingml/2006/main">
            <a:off x="22764750" y="20669250"/>
            <a:ext cx="85725" cy="3048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4" name="">
            <a:extLst xmlns:a="http://schemas.openxmlformats.org/drawingml/2006/main">
              <a:ext uri="{FF2B5EF4-FFF2-40B4-BE49-F238E27FC236}">
                <a16:creationId xmlns:a16="http://schemas.microsoft.com/office/drawing/2014/main" id="{20EA9550-0B30-4483-B6E9-00A0D141BE24}"/>
              </a:ext>
            </a:extLst>
          </p:cNvPr>
          <p:cNvSpPr>
            <a:spLocks xmlns:a="http://schemas.openxmlformats.org/drawingml/2006/main" noGrp="1"/>
          </p:cNvSpPr>
          <p:nvPr/>
        </p:nvSpPr>
        <p:spPr>
          <a:xfrm xmlns:a="http://schemas.openxmlformats.org/drawingml/2006/main">
            <a:off x="230314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85" name="">
            <a:extLst xmlns:a="http://schemas.openxmlformats.org/drawingml/2006/main">
              <a:ext uri="{FF2B5EF4-FFF2-40B4-BE49-F238E27FC236}">
                <a16:creationId xmlns:a16="http://schemas.microsoft.com/office/drawing/2014/main" id="{B0AB1719-9282-459F-8229-0AD82EFEC7BA}"/>
              </a:ext>
            </a:extLst>
          </p:cNvPr>
          <p:cNvSpPr>
            <a:spLocks xmlns:a="http://schemas.openxmlformats.org/drawingml/2006/main" noGrp="1"/>
          </p:cNvSpPr>
          <p:nvPr/>
        </p:nvSpPr>
        <p:spPr>
          <a:xfrm xmlns:a="http://schemas.openxmlformats.org/drawingml/2006/main">
            <a:off x="230314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86" name="">
            <a:extLst xmlns:a="http://schemas.openxmlformats.org/drawingml/2006/main">
              <a:ext uri="{FF2B5EF4-FFF2-40B4-BE49-F238E27FC236}">
                <a16:creationId xmlns:a16="http://schemas.microsoft.com/office/drawing/2014/main" id="{E9A97A73-5A8D-4746-8159-E8742505809B}"/>
              </a:ext>
            </a:extLst>
          </p:cNvPr>
          <p:cNvSpPr>
            <a:spLocks xmlns:a="http://schemas.openxmlformats.org/drawingml/2006/main" noGrp="1"/>
          </p:cNvSpPr>
          <p:nvPr/>
        </p:nvSpPr>
        <p:spPr>
          <a:xfrm xmlns:a="http://schemas.openxmlformats.org/drawingml/2006/main">
            <a:off x="9525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7" name="">
            <a:extLst xmlns:a="http://schemas.openxmlformats.org/drawingml/2006/main">
              <a:ext uri="{FF2B5EF4-FFF2-40B4-BE49-F238E27FC236}">
                <a16:creationId xmlns:a16="http://schemas.microsoft.com/office/drawing/2014/main" id="{DAA74BA9-E6E8-462B-B3C0-0E8F526A2F9D}"/>
              </a:ext>
            </a:extLst>
          </p:cNvPr>
          <p:cNvSpPr>
            <a:spLocks xmlns:a="http://schemas.openxmlformats.org/drawingml/2006/main" noGrp="1"/>
          </p:cNvSpPr>
          <p:nvPr/>
        </p:nvSpPr>
        <p:spPr>
          <a:xfrm xmlns:a="http://schemas.openxmlformats.org/drawingml/2006/main">
            <a:off x="952500" y="26050875"/>
            <a:ext cx="114300" cy="6286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8" name="">
            <a:extLst xmlns:a="http://schemas.openxmlformats.org/drawingml/2006/main">
              <a:ext uri="{FF2B5EF4-FFF2-40B4-BE49-F238E27FC236}">
                <a16:creationId xmlns:a16="http://schemas.microsoft.com/office/drawing/2014/main" id="{EC904DF6-2710-4F60-B2D0-A2E5FDC31DFD}"/>
              </a:ext>
            </a:extLst>
          </p:cNvPr>
          <p:cNvSpPr>
            <a:spLocks xmlns:a="http://schemas.openxmlformats.org/drawingml/2006/main" noGrp="1"/>
          </p:cNvSpPr>
          <p:nvPr/>
        </p:nvSpPr>
        <p:spPr>
          <a:xfrm xmlns:a="http://schemas.openxmlformats.org/drawingml/2006/main">
            <a:off x="12763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75" b="1">
                <a:solidFill>
                  <a:srgbClr val="2B2A55"/>
                </a:solidFill>
                <a:latin typeface="Malgun Gothic"/>
                <a:ea typeface="Malgun Gothic"/>
                <a:cs typeface="Malgun Gothic"/>
              </a:defRPr>
            </a:pPr>
            <a:r>
              <a:rPr sz="2775" b="1">
                <a:solidFill>
                  <a:srgbClr val="FFFFFF"/>
                </a:solidFill>
                <a:latin typeface="Malgun Gothic"/>
                <a:ea typeface="Malgun Gothic"/>
                <a:cs typeface="Malgun Gothic"/>
              </a:rPr>
              <a:t>.</a:t>
            </a:r>
          </a:p>
        </p:txBody>
      </p:sp>
      <p:sp>
        <p:nvSpPr>
          <p:cNvPr id="289" name="">
            <a:extLst xmlns:a="http://schemas.openxmlformats.org/drawingml/2006/main">
              <a:ext uri="{FF2B5EF4-FFF2-40B4-BE49-F238E27FC236}">
                <a16:creationId xmlns:a16="http://schemas.microsoft.com/office/drawing/2014/main" id="{AD80BC3F-DDFC-4920-89BF-FA410896FC06}"/>
              </a:ext>
            </a:extLst>
          </p:cNvPr>
          <p:cNvSpPr>
            <a:spLocks xmlns:a="http://schemas.openxmlformats.org/drawingml/2006/main" noGrp="1"/>
          </p:cNvSpPr>
          <p:nvPr/>
        </p:nvSpPr>
        <p:spPr>
          <a:xfrm xmlns:a="http://schemas.openxmlformats.org/drawingml/2006/main">
            <a:off x="1428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0" name="">
            <a:extLst xmlns:a="http://schemas.openxmlformats.org/drawingml/2006/main">
              <a:ext uri="{FF2B5EF4-FFF2-40B4-BE49-F238E27FC236}">
                <a16:creationId xmlns:a16="http://schemas.microsoft.com/office/drawing/2014/main" id="{00EA8BFF-11B7-426F-B35B-0825BA051E9E}"/>
              </a:ext>
            </a:extLst>
          </p:cNvPr>
          <p:cNvSpPr>
            <a:spLocks xmlns:a="http://schemas.openxmlformats.org/drawingml/2006/main" noGrp="1"/>
          </p:cNvSpPr>
          <p:nvPr/>
        </p:nvSpPr>
        <p:spPr>
          <a:xfrm xmlns:a="http://schemas.openxmlformats.org/drawingml/2006/main">
            <a:off x="1428750" y="26955750"/>
            <a:ext cx="85725" cy="2095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1" name="">
            <a:extLst xmlns:a="http://schemas.openxmlformats.org/drawingml/2006/main">
              <a:ext uri="{FF2B5EF4-FFF2-40B4-BE49-F238E27FC236}">
                <a16:creationId xmlns:a16="http://schemas.microsoft.com/office/drawing/2014/main" id="{05AC6BE3-EB80-44AB-BF50-FD4BC21300BC}"/>
              </a:ext>
            </a:extLst>
          </p:cNvPr>
          <p:cNvSpPr>
            <a:spLocks xmlns:a="http://schemas.openxmlformats.org/drawingml/2006/main" noGrp="1"/>
          </p:cNvSpPr>
          <p:nvPr/>
        </p:nvSpPr>
        <p:spPr>
          <a:xfrm xmlns:a="http://schemas.openxmlformats.org/drawingml/2006/main">
            <a:off x="1695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92" name="">
            <a:extLst xmlns:a="http://schemas.openxmlformats.org/drawingml/2006/main">
              <a:ext uri="{FF2B5EF4-FFF2-40B4-BE49-F238E27FC236}">
                <a16:creationId xmlns:a16="http://schemas.microsoft.com/office/drawing/2014/main" id="{BC4E6971-73E9-448B-8AC6-4B8DD0271E02}"/>
              </a:ext>
            </a:extLst>
          </p:cNvPr>
          <p:cNvSpPr>
            <a:spLocks xmlns:a="http://schemas.openxmlformats.org/drawingml/2006/main" noGrp="1"/>
          </p:cNvSpPr>
          <p:nvPr/>
        </p:nvSpPr>
        <p:spPr>
          <a:xfrm xmlns:a="http://schemas.openxmlformats.org/drawingml/2006/main">
            <a:off x="1695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93" name="">
            <a:extLst xmlns:a="http://schemas.openxmlformats.org/drawingml/2006/main">
              <a:ext uri="{FF2B5EF4-FFF2-40B4-BE49-F238E27FC236}">
                <a16:creationId xmlns:a16="http://schemas.microsoft.com/office/drawing/2014/main" id="{53531ECB-B8A2-45FF-8E70-B98812E065BE}"/>
              </a:ext>
            </a:extLst>
          </p:cNvPr>
          <p:cNvSpPr>
            <a:spLocks xmlns:a="http://schemas.openxmlformats.org/drawingml/2006/main" noGrp="1"/>
          </p:cNvSpPr>
          <p:nvPr/>
        </p:nvSpPr>
        <p:spPr>
          <a:xfrm xmlns:a="http://schemas.openxmlformats.org/drawingml/2006/main">
            <a:off x="7905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4" name="">
            <a:extLst xmlns:a="http://schemas.openxmlformats.org/drawingml/2006/main">
              <a:ext uri="{FF2B5EF4-FFF2-40B4-BE49-F238E27FC236}">
                <a16:creationId xmlns:a16="http://schemas.microsoft.com/office/drawing/2014/main" id="{B396AB50-A22D-403E-A3E2-73AB1AD6ACD5}"/>
              </a:ext>
            </a:extLst>
          </p:cNvPr>
          <p:cNvSpPr>
            <a:spLocks xmlns:a="http://schemas.openxmlformats.org/drawingml/2006/main" noGrp="1"/>
          </p:cNvSpPr>
          <p:nvPr/>
        </p:nvSpPr>
        <p:spPr>
          <a:xfrm xmlns:a="http://schemas.openxmlformats.org/drawingml/2006/main">
            <a:off x="7905750" y="26955750"/>
            <a:ext cx="85725" cy="2095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5" name="">
            <a:extLst xmlns:a="http://schemas.openxmlformats.org/drawingml/2006/main">
              <a:ext uri="{FF2B5EF4-FFF2-40B4-BE49-F238E27FC236}">
                <a16:creationId xmlns:a16="http://schemas.microsoft.com/office/drawing/2014/main" id="{18995F0A-5A28-42B2-8D4F-16253B8523D8}"/>
              </a:ext>
            </a:extLst>
          </p:cNvPr>
          <p:cNvSpPr>
            <a:spLocks xmlns:a="http://schemas.openxmlformats.org/drawingml/2006/main" noGrp="1"/>
          </p:cNvSpPr>
          <p:nvPr/>
        </p:nvSpPr>
        <p:spPr>
          <a:xfrm xmlns:a="http://schemas.openxmlformats.org/drawingml/2006/main">
            <a:off x="8172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296" name="">
            <a:extLst xmlns:a="http://schemas.openxmlformats.org/drawingml/2006/main">
              <a:ext uri="{FF2B5EF4-FFF2-40B4-BE49-F238E27FC236}">
                <a16:creationId xmlns:a16="http://schemas.microsoft.com/office/drawing/2014/main" id="{DA43B662-17D1-45CA-A874-389AA86221B0}"/>
              </a:ext>
            </a:extLst>
          </p:cNvPr>
          <p:cNvSpPr>
            <a:spLocks xmlns:a="http://schemas.openxmlformats.org/drawingml/2006/main" noGrp="1"/>
          </p:cNvSpPr>
          <p:nvPr/>
        </p:nvSpPr>
        <p:spPr>
          <a:xfrm xmlns:a="http://schemas.openxmlformats.org/drawingml/2006/main">
            <a:off x="8172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297" name="">
            <a:extLst xmlns:a="http://schemas.openxmlformats.org/drawingml/2006/main">
              <a:ext uri="{FF2B5EF4-FFF2-40B4-BE49-F238E27FC236}">
                <a16:creationId xmlns:a16="http://schemas.microsoft.com/office/drawing/2014/main" id="{D65E31D7-F162-406F-9E90-6BCB56E5A3A7}"/>
              </a:ext>
            </a:extLst>
          </p:cNvPr>
          <p:cNvSpPr>
            <a:spLocks xmlns:a="http://schemas.openxmlformats.org/drawingml/2006/main" noGrp="1"/>
          </p:cNvSpPr>
          <p:nvPr/>
        </p:nvSpPr>
        <p:spPr>
          <a:xfrm xmlns:a="http://schemas.openxmlformats.org/drawingml/2006/main">
            <a:off x="1428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8" name="">
            <a:extLst xmlns:a="http://schemas.openxmlformats.org/drawingml/2006/main">
              <a:ext uri="{FF2B5EF4-FFF2-40B4-BE49-F238E27FC236}">
                <a16:creationId xmlns:a16="http://schemas.microsoft.com/office/drawing/2014/main" id="{68B181BF-128A-4CC3-BEED-0B788E21C537}"/>
              </a:ext>
            </a:extLst>
          </p:cNvPr>
          <p:cNvSpPr>
            <a:spLocks xmlns:a="http://schemas.openxmlformats.org/drawingml/2006/main" noGrp="1"/>
          </p:cNvSpPr>
          <p:nvPr/>
        </p:nvSpPr>
        <p:spPr>
          <a:xfrm xmlns:a="http://schemas.openxmlformats.org/drawingml/2006/main">
            <a:off x="1428750" y="29384625"/>
            <a:ext cx="85725" cy="2095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9" name="">
            <a:extLst xmlns:a="http://schemas.openxmlformats.org/drawingml/2006/main">
              <a:ext uri="{FF2B5EF4-FFF2-40B4-BE49-F238E27FC236}">
                <a16:creationId xmlns:a16="http://schemas.microsoft.com/office/drawing/2014/main" id="{70AD8830-F8F1-458C-9861-AD6934F033AD}"/>
              </a:ext>
            </a:extLst>
          </p:cNvPr>
          <p:cNvSpPr>
            <a:spLocks xmlns:a="http://schemas.openxmlformats.org/drawingml/2006/main" noGrp="1"/>
          </p:cNvSpPr>
          <p:nvPr/>
        </p:nvSpPr>
        <p:spPr>
          <a:xfrm xmlns:a="http://schemas.openxmlformats.org/drawingml/2006/main">
            <a:off x="1695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00" name="">
            <a:extLst xmlns:a="http://schemas.openxmlformats.org/drawingml/2006/main">
              <a:ext uri="{FF2B5EF4-FFF2-40B4-BE49-F238E27FC236}">
                <a16:creationId xmlns:a16="http://schemas.microsoft.com/office/drawing/2014/main" id="{968EEF4D-370A-4357-8E04-79819363E196}"/>
              </a:ext>
            </a:extLst>
          </p:cNvPr>
          <p:cNvSpPr>
            <a:spLocks xmlns:a="http://schemas.openxmlformats.org/drawingml/2006/main" noGrp="1"/>
          </p:cNvSpPr>
          <p:nvPr/>
        </p:nvSpPr>
        <p:spPr>
          <a:xfrm xmlns:a="http://schemas.openxmlformats.org/drawingml/2006/main">
            <a:off x="1695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01" name="">
            <a:extLst xmlns:a="http://schemas.openxmlformats.org/drawingml/2006/main">
              <a:ext uri="{FF2B5EF4-FFF2-40B4-BE49-F238E27FC236}">
                <a16:creationId xmlns:a16="http://schemas.microsoft.com/office/drawing/2014/main" id="{19586052-B49D-462D-825E-03BF23AF3FA1}"/>
              </a:ext>
            </a:extLst>
          </p:cNvPr>
          <p:cNvSpPr>
            <a:spLocks xmlns:a="http://schemas.openxmlformats.org/drawingml/2006/main" noGrp="1"/>
          </p:cNvSpPr>
          <p:nvPr/>
        </p:nvSpPr>
        <p:spPr>
          <a:xfrm xmlns:a="http://schemas.openxmlformats.org/drawingml/2006/main">
            <a:off x="7905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2" name="">
            <a:extLst xmlns:a="http://schemas.openxmlformats.org/drawingml/2006/main">
              <a:ext uri="{FF2B5EF4-FFF2-40B4-BE49-F238E27FC236}">
                <a16:creationId xmlns:a16="http://schemas.microsoft.com/office/drawing/2014/main" id="{10259907-8148-466F-ACDC-37C628E85579}"/>
              </a:ext>
            </a:extLst>
          </p:cNvPr>
          <p:cNvSpPr>
            <a:spLocks xmlns:a="http://schemas.openxmlformats.org/drawingml/2006/main" noGrp="1"/>
          </p:cNvSpPr>
          <p:nvPr/>
        </p:nvSpPr>
        <p:spPr>
          <a:xfrm xmlns:a="http://schemas.openxmlformats.org/drawingml/2006/main">
            <a:off x="7905750" y="29384625"/>
            <a:ext cx="85725" cy="2095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3" name="">
            <a:extLst xmlns:a="http://schemas.openxmlformats.org/drawingml/2006/main">
              <a:ext uri="{FF2B5EF4-FFF2-40B4-BE49-F238E27FC236}">
                <a16:creationId xmlns:a16="http://schemas.microsoft.com/office/drawing/2014/main" id="{21A21A76-4E98-48AD-A1AE-E4A18629A489}"/>
              </a:ext>
            </a:extLst>
          </p:cNvPr>
          <p:cNvSpPr>
            <a:spLocks xmlns:a="http://schemas.openxmlformats.org/drawingml/2006/main" noGrp="1"/>
          </p:cNvSpPr>
          <p:nvPr/>
        </p:nvSpPr>
        <p:spPr>
          <a:xfrm xmlns:a="http://schemas.openxmlformats.org/drawingml/2006/main">
            <a:off x="8172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04" name="">
            <a:extLst xmlns:a="http://schemas.openxmlformats.org/drawingml/2006/main">
              <a:ext uri="{FF2B5EF4-FFF2-40B4-BE49-F238E27FC236}">
                <a16:creationId xmlns:a16="http://schemas.microsoft.com/office/drawing/2014/main" id="{4BCE796D-6F26-4BC4-829D-647B47CC1186}"/>
              </a:ext>
            </a:extLst>
          </p:cNvPr>
          <p:cNvSpPr>
            <a:spLocks xmlns:a="http://schemas.openxmlformats.org/drawingml/2006/main" noGrp="1"/>
          </p:cNvSpPr>
          <p:nvPr/>
        </p:nvSpPr>
        <p:spPr>
          <a:xfrm xmlns:a="http://schemas.openxmlformats.org/drawingml/2006/main">
            <a:off x="8172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05" name="">
            <a:extLst xmlns:a="http://schemas.openxmlformats.org/drawingml/2006/main">
              <a:ext uri="{FF2B5EF4-FFF2-40B4-BE49-F238E27FC236}">
                <a16:creationId xmlns:a16="http://schemas.microsoft.com/office/drawing/2014/main" id="{3CA93A94-AFA6-4AC8-B907-CDDD324E9AB1}"/>
              </a:ext>
            </a:extLst>
          </p:cNvPr>
          <p:cNvSpPr>
            <a:spLocks xmlns:a="http://schemas.openxmlformats.org/drawingml/2006/main" noGrp="1"/>
          </p:cNvSpPr>
          <p:nvPr/>
        </p:nvSpPr>
        <p:spPr>
          <a:xfrm xmlns:a="http://schemas.openxmlformats.org/drawingml/2006/main">
            <a:off x="156210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6" name="">
            <a:extLst xmlns:a="http://schemas.openxmlformats.org/drawingml/2006/main">
              <a:ext uri="{FF2B5EF4-FFF2-40B4-BE49-F238E27FC236}">
                <a16:creationId xmlns:a16="http://schemas.microsoft.com/office/drawing/2014/main" id="{F59ED211-DD78-4624-B30D-476A234BFC28}"/>
              </a:ext>
            </a:extLst>
          </p:cNvPr>
          <p:cNvSpPr>
            <a:spLocks xmlns:a="http://schemas.openxmlformats.org/drawingml/2006/main" noGrp="1"/>
          </p:cNvSpPr>
          <p:nvPr/>
        </p:nvSpPr>
        <p:spPr>
          <a:xfrm xmlns:a="http://schemas.openxmlformats.org/drawingml/2006/main">
            <a:off x="15621000" y="26050875"/>
            <a:ext cx="114300" cy="6286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7" name="">
            <a:extLst xmlns:a="http://schemas.openxmlformats.org/drawingml/2006/main">
              <a:ext uri="{FF2B5EF4-FFF2-40B4-BE49-F238E27FC236}">
                <a16:creationId xmlns:a16="http://schemas.microsoft.com/office/drawing/2014/main" id="{2489D5C0-82A6-4536-A719-CD03C607CA5D}"/>
              </a:ext>
            </a:extLst>
          </p:cNvPr>
          <p:cNvSpPr>
            <a:spLocks xmlns:a="http://schemas.openxmlformats.org/drawingml/2006/main" noGrp="1"/>
          </p:cNvSpPr>
          <p:nvPr/>
        </p:nvSpPr>
        <p:spPr>
          <a:xfrm xmlns:a="http://schemas.openxmlformats.org/drawingml/2006/main">
            <a:off x="159448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75" b="1">
                <a:solidFill>
                  <a:srgbClr val="2B2A55"/>
                </a:solidFill>
                <a:latin typeface="Malgun Gothic"/>
                <a:ea typeface="Malgun Gothic"/>
                <a:cs typeface="Malgun Gothic"/>
              </a:defRPr>
            </a:pPr>
            <a:r>
              <a:rPr sz="2775" b="1">
                <a:solidFill>
                  <a:srgbClr val="FFFFFF"/>
                </a:solidFill>
                <a:latin typeface="Malgun Gothic"/>
                <a:ea typeface="Malgun Gothic"/>
                <a:cs typeface="Malgun Gothic"/>
              </a:rPr>
              <a:t>.</a:t>
            </a:r>
          </a:p>
        </p:txBody>
      </p:sp>
      <p:sp>
        <p:nvSpPr>
          <p:cNvPr id="308" name="">
            <a:extLst xmlns:a="http://schemas.openxmlformats.org/drawingml/2006/main">
              <a:ext uri="{FF2B5EF4-FFF2-40B4-BE49-F238E27FC236}">
                <a16:creationId xmlns:a16="http://schemas.microsoft.com/office/drawing/2014/main" id="{ABE1D0E4-873C-4F32-8BB3-810F9C353FE3}"/>
              </a:ext>
            </a:extLst>
          </p:cNvPr>
          <p:cNvSpPr>
            <a:spLocks xmlns:a="http://schemas.openxmlformats.org/drawingml/2006/main" noGrp="1"/>
          </p:cNvSpPr>
          <p:nvPr/>
        </p:nvSpPr>
        <p:spPr>
          <a:xfrm xmlns:a="http://schemas.openxmlformats.org/drawingml/2006/main">
            <a:off x="16097250" y="269557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9" name="">
            <a:extLst xmlns:a="http://schemas.openxmlformats.org/drawingml/2006/main">
              <a:ext uri="{FF2B5EF4-FFF2-40B4-BE49-F238E27FC236}">
                <a16:creationId xmlns:a16="http://schemas.microsoft.com/office/drawing/2014/main" id="{A44E9FED-B9CC-4845-8CE5-4E7C56B6F169}"/>
              </a:ext>
            </a:extLst>
          </p:cNvPr>
          <p:cNvSpPr>
            <a:spLocks xmlns:a="http://schemas.openxmlformats.org/drawingml/2006/main" noGrp="1"/>
          </p:cNvSpPr>
          <p:nvPr/>
        </p:nvSpPr>
        <p:spPr>
          <a:xfrm xmlns:a="http://schemas.openxmlformats.org/drawingml/2006/main">
            <a:off x="16097250" y="26955750"/>
            <a:ext cx="85725" cy="14097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0" name="">
            <a:extLst xmlns:a="http://schemas.openxmlformats.org/drawingml/2006/main">
              <a:ext uri="{FF2B5EF4-FFF2-40B4-BE49-F238E27FC236}">
                <a16:creationId xmlns:a16="http://schemas.microsoft.com/office/drawing/2014/main" id="{19114538-23DB-48E5-9AE8-FA8564E0FB89}"/>
              </a:ext>
            </a:extLst>
          </p:cNvPr>
          <p:cNvSpPr>
            <a:spLocks xmlns:a="http://schemas.openxmlformats.org/drawingml/2006/main" noGrp="1"/>
          </p:cNvSpPr>
          <p:nvPr/>
        </p:nvSpPr>
        <p:spPr>
          <a:xfrm xmlns:a="http://schemas.openxmlformats.org/drawingml/2006/main">
            <a:off x="16363950" y="271462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11" name="">
            <a:extLst xmlns:a="http://schemas.openxmlformats.org/drawingml/2006/main">
              <a:ext uri="{FF2B5EF4-FFF2-40B4-BE49-F238E27FC236}">
                <a16:creationId xmlns:a16="http://schemas.microsoft.com/office/drawing/2014/main" id="{FF737987-4F5B-4534-B75F-6CF86238B6E7}"/>
              </a:ext>
            </a:extLst>
          </p:cNvPr>
          <p:cNvSpPr>
            <a:spLocks xmlns:a="http://schemas.openxmlformats.org/drawingml/2006/main" noGrp="1"/>
          </p:cNvSpPr>
          <p:nvPr/>
        </p:nvSpPr>
        <p:spPr>
          <a:xfrm xmlns:a="http://schemas.openxmlformats.org/drawingml/2006/main">
            <a:off x="16363950" y="276034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12" name="">
            <a:extLst xmlns:a="http://schemas.openxmlformats.org/drawingml/2006/main">
              <a:ext uri="{FF2B5EF4-FFF2-40B4-BE49-F238E27FC236}">
                <a16:creationId xmlns:a16="http://schemas.microsoft.com/office/drawing/2014/main" id="{2DA08869-94E7-4767-8F54-03D27E2AB39B}"/>
              </a:ext>
            </a:extLst>
          </p:cNvPr>
          <p:cNvSpPr>
            <a:spLocks xmlns:a="http://schemas.openxmlformats.org/drawingml/2006/main" noGrp="1"/>
          </p:cNvSpPr>
          <p:nvPr/>
        </p:nvSpPr>
        <p:spPr>
          <a:xfrm xmlns:a="http://schemas.openxmlformats.org/drawingml/2006/main">
            <a:off x="16097250" y="28651200"/>
            <a:ext cx="12954000" cy="1409700"/>
          </a:xfrm>
          <a:prstGeom xmlns:a="http://schemas.openxmlformats.org/drawingml/2006/main" prst="rect">
            <a:avLst/>
          </a:prstGeom>
          <a:solidFill xmlns:a="http://schemas.openxmlformats.org/drawingml/2006/main">
            <a:srgbClr val="FFF4F4"/>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3" name="">
            <a:extLst xmlns:a="http://schemas.openxmlformats.org/drawingml/2006/main">
              <a:ext uri="{FF2B5EF4-FFF2-40B4-BE49-F238E27FC236}">
                <a16:creationId xmlns:a16="http://schemas.microsoft.com/office/drawing/2014/main" id="{DEA65517-350D-46C1-93A6-0A26C96D4FD0}"/>
              </a:ext>
            </a:extLst>
          </p:cNvPr>
          <p:cNvSpPr>
            <a:spLocks xmlns:a="http://schemas.openxmlformats.org/drawingml/2006/main" noGrp="1"/>
          </p:cNvSpPr>
          <p:nvPr/>
        </p:nvSpPr>
        <p:spPr>
          <a:xfrm xmlns:a="http://schemas.openxmlformats.org/drawingml/2006/main">
            <a:off x="16097250" y="28651200"/>
            <a:ext cx="85725" cy="14097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4" name="">
            <a:extLst xmlns:a="http://schemas.openxmlformats.org/drawingml/2006/main">
              <a:ext uri="{FF2B5EF4-FFF2-40B4-BE49-F238E27FC236}">
                <a16:creationId xmlns:a16="http://schemas.microsoft.com/office/drawing/2014/main" id="{30084E8D-3926-4EF5-8659-AACA78841300}"/>
              </a:ext>
            </a:extLst>
          </p:cNvPr>
          <p:cNvSpPr>
            <a:spLocks xmlns:a="http://schemas.openxmlformats.org/drawingml/2006/main" noGrp="1"/>
          </p:cNvSpPr>
          <p:nvPr/>
        </p:nvSpPr>
        <p:spPr>
          <a:xfrm xmlns:a="http://schemas.openxmlformats.org/drawingml/2006/main">
            <a:off x="16363950" y="2884170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15" name="">
            <a:extLst xmlns:a="http://schemas.openxmlformats.org/drawingml/2006/main">
              <a:ext uri="{FF2B5EF4-FFF2-40B4-BE49-F238E27FC236}">
                <a16:creationId xmlns:a16="http://schemas.microsoft.com/office/drawing/2014/main" id="{9B834C74-272E-4AB8-A95A-161864716A2B}"/>
              </a:ext>
            </a:extLst>
          </p:cNvPr>
          <p:cNvSpPr>
            <a:spLocks xmlns:a="http://schemas.openxmlformats.org/drawingml/2006/main" noGrp="1"/>
          </p:cNvSpPr>
          <p:nvPr/>
        </p:nvSpPr>
        <p:spPr>
          <a:xfrm xmlns:a="http://schemas.openxmlformats.org/drawingml/2006/main">
            <a:off x="16363950" y="2929890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16" name="">
            <a:extLst xmlns:a="http://schemas.openxmlformats.org/drawingml/2006/main">
              <a:ext uri="{FF2B5EF4-FFF2-40B4-BE49-F238E27FC236}">
                <a16:creationId xmlns:a16="http://schemas.microsoft.com/office/drawing/2014/main" id="{550A0184-40C7-4BF1-B30C-5CA774893F25}"/>
              </a:ext>
            </a:extLst>
          </p:cNvPr>
          <p:cNvSpPr>
            <a:spLocks xmlns:a="http://schemas.openxmlformats.org/drawingml/2006/main" noGrp="1"/>
          </p:cNvSpPr>
          <p:nvPr/>
        </p:nvSpPr>
        <p:spPr>
          <a:xfrm xmlns:a="http://schemas.openxmlformats.org/drawingml/2006/main">
            <a:off x="16097250" y="303466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7" name="">
            <a:extLst xmlns:a="http://schemas.openxmlformats.org/drawingml/2006/main">
              <a:ext uri="{FF2B5EF4-FFF2-40B4-BE49-F238E27FC236}">
                <a16:creationId xmlns:a16="http://schemas.microsoft.com/office/drawing/2014/main" id="{6E209761-47F9-4F70-B13E-AE83AD3D843D}"/>
              </a:ext>
            </a:extLst>
          </p:cNvPr>
          <p:cNvSpPr>
            <a:spLocks xmlns:a="http://schemas.openxmlformats.org/drawingml/2006/main" noGrp="1"/>
          </p:cNvSpPr>
          <p:nvPr/>
        </p:nvSpPr>
        <p:spPr>
          <a:xfrm xmlns:a="http://schemas.openxmlformats.org/drawingml/2006/main">
            <a:off x="16097250" y="30346650"/>
            <a:ext cx="85725" cy="14097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8" name="">
            <a:extLst xmlns:a="http://schemas.openxmlformats.org/drawingml/2006/main">
              <a:ext uri="{FF2B5EF4-FFF2-40B4-BE49-F238E27FC236}">
                <a16:creationId xmlns:a16="http://schemas.microsoft.com/office/drawing/2014/main" id="{3B8997CF-8097-4FEB-AC43-B2DA13627BAC}"/>
              </a:ext>
            </a:extLst>
          </p:cNvPr>
          <p:cNvSpPr>
            <a:spLocks xmlns:a="http://schemas.openxmlformats.org/drawingml/2006/main" noGrp="1"/>
          </p:cNvSpPr>
          <p:nvPr/>
        </p:nvSpPr>
        <p:spPr>
          <a:xfrm xmlns:a="http://schemas.openxmlformats.org/drawingml/2006/main">
            <a:off x="16363950" y="305371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19" name="">
            <a:extLst xmlns:a="http://schemas.openxmlformats.org/drawingml/2006/main">
              <a:ext uri="{FF2B5EF4-FFF2-40B4-BE49-F238E27FC236}">
                <a16:creationId xmlns:a16="http://schemas.microsoft.com/office/drawing/2014/main" id="{BF1FE793-3BD8-4A2E-8718-AAC4AEA2F418}"/>
              </a:ext>
            </a:extLst>
          </p:cNvPr>
          <p:cNvSpPr>
            <a:spLocks xmlns:a="http://schemas.openxmlformats.org/drawingml/2006/main" noGrp="1"/>
          </p:cNvSpPr>
          <p:nvPr/>
        </p:nvSpPr>
        <p:spPr>
          <a:xfrm xmlns:a="http://schemas.openxmlformats.org/drawingml/2006/main">
            <a:off x="16363950" y="309943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20" name="">
            <a:extLst xmlns:a="http://schemas.openxmlformats.org/drawingml/2006/main">
              <a:ext uri="{FF2B5EF4-FFF2-40B4-BE49-F238E27FC236}">
                <a16:creationId xmlns:a16="http://schemas.microsoft.com/office/drawing/2014/main" id="{60BF6BCA-5B95-4AEE-8140-BC21BE611416}"/>
              </a:ext>
            </a:extLst>
          </p:cNvPr>
          <p:cNvSpPr>
            <a:spLocks xmlns:a="http://schemas.openxmlformats.org/drawingml/2006/main" noGrp="1"/>
          </p:cNvSpPr>
          <p:nvPr/>
        </p:nvSpPr>
        <p:spPr>
          <a:xfrm xmlns:a="http://schemas.openxmlformats.org/drawingml/2006/main">
            <a:off x="952500" y="33147000"/>
            <a:ext cx="28575000" cy="504825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1" name="">
            <a:extLst xmlns:a="http://schemas.openxmlformats.org/drawingml/2006/main">
              <a:ext uri="{FF2B5EF4-FFF2-40B4-BE49-F238E27FC236}">
                <a16:creationId xmlns:a16="http://schemas.microsoft.com/office/drawing/2014/main" id="{7AD22A9E-150D-495B-8260-AE2DFBE22E5F}"/>
              </a:ext>
            </a:extLst>
          </p:cNvPr>
          <p:cNvSpPr>
            <a:spLocks xmlns:a="http://schemas.openxmlformats.org/drawingml/2006/main" noGrp="1"/>
          </p:cNvSpPr>
          <p:nvPr/>
        </p:nvSpPr>
        <p:spPr>
          <a:xfrm xmlns:a="http://schemas.openxmlformats.org/drawingml/2006/main">
            <a:off x="952500" y="33147000"/>
            <a:ext cx="114300" cy="5048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2" name="">
            <a:extLst xmlns:a="http://schemas.openxmlformats.org/drawingml/2006/main">
              <a:ext uri="{FF2B5EF4-FFF2-40B4-BE49-F238E27FC236}">
                <a16:creationId xmlns:a16="http://schemas.microsoft.com/office/drawing/2014/main" id="{8F7954FD-17C7-4154-80A5-A51283B99C62}"/>
              </a:ext>
            </a:extLst>
          </p:cNvPr>
          <p:cNvSpPr>
            <a:spLocks xmlns:a="http://schemas.openxmlformats.org/drawingml/2006/main" noGrp="1"/>
          </p:cNvSpPr>
          <p:nvPr/>
        </p:nvSpPr>
        <p:spPr>
          <a:xfrm xmlns:a="http://schemas.openxmlformats.org/drawingml/2006/main">
            <a:off x="1276350" y="33356550"/>
            <a:ext cx="27908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75" b="1">
                <a:solidFill>
                  <a:srgbClr val="2B2A55"/>
                </a:solidFill>
                <a:latin typeface="Malgun Gothic"/>
                <a:ea typeface="Malgun Gothic"/>
                <a:cs typeface="Malgun Gothic"/>
              </a:defRPr>
            </a:pPr>
            <a:r>
              <a:rPr sz="2775" b="1">
                <a:solidFill>
                  <a:srgbClr val="FFFFFF"/>
                </a:solidFill>
                <a:latin typeface="Malgun Gothic"/>
                <a:ea typeface="Malgun Gothic"/>
                <a:cs typeface="Malgun Gothic"/>
              </a:rPr>
              <a:t>.</a:t>
            </a:r>
          </a:p>
        </p:txBody>
      </p:sp>
      <p:sp>
        <p:nvSpPr>
          <p:cNvPr id="323" name="">
            <a:extLst xmlns:a="http://schemas.openxmlformats.org/drawingml/2006/main">
              <a:ext uri="{FF2B5EF4-FFF2-40B4-BE49-F238E27FC236}">
                <a16:creationId xmlns:a16="http://schemas.microsoft.com/office/drawing/2014/main" id="{064D26E2-8B2F-4536-9E8F-8F777EA7A4C8}"/>
              </a:ext>
            </a:extLst>
          </p:cNvPr>
          <p:cNvSpPr>
            <a:spLocks xmlns:a="http://schemas.openxmlformats.org/drawingml/2006/main" noGrp="1"/>
          </p:cNvSpPr>
          <p:nvPr/>
        </p:nvSpPr>
        <p:spPr>
          <a:xfrm xmlns:a="http://schemas.openxmlformats.org/drawingml/2006/main">
            <a:off x="14763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4" name="">
            <a:extLst xmlns:a="http://schemas.openxmlformats.org/drawingml/2006/main">
              <a:ext uri="{FF2B5EF4-FFF2-40B4-BE49-F238E27FC236}">
                <a16:creationId xmlns:a16="http://schemas.microsoft.com/office/drawing/2014/main" id="{D56CE611-F4E5-46CB-BE29-A733B0293CDE}"/>
              </a:ext>
            </a:extLst>
          </p:cNvPr>
          <p:cNvSpPr>
            <a:spLocks xmlns:a="http://schemas.openxmlformats.org/drawingml/2006/main" noGrp="1"/>
          </p:cNvSpPr>
          <p:nvPr/>
        </p:nvSpPr>
        <p:spPr>
          <a:xfrm xmlns:a="http://schemas.openxmlformats.org/drawingml/2006/main">
            <a:off x="1476375" y="34147125"/>
            <a:ext cx="85725" cy="2857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5" name="">
            <a:extLst xmlns:a="http://schemas.openxmlformats.org/drawingml/2006/main">
              <a:ext uri="{FF2B5EF4-FFF2-40B4-BE49-F238E27FC236}">
                <a16:creationId xmlns:a16="http://schemas.microsoft.com/office/drawing/2014/main" id="{8DBFA94B-9D78-4C1B-B6C9-228E20FD27AE}"/>
              </a:ext>
            </a:extLst>
          </p:cNvPr>
          <p:cNvSpPr>
            <a:spLocks xmlns:a="http://schemas.openxmlformats.org/drawingml/2006/main" noGrp="1"/>
          </p:cNvSpPr>
          <p:nvPr/>
        </p:nvSpPr>
        <p:spPr>
          <a:xfrm xmlns:a="http://schemas.openxmlformats.org/drawingml/2006/main">
            <a:off x="17430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26" name="">
            <a:extLst xmlns:a="http://schemas.openxmlformats.org/drawingml/2006/main">
              <a:ext uri="{FF2B5EF4-FFF2-40B4-BE49-F238E27FC236}">
                <a16:creationId xmlns:a16="http://schemas.microsoft.com/office/drawing/2014/main" id="{F4E8CB59-90DC-4B38-9B2B-25714D1B8262}"/>
              </a:ext>
            </a:extLst>
          </p:cNvPr>
          <p:cNvSpPr>
            <a:spLocks xmlns:a="http://schemas.openxmlformats.org/drawingml/2006/main" noGrp="1"/>
          </p:cNvSpPr>
          <p:nvPr/>
        </p:nvSpPr>
        <p:spPr>
          <a:xfrm xmlns:a="http://schemas.openxmlformats.org/drawingml/2006/main">
            <a:off x="17430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27" name="">
            <a:extLst xmlns:a="http://schemas.openxmlformats.org/drawingml/2006/main">
              <a:ext uri="{FF2B5EF4-FFF2-40B4-BE49-F238E27FC236}">
                <a16:creationId xmlns:a16="http://schemas.microsoft.com/office/drawing/2014/main" id="{D838FF8F-3F6B-4E30-8964-E9248D863161}"/>
              </a:ext>
            </a:extLst>
          </p:cNvPr>
          <p:cNvSpPr>
            <a:spLocks xmlns:a="http://schemas.openxmlformats.org/drawingml/2006/main" noGrp="1"/>
          </p:cNvSpPr>
          <p:nvPr/>
        </p:nvSpPr>
        <p:spPr>
          <a:xfrm xmlns:a="http://schemas.openxmlformats.org/drawingml/2006/main">
            <a:off x="84296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8" name="">
            <a:extLst xmlns:a="http://schemas.openxmlformats.org/drawingml/2006/main">
              <a:ext uri="{FF2B5EF4-FFF2-40B4-BE49-F238E27FC236}">
                <a16:creationId xmlns:a16="http://schemas.microsoft.com/office/drawing/2014/main" id="{A380E2A8-A8CD-41CF-981A-67513761FAB6}"/>
              </a:ext>
            </a:extLst>
          </p:cNvPr>
          <p:cNvSpPr>
            <a:spLocks xmlns:a="http://schemas.openxmlformats.org/drawingml/2006/main" noGrp="1"/>
          </p:cNvSpPr>
          <p:nvPr/>
        </p:nvSpPr>
        <p:spPr>
          <a:xfrm xmlns:a="http://schemas.openxmlformats.org/drawingml/2006/main">
            <a:off x="8429625" y="34147125"/>
            <a:ext cx="85725" cy="2857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9" name="">
            <a:extLst xmlns:a="http://schemas.openxmlformats.org/drawingml/2006/main">
              <a:ext uri="{FF2B5EF4-FFF2-40B4-BE49-F238E27FC236}">
                <a16:creationId xmlns:a16="http://schemas.microsoft.com/office/drawing/2014/main" id="{9A8BEFFE-773C-4C0D-BC26-5C9CD457E393}"/>
              </a:ext>
            </a:extLst>
          </p:cNvPr>
          <p:cNvSpPr>
            <a:spLocks xmlns:a="http://schemas.openxmlformats.org/drawingml/2006/main" noGrp="1"/>
          </p:cNvSpPr>
          <p:nvPr/>
        </p:nvSpPr>
        <p:spPr>
          <a:xfrm xmlns:a="http://schemas.openxmlformats.org/drawingml/2006/main">
            <a:off x="86963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30" name="">
            <a:extLst xmlns:a="http://schemas.openxmlformats.org/drawingml/2006/main">
              <a:ext uri="{FF2B5EF4-FFF2-40B4-BE49-F238E27FC236}">
                <a16:creationId xmlns:a16="http://schemas.microsoft.com/office/drawing/2014/main" id="{4BC28202-F04A-4DB3-BC8E-8544C167C9D7}"/>
              </a:ext>
            </a:extLst>
          </p:cNvPr>
          <p:cNvSpPr>
            <a:spLocks xmlns:a="http://schemas.openxmlformats.org/drawingml/2006/main" noGrp="1"/>
          </p:cNvSpPr>
          <p:nvPr/>
        </p:nvSpPr>
        <p:spPr>
          <a:xfrm xmlns:a="http://schemas.openxmlformats.org/drawingml/2006/main">
            <a:off x="86963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31" name="">
            <a:extLst xmlns:a="http://schemas.openxmlformats.org/drawingml/2006/main">
              <a:ext uri="{FF2B5EF4-FFF2-40B4-BE49-F238E27FC236}">
                <a16:creationId xmlns:a16="http://schemas.microsoft.com/office/drawing/2014/main" id="{4752E1D2-4018-43A0-A02A-2E9D28151568}"/>
              </a:ext>
            </a:extLst>
          </p:cNvPr>
          <p:cNvSpPr>
            <a:spLocks xmlns:a="http://schemas.openxmlformats.org/drawingml/2006/main" noGrp="1"/>
          </p:cNvSpPr>
          <p:nvPr/>
        </p:nvSpPr>
        <p:spPr>
          <a:xfrm xmlns:a="http://schemas.openxmlformats.org/drawingml/2006/main">
            <a:off x="153828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2" name="">
            <a:extLst xmlns:a="http://schemas.openxmlformats.org/drawingml/2006/main">
              <a:ext uri="{FF2B5EF4-FFF2-40B4-BE49-F238E27FC236}">
                <a16:creationId xmlns:a16="http://schemas.microsoft.com/office/drawing/2014/main" id="{DEB8D9A6-A1B9-4391-88B5-AC94B2C3AC76}"/>
              </a:ext>
            </a:extLst>
          </p:cNvPr>
          <p:cNvSpPr>
            <a:spLocks xmlns:a="http://schemas.openxmlformats.org/drawingml/2006/main" noGrp="1"/>
          </p:cNvSpPr>
          <p:nvPr/>
        </p:nvSpPr>
        <p:spPr>
          <a:xfrm xmlns:a="http://schemas.openxmlformats.org/drawingml/2006/main">
            <a:off x="15382875" y="34147125"/>
            <a:ext cx="85725" cy="2857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3" name="">
            <a:extLst xmlns:a="http://schemas.openxmlformats.org/drawingml/2006/main">
              <a:ext uri="{FF2B5EF4-FFF2-40B4-BE49-F238E27FC236}">
                <a16:creationId xmlns:a16="http://schemas.microsoft.com/office/drawing/2014/main" id="{9642F4D6-0ECD-47FA-B94E-AAFA7DFDCDA9}"/>
              </a:ext>
            </a:extLst>
          </p:cNvPr>
          <p:cNvSpPr>
            <a:spLocks xmlns:a="http://schemas.openxmlformats.org/drawingml/2006/main" noGrp="1"/>
          </p:cNvSpPr>
          <p:nvPr/>
        </p:nvSpPr>
        <p:spPr>
          <a:xfrm xmlns:a="http://schemas.openxmlformats.org/drawingml/2006/main">
            <a:off x="156495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34" name="">
            <a:extLst xmlns:a="http://schemas.openxmlformats.org/drawingml/2006/main">
              <a:ext uri="{FF2B5EF4-FFF2-40B4-BE49-F238E27FC236}">
                <a16:creationId xmlns:a16="http://schemas.microsoft.com/office/drawing/2014/main" id="{14C528B7-D8BD-4C03-A93B-D7A7D447481F}"/>
              </a:ext>
            </a:extLst>
          </p:cNvPr>
          <p:cNvSpPr>
            <a:spLocks xmlns:a="http://schemas.openxmlformats.org/drawingml/2006/main" noGrp="1"/>
          </p:cNvSpPr>
          <p:nvPr/>
        </p:nvSpPr>
        <p:spPr>
          <a:xfrm xmlns:a="http://schemas.openxmlformats.org/drawingml/2006/main">
            <a:off x="156495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35" name="">
            <a:extLst xmlns:a="http://schemas.openxmlformats.org/drawingml/2006/main">
              <a:ext uri="{FF2B5EF4-FFF2-40B4-BE49-F238E27FC236}">
                <a16:creationId xmlns:a16="http://schemas.microsoft.com/office/drawing/2014/main" id="{2E958FBF-9005-4A5A-B0A4-6FEBD0DDDC1C}"/>
              </a:ext>
            </a:extLst>
          </p:cNvPr>
          <p:cNvSpPr>
            <a:spLocks xmlns:a="http://schemas.openxmlformats.org/drawingml/2006/main" noGrp="1"/>
          </p:cNvSpPr>
          <p:nvPr/>
        </p:nvSpPr>
        <p:spPr>
          <a:xfrm xmlns:a="http://schemas.openxmlformats.org/drawingml/2006/main">
            <a:off x="223361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6" name="">
            <a:extLst xmlns:a="http://schemas.openxmlformats.org/drawingml/2006/main">
              <a:ext uri="{FF2B5EF4-FFF2-40B4-BE49-F238E27FC236}">
                <a16:creationId xmlns:a16="http://schemas.microsoft.com/office/drawing/2014/main" id="{DC21803E-92A8-4598-86F7-B084EFB87AB1}"/>
              </a:ext>
            </a:extLst>
          </p:cNvPr>
          <p:cNvSpPr>
            <a:spLocks xmlns:a="http://schemas.openxmlformats.org/drawingml/2006/main" noGrp="1"/>
          </p:cNvSpPr>
          <p:nvPr/>
        </p:nvSpPr>
        <p:spPr>
          <a:xfrm xmlns:a="http://schemas.openxmlformats.org/drawingml/2006/main">
            <a:off x="22336125" y="34147125"/>
            <a:ext cx="85725" cy="2857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7" name="">
            <a:extLst xmlns:a="http://schemas.openxmlformats.org/drawingml/2006/main">
              <a:ext uri="{FF2B5EF4-FFF2-40B4-BE49-F238E27FC236}">
                <a16:creationId xmlns:a16="http://schemas.microsoft.com/office/drawing/2014/main" id="{84E304BD-193F-4348-BC29-9378BAA3A690}"/>
              </a:ext>
            </a:extLst>
          </p:cNvPr>
          <p:cNvSpPr>
            <a:spLocks xmlns:a="http://schemas.openxmlformats.org/drawingml/2006/main" noGrp="1"/>
          </p:cNvSpPr>
          <p:nvPr/>
        </p:nvSpPr>
        <p:spPr>
          <a:xfrm xmlns:a="http://schemas.openxmlformats.org/drawingml/2006/main">
            <a:off x="226028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338" name="">
            <a:extLst xmlns:a="http://schemas.openxmlformats.org/drawingml/2006/main">
              <a:ext uri="{FF2B5EF4-FFF2-40B4-BE49-F238E27FC236}">
                <a16:creationId xmlns:a16="http://schemas.microsoft.com/office/drawing/2014/main" id="{807ACABE-110C-469A-9A1D-B3C2EDBFB44C}"/>
              </a:ext>
            </a:extLst>
          </p:cNvPr>
          <p:cNvSpPr>
            <a:spLocks xmlns:a="http://schemas.openxmlformats.org/drawingml/2006/main" noGrp="1"/>
          </p:cNvSpPr>
          <p:nvPr/>
        </p:nvSpPr>
        <p:spPr>
          <a:xfrm xmlns:a="http://schemas.openxmlformats.org/drawingml/2006/main">
            <a:off x="226028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B4F73"/>
                </a:solidFill>
                <a:latin typeface="Malgun Gothic"/>
                <a:ea typeface="Malgun Gothic"/>
                <a:cs typeface="Malgun Gothic"/>
              </a:defRPr>
            </a:pPr>
            <a:r>
              <a:rPr sz="1575" b="0">
                <a:solidFill>
                  <a:srgbClr val="FFFFFF"/>
                </a:solidFill>
                <a:latin typeface="Malgun Gothic"/>
                <a:ea typeface="Malgun Gothic"/>
                <a:cs typeface="Malgun Gothic"/>
              </a:rPr>
              <a:t>.</a:t>
            </a:r>
          </a:p>
        </p:txBody>
      </p:sp>
      <p:sp>
        <p:nvSpPr>
          <p:cNvPr id="339" name="">
            <a:extLst xmlns:a="http://schemas.openxmlformats.org/drawingml/2006/main">
              <a:ext uri="{FF2B5EF4-FFF2-40B4-BE49-F238E27FC236}">
                <a16:creationId xmlns:a16="http://schemas.microsoft.com/office/drawing/2014/main" id="{86B84C99-0802-465E-A75D-D2982A92C1EC}"/>
              </a:ext>
            </a:extLst>
          </p:cNvPr>
          <p:cNvSpPr>
            <a:spLocks xmlns:a="http://schemas.openxmlformats.org/drawingml/2006/main" noGrp="1"/>
          </p:cNvSpPr>
          <p:nvPr/>
        </p:nvSpPr>
        <p:spPr>
          <a:xfrm xmlns:a="http://schemas.openxmlformats.org/drawingml/2006/main">
            <a:off x="952500" y="39385875"/>
            <a:ext cx="28575000" cy="209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40" name="">
            <a:extLst xmlns:a="http://schemas.openxmlformats.org/drawingml/2006/main">
              <a:ext uri="{FF2B5EF4-FFF2-40B4-BE49-F238E27FC236}">
                <a16:creationId xmlns:a16="http://schemas.microsoft.com/office/drawing/2014/main" id="{54F96711-39EC-42CB-B866-8C52044BAC48}"/>
              </a:ext>
            </a:extLst>
          </p:cNvPr>
          <p:cNvSpPr>
            <a:spLocks xmlns:a="http://schemas.openxmlformats.org/drawingml/2006/main" noGrp="1"/>
          </p:cNvSpPr>
          <p:nvPr/>
        </p:nvSpPr>
        <p:spPr>
          <a:xfrm xmlns:a="http://schemas.openxmlformats.org/drawingml/2006/main">
            <a:off x="1476375" y="39909750"/>
            <a:ext cx="27527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a:t>
            </a:r>
          </a:p>
        </p:txBody>
      </p:sp>
      <p:sp>
        <p:nvSpPr>
          <p:cNvPr id="344" name="">
            <a:extLst xmlns:a="http://schemas.openxmlformats.org/drawingml/2006/main">
              <a:ext uri="{FF2B5EF4-FFF2-40B4-BE49-F238E27FC236}">
                <a16:creationId xmlns:a16="http://schemas.microsoft.com/office/drawing/2014/main" id="{CBD46836-EB2E-4099-BEB4-392C93413725}"/>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5" name="">
            <a:extLst xmlns:a="http://schemas.openxmlformats.org/drawingml/2006/main">
              <a:ext uri="{FF2B5EF4-FFF2-40B4-BE49-F238E27FC236}">
                <a16:creationId xmlns:a16="http://schemas.microsoft.com/office/drawing/2014/main" id="{AF7D1AFE-F018-4017-A674-D3B76BEF939F}"/>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6" name="">
            <a:extLst xmlns:a="http://schemas.openxmlformats.org/drawingml/2006/main">
              <a:ext uri="{FF2B5EF4-FFF2-40B4-BE49-F238E27FC236}">
                <a16:creationId xmlns:a16="http://schemas.microsoft.com/office/drawing/2014/main" id="{47DEA94D-D43E-41F0-A9ED-8710AF62BEBF}"/>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347" name="">
            <a:extLst xmlns:a="http://schemas.openxmlformats.org/drawingml/2006/main">
              <a:ext uri="{FF2B5EF4-FFF2-40B4-BE49-F238E27FC236}">
                <a16:creationId xmlns:a16="http://schemas.microsoft.com/office/drawing/2014/main" id="{645DF16F-02FB-47C8-B762-540A117BCA77}"/>
              </a:ext>
            </a:extLst>
          </p:cNvPr>
          <p:cNvSpPr>
            <a:spLocks xmlns:a="http://schemas.openxmlformats.org/drawingml/2006/main" noGrp="1"/>
          </p:cNvSpPr>
          <p:nvPr/>
        </p:nvSpPr>
        <p:spPr>
          <a:xfrm xmlns:a="http://schemas.openxmlformats.org/drawingml/2006/main">
            <a:off x="838200" y="6191250"/>
            <a:ext cx="9334500" cy="10191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48" name="">
            <a:extLst xmlns:a="http://schemas.openxmlformats.org/drawingml/2006/main">
              <a:ext uri="{FF2B5EF4-FFF2-40B4-BE49-F238E27FC236}">
                <a16:creationId xmlns:a16="http://schemas.microsoft.com/office/drawing/2014/main" id="{FE194E28-E593-481E-B3DC-81B6FB7D4FA3}"/>
              </a:ext>
            </a:extLst>
          </p:cNvPr>
          <p:cNvSpPr>
            <a:spLocks xmlns:a="http://schemas.openxmlformats.org/drawingml/2006/main" noGrp="1"/>
          </p:cNvSpPr>
          <p:nvPr/>
        </p:nvSpPr>
        <p:spPr>
          <a:xfrm xmlns:a="http://schemas.openxmlformats.org/drawingml/2006/main">
            <a:off x="8382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9" name="">
            <a:extLst xmlns:a="http://schemas.openxmlformats.org/drawingml/2006/main">
              <a:ext uri="{FF2B5EF4-FFF2-40B4-BE49-F238E27FC236}">
                <a16:creationId xmlns:a16="http://schemas.microsoft.com/office/drawing/2014/main" id="{EC7C29D7-4076-47C8-94EE-5C9FB757B91D}"/>
              </a:ext>
            </a:extLst>
          </p:cNvPr>
          <p:cNvSpPr>
            <a:spLocks xmlns:a="http://schemas.openxmlformats.org/drawingml/2006/main" noGrp="1"/>
          </p:cNvSpPr>
          <p:nvPr/>
        </p:nvSpPr>
        <p:spPr>
          <a:xfrm xmlns:a="http://schemas.openxmlformats.org/drawingml/2006/main">
            <a:off x="10096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1. 초록</a:t>
            </a:r>
          </a:p>
        </p:txBody>
      </p:sp>
      <p:sp>
        <p:nvSpPr>
          <p:cNvPr id="350" name="">
            <a:extLst xmlns:a="http://schemas.openxmlformats.org/drawingml/2006/main">
              <a:ext uri="{FF2B5EF4-FFF2-40B4-BE49-F238E27FC236}">
                <a16:creationId xmlns:a16="http://schemas.microsoft.com/office/drawing/2014/main" id="{FE072913-89DC-461E-80F5-63468955B574}"/>
              </a:ext>
            </a:extLst>
          </p:cNvPr>
          <p:cNvSpPr>
            <a:spLocks xmlns:a="http://schemas.openxmlformats.org/drawingml/2006/main" noGrp="1"/>
          </p:cNvSpPr>
          <p:nvPr/>
        </p:nvSpPr>
        <p:spPr>
          <a:xfrm xmlns:a="http://schemas.openxmlformats.org/drawingml/2006/main">
            <a:off x="1009650" y="6877050"/>
            <a:ext cx="8991600" cy="931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경찰 수사정보는 사건 관계자, 피해자, 피의자, 참고인 등 민감한 개인정보와 수사 단서를 포함하므로 내부자 오남용이 발생했을 때 사회적 피해가 크다. 그러나 기존 역할 기반 접근제어는 로그인 시점의 계정 권한을 중심으로 동작하기 때문에 로그인 이후의 접속 위치, 등록 기기, 담당 사건 여부, 반복 조회 행동, 다운로드 시도와 같은 변화된 위험을 충분히 반영하지 못한다. 본 연구는 경찰 수사정보 환경에 특화된 동적 제로트러스트 접근제어 시스템을 제안한다. 제안 시스템은 모든 요청을 신뢰하지 않고 매 요청마다 위험을 재평가하며, 자료 민감도와 사용자 맥락을 결합해 열람, 마스킹, 재인증, 관리자 승인, 차단을 결정한다.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시스템의 핵심 목표는 보안 강도를 높이면서도 정당한 수사 업무의 흐름을 끊지 않는 것이다. 이를 위해 위험이 낮은 요청은 빠르게 허용하고, 위험이 높거나 근거가 부족한 요청은 제한 열람 또는 승인 절차로 전환한다.</a:t>
            </a:r>
          </a:p>
        </p:txBody>
      </p:sp>
      <p:sp>
        <p:nvSpPr>
          <p:cNvPr id="351" name="">
            <a:extLst xmlns:a="http://schemas.openxmlformats.org/drawingml/2006/main">
              <a:ext uri="{FF2B5EF4-FFF2-40B4-BE49-F238E27FC236}">
                <a16:creationId xmlns:a16="http://schemas.microsoft.com/office/drawing/2014/main" id="{12722450-AED0-497B-85CE-41AB8B332A87}"/>
              </a:ext>
            </a:extLst>
          </p:cNvPr>
          <p:cNvSpPr>
            <a:spLocks xmlns:a="http://schemas.openxmlformats.org/drawingml/2006/main" noGrp="1"/>
          </p:cNvSpPr>
          <p:nvPr/>
        </p:nvSpPr>
        <p:spPr>
          <a:xfrm xmlns:a="http://schemas.openxmlformats.org/drawingml/2006/main">
            <a:off x="838200" y="16611600"/>
            <a:ext cx="9334500" cy="9810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52" name="">
            <a:extLst xmlns:a="http://schemas.openxmlformats.org/drawingml/2006/main">
              <a:ext uri="{FF2B5EF4-FFF2-40B4-BE49-F238E27FC236}">
                <a16:creationId xmlns:a16="http://schemas.microsoft.com/office/drawing/2014/main" id="{537A7EAF-6A93-471E-A474-A0364D36D4F5}"/>
              </a:ext>
            </a:extLst>
          </p:cNvPr>
          <p:cNvSpPr>
            <a:spLocks xmlns:a="http://schemas.openxmlformats.org/drawingml/2006/main" noGrp="1"/>
          </p:cNvSpPr>
          <p:nvPr/>
        </p:nvSpPr>
        <p:spPr>
          <a:xfrm xmlns:a="http://schemas.openxmlformats.org/drawingml/2006/main">
            <a:off x="838200" y="1661160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53" name="">
            <a:extLst xmlns:a="http://schemas.openxmlformats.org/drawingml/2006/main">
              <a:ext uri="{FF2B5EF4-FFF2-40B4-BE49-F238E27FC236}">
                <a16:creationId xmlns:a16="http://schemas.microsoft.com/office/drawing/2014/main" id="{02A96205-83BD-46F8-89FA-A2742F13779F}"/>
              </a:ext>
            </a:extLst>
          </p:cNvPr>
          <p:cNvSpPr>
            <a:spLocks xmlns:a="http://schemas.openxmlformats.org/drawingml/2006/main" noGrp="1"/>
          </p:cNvSpPr>
          <p:nvPr/>
        </p:nvSpPr>
        <p:spPr>
          <a:xfrm xmlns:a="http://schemas.openxmlformats.org/drawingml/2006/main">
            <a:off x="1009650" y="1669732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2. 문제 정의</a:t>
            </a:r>
          </a:p>
        </p:txBody>
      </p:sp>
      <p:sp>
        <p:nvSpPr>
          <p:cNvPr id="354" name="">
            <a:extLst xmlns:a="http://schemas.openxmlformats.org/drawingml/2006/main">
              <a:ext uri="{FF2B5EF4-FFF2-40B4-BE49-F238E27FC236}">
                <a16:creationId xmlns:a16="http://schemas.microsoft.com/office/drawing/2014/main" id="{2033E031-E456-4F45-963E-546F8931B8A5}"/>
              </a:ext>
            </a:extLst>
          </p:cNvPr>
          <p:cNvSpPr>
            <a:spLocks xmlns:a="http://schemas.openxmlformats.org/drawingml/2006/main" noGrp="1"/>
          </p:cNvSpPr>
          <p:nvPr/>
        </p:nvSpPr>
        <p:spPr>
          <a:xfrm xmlns:a="http://schemas.openxmlformats.org/drawingml/2006/main">
            <a:off x="1009650" y="17297400"/>
            <a:ext cx="8991600" cy="893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내부자 위협은 외부 침입과 달리 사용자가 이미 정상 계정과 권한을 보유한다는 점에서 탐지가 어렵다. 특히 경찰 조직에서는 특정 사건을 담당하지 않는 사용자가 호기심, 사적 목적, 금전적 유인 등으로 사건 정보를 조회할 가능성이 있다. 기존 시스템은 ‘해당 계정이 어떤 역할을 갖는가’를 주로 확인하지만, ‘지금 이 위치에서, 이 기기로, 이 사건을, 이 빈도로, 이 방식으로 접근하는 것이 정당한가’는 충분히 판단하지 못한다. 따라서 사후 감찰이나 징계보다 접근 요청 단계에서 위험을 낮추는 구조가 필요하다.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따라서 단순한 계정 인증보다 요청 시점의 맥락을 정책 판단에 포함하는 것이 중요하다. 특히 같은 경찰 계정이라도 담당 사건, 관할, 시간대, 접속 위치가 달라지면 접근 위험도는 크게 달라질 수 있다.</a:t>
            </a:r>
          </a:p>
        </p:txBody>
      </p:sp>
      <p:sp>
        <p:nvSpPr>
          <p:cNvPr id="355" name="">
            <a:extLst xmlns:a="http://schemas.openxmlformats.org/drawingml/2006/main">
              <a:ext uri="{FF2B5EF4-FFF2-40B4-BE49-F238E27FC236}">
                <a16:creationId xmlns:a16="http://schemas.microsoft.com/office/drawing/2014/main" id="{20D3ED8C-2097-4F19-93CA-60036BA0D1B7}"/>
              </a:ext>
            </a:extLst>
          </p:cNvPr>
          <p:cNvSpPr>
            <a:spLocks xmlns:a="http://schemas.openxmlformats.org/drawingml/2006/main" noGrp="1"/>
          </p:cNvSpPr>
          <p:nvPr/>
        </p:nvSpPr>
        <p:spPr>
          <a:xfrm xmlns:a="http://schemas.openxmlformats.org/drawingml/2006/main">
            <a:off x="838200" y="26650950"/>
            <a:ext cx="9334500" cy="9810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56" name="">
            <a:extLst xmlns:a="http://schemas.openxmlformats.org/drawingml/2006/main">
              <a:ext uri="{FF2B5EF4-FFF2-40B4-BE49-F238E27FC236}">
                <a16:creationId xmlns:a16="http://schemas.microsoft.com/office/drawing/2014/main" id="{329D3628-6726-4688-A9F9-358AC7964E41}"/>
              </a:ext>
            </a:extLst>
          </p:cNvPr>
          <p:cNvSpPr>
            <a:spLocks xmlns:a="http://schemas.openxmlformats.org/drawingml/2006/main" noGrp="1"/>
          </p:cNvSpPr>
          <p:nvPr/>
        </p:nvSpPr>
        <p:spPr>
          <a:xfrm xmlns:a="http://schemas.openxmlformats.org/drawingml/2006/main">
            <a:off x="838200" y="266509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57" name="">
            <a:extLst xmlns:a="http://schemas.openxmlformats.org/drawingml/2006/main">
              <a:ext uri="{FF2B5EF4-FFF2-40B4-BE49-F238E27FC236}">
                <a16:creationId xmlns:a16="http://schemas.microsoft.com/office/drawing/2014/main" id="{C2AAB01E-4114-48B4-9CB3-0A7ADB914F0B}"/>
              </a:ext>
            </a:extLst>
          </p:cNvPr>
          <p:cNvSpPr>
            <a:spLocks xmlns:a="http://schemas.openxmlformats.org/drawingml/2006/main" noGrp="1"/>
          </p:cNvSpPr>
          <p:nvPr/>
        </p:nvSpPr>
        <p:spPr>
          <a:xfrm xmlns:a="http://schemas.openxmlformats.org/drawingml/2006/main">
            <a:off x="1009650" y="267366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3. 관련 방식의 한계</a:t>
            </a:r>
          </a:p>
        </p:txBody>
      </p:sp>
      <p:sp>
        <p:nvSpPr>
          <p:cNvPr id="358" name="">
            <a:extLst xmlns:a="http://schemas.openxmlformats.org/drawingml/2006/main">
              <a:ext uri="{FF2B5EF4-FFF2-40B4-BE49-F238E27FC236}">
                <a16:creationId xmlns:a16="http://schemas.microsoft.com/office/drawing/2014/main" id="{E7628D3E-A3AB-4D9E-B0C4-230722963DA9}"/>
              </a:ext>
            </a:extLst>
          </p:cNvPr>
          <p:cNvSpPr>
            <a:spLocks xmlns:a="http://schemas.openxmlformats.org/drawingml/2006/main" noGrp="1"/>
          </p:cNvSpPr>
          <p:nvPr/>
        </p:nvSpPr>
        <p:spPr>
          <a:xfrm xmlns:a="http://schemas.openxmlformats.org/drawingml/2006/main">
            <a:off x="1009650" y="27336750"/>
            <a:ext cx="8991600" cy="893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RBAC는 역할과 부서를 기준으로 권한을 부여하므로 구조가 단순하고 관리가 쉽지만, 동일 역할 내부의 세부 업무 차이를 반영하기 어렵다. ABAC는 속성을 정책에 사용할 수 있으나 실제 운영에서는 정책 복잡도가 증가하고, 행동 누적이나 실시간 위험 변화까지 반영하려면 별도 엔진이 필요하다. 기존 감사 로그는 사후 추적에는 유용하지만, 접근 이전에 위험 행동을 줄이는 데에는 한계가 있다. 본 시스템은 역할·속성·행동·환경·자료 민감도를 함께 사용해 기존 방식의 정적 판단을 동적 판단으로 확장한다.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본 연구는 기존 방식의 장점을 부정하지 않고, 역할 기반 권한을 기본 경계로 사용하면서 그 위에 상황 기반 위험 판단을 추가한다. 이 구조는 기존 시스템을 완전히 대체하기보다 보안 결정을 보강하는 계층으로 설계될 수 있다.</a:t>
            </a:r>
          </a:p>
        </p:txBody>
      </p:sp>
      <p:sp>
        <p:nvSpPr>
          <p:cNvPr id="359" name="">
            <a:extLst xmlns:a="http://schemas.openxmlformats.org/drawingml/2006/main">
              <a:ext uri="{FF2B5EF4-FFF2-40B4-BE49-F238E27FC236}">
                <a16:creationId xmlns:a16="http://schemas.microsoft.com/office/drawing/2014/main" id="{911E7F27-2346-473E-8E51-35CFD781DE9B}"/>
              </a:ext>
            </a:extLst>
          </p:cNvPr>
          <p:cNvSpPr>
            <a:spLocks xmlns:a="http://schemas.openxmlformats.org/drawingml/2006/main" noGrp="1"/>
          </p:cNvSpPr>
          <p:nvPr/>
        </p:nvSpPr>
        <p:spPr>
          <a:xfrm xmlns:a="http://schemas.openxmlformats.org/drawingml/2006/main">
            <a:off x="10515600" y="6191250"/>
            <a:ext cx="9334500" cy="10668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60" name="">
            <a:extLst xmlns:a="http://schemas.openxmlformats.org/drawingml/2006/main">
              <a:ext uri="{FF2B5EF4-FFF2-40B4-BE49-F238E27FC236}">
                <a16:creationId xmlns:a16="http://schemas.microsoft.com/office/drawing/2014/main" id="{26BB48FC-E051-4CE7-B500-669EE6EFA67A}"/>
              </a:ext>
            </a:extLst>
          </p:cNvPr>
          <p:cNvSpPr>
            <a:spLocks xmlns:a="http://schemas.openxmlformats.org/drawingml/2006/main" noGrp="1"/>
          </p:cNvSpPr>
          <p:nvPr/>
        </p:nvSpPr>
        <p:spPr>
          <a:xfrm xmlns:a="http://schemas.openxmlformats.org/drawingml/2006/main">
            <a:off x="105156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61" name="">
            <a:extLst xmlns:a="http://schemas.openxmlformats.org/drawingml/2006/main">
              <a:ext uri="{FF2B5EF4-FFF2-40B4-BE49-F238E27FC236}">
                <a16:creationId xmlns:a16="http://schemas.microsoft.com/office/drawing/2014/main" id="{B9899FF8-D9B8-48D6-BD17-5481EAB39D65}"/>
              </a:ext>
            </a:extLst>
          </p:cNvPr>
          <p:cNvSpPr>
            <a:spLocks xmlns:a="http://schemas.openxmlformats.org/drawingml/2006/main" noGrp="1"/>
          </p:cNvSpPr>
          <p:nvPr/>
        </p:nvSpPr>
        <p:spPr>
          <a:xfrm xmlns:a="http://schemas.openxmlformats.org/drawingml/2006/main">
            <a:off x="106870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4. 제안 시스템 개요</a:t>
            </a:r>
          </a:p>
        </p:txBody>
      </p:sp>
      <p:sp>
        <p:nvSpPr>
          <p:cNvPr id="362" name="">
            <a:extLst xmlns:a="http://schemas.openxmlformats.org/drawingml/2006/main">
              <a:ext uri="{FF2B5EF4-FFF2-40B4-BE49-F238E27FC236}">
                <a16:creationId xmlns:a16="http://schemas.microsoft.com/office/drawing/2014/main" id="{3784714F-1383-480F-A980-6C7B007807D3}"/>
              </a:ext>
            </a:extLst>
          </p:cNvPr>
          <p:cNvSpPr>
            <a:spLocks xmlns:a="http://schemas.openxmlformats.org/drawingml/2006/main" noGrp="1"/>
          </p:cNvSpPr>
          <p:nvPr/>
        </p:nvSpPr>
        <p:spPr>
          <a:xfrm xmlns:a="http://schemas.openxmlformats.org/drawingml/2006/main">
            <a:off x="10687050" y="6877050"/>
            <a:ext cx="8991600" cy="807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제안 시스템은 요청 맥락 수집기, 정책 및 위험 엔진, 접근 결정 모듈, 관리자 승인 모듈, 감사 로그 저장소로 구성된다. 사용자가 수사자료를 조회하거나 다운로드하려고 하면 시스템은 계정, 부서, 담당 사건, 자료 등급, 접속 위치, 등록 기기, 시간대, 행동 빈도, 다운로드 여부를 수집한다. 이후 즉시 차단 규칙을 먼저 적용하고, 차단 대상이 아니면 4축 위험 점수를 계산한다. 계산된 점수와 정책 신뢰도에 따라 L1부터 L5까지의 접근 수준을 결정하며, 모든 결정 과정은 감사 가능한 로그로 남긴다.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이 구조에서 정책 엔진은 단일 점수만 출력하는 모듈이 아니라, 접근 수준과 감사 근거를 동시에 생성하는 의사결정 모듈이다. 따라서 사용자는 동일한 자료라도 업무 관련성, 위치, 기기, 행동 이력에 따라 서로 다른 접근 결과를 받게 된다.</a:t>
            </a:r>
          </a:p>
        </p:txBody>
      </p:sp>
      <p:sp>
        <p:nvSpPr>
          <p:cNvPr id="363" name="">
            <a:extLst xmlns:a="http://schemas.openxmlformats.org/drawingml/2006/main">
              <a:ext uri="{FF2B5EF4-FFF2-40B4-BE49-F238E27FC236}">
                <a16:creationId xmlns:a16="http://schemas.microsoft.com/office/drawing/2014/main" id="{6A4D7116-330D-43D8-B1E3-2CBB83A39509}"/>
              </a:ext>
            </a:extLst>
          </p:cNvPr>
          <p:cNvSpPr>
            <a:spLocks xmlns:a="http://schemas.openxmlformats.org/drawingml/2006/main" noGrp="1"/>
          </p:cNvSpPr>
          <p:nvPr/>
        </p:nvSpPr>
        <p:spPr>
          <a:xfrm xmlns:a="http://schemas.openxmlformats.org/drawingml/2006/main">
            <a:off x="10744200" y="15192375"/>
            <a:ext cx="8877300" cy="1524000"/>
          </a:xfrm>
          <a:prstGeom xmlns:a="http://schemas.openxmlformats.org/drawingml/2006/main" prst="rect">
            <a:avLst/>
          </a:prstGeom>
          <a:solidFill xmlns:a="http://schemas.openxmlformats.org/drawingml/2006/main">
            <a:srgbClr val="F7F9FC"/>
          </a:solidFill>
          <a:ln xmlns:a="http://schemas.openxmlformats.org/drawingml/2006/main" w="9525">
            <a:solidFill>
              <a:srgbClr val="D7DFEC"/>
            </a:solidFill>
            <a:prstDash val="solid"/>
          </a:ln>
        </p:spPr>
      </p:sp>
      <p:sp>
        <p:nvSpPr>
          <p:cNvPr id="364" name="">
            <a:extLst xmlns:a="http://schemas.openxmlformats.org/drawingml/2006/main">
              <a:ext uri="{FF2B5EF4-FFF2-40B4-BE49-F238E27FC236}">
                <a16:creationId xmlns:a16="http://schemas.microsoft.com/office/drawing/2014/main" id="{0884C218-038A-4CF3-AF20-9CDD39B302D0}"/>
              </a:ext>
            </a:extLst>
          </p:cNvPr>
          <p:cNvSpPr>
            <a:spLocks xmlns:a="http://schemas.openxmlformats.org/drawingml/2006/main" noGrp="1"/>
          </p:cNvSpPr>
          <p:nvPr/>
        </p:nvSpPr>
        <p:spPr>
          <a:xfrm xmlns:a="http://schemas.openxmlformats.org/drawingml/2006/main">
            <a:off x="10896600" y="15306675"/>
            <a:ext cx="857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B2A55"/>
                </a:solidFill>
                <a:latin typeface="Malgun Gothic"/>
                <a:ea typeface="Malgun Gothic"/>
                <a:cs typeface="Malgun Gothic"/>
              </a:defRPr>
            </a:pPr>
            <a:r>
              <a:rPr sz="1425" b="1">
                <a:solidFill>
                  <a:srgbClr val="2B2A55"/>
                </a:solidFill>
                <a:latin typeface="Malgun Gothic"/>
                <a:ea typeface="Malgun Gothic"/>
                <a:cs typeface="Malgun Gothic"/>
              </a:rPr>
              <a:t>Fig. 1. 요청-결정 흐름</a:t>
            </a:r>
          </a:p>
        </p:txBody>
      </p:sp>
      <p:sp>
        <p:nvSpPr>
          <p:cNvPr id="365" name="">
            <a:extLst xmlns:a="http://schemas.openxmlformats.org/drawingml/2006/main">
              <a:ext uri="{FF2B5EF4-FFF2-40B4-BE49-F238E27FC236}">
                <a16:creationId xmlns:a16="http://schemas.microsoft.com/office/drawing/2014/main" id="{865B4C0D-8069-4D0A-8E1A-1E924EC93F12}"/>
              </a:ext>
            </a:extLst>
          </p:cNvPr>
          <p:cNvSpPr>
            <a:spLocks xmlns:a="http://schemas.openxmlformats.org/drawingml/2006/main" noGrp="1"/>
          </p:cNvSpPr>
          <p:nvPr/>
        </p:nvSpPr>
        <p:spPr>
          <a:xfrm xmlns:a="http://schemas.openxmlformats.org/drawingml/2006/main">
            <a:off x="10991850" y="15744825"/>
            <a:ext cx="1600200" cy="5524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366" name="">
            <a:extLst xmlns:a="http://schemas.openxmlformats.org/drawingml/2006/main">
              <a:ext uri="{FF2B5EF4-FFF2-40B4-BE49-F238E27FC236}">
                <a16:creationId xmlns:a16="http://schemas.microsoft.com/office/drawing/2014/main" id="{E9419099-3D28-47D0-82C9-E17D97B31940}"/>
              </a:ext>
            </a:extLst>
          </p:cNvPr>
          <p:cNvSpPr>
            <a:spLocks xmlns:a="http://schemas.openxmlformats.org/drawingml/2006/main" noGrp="1"/>
          </p:cNvSpPr>
          <p:nvPr/>
        </p:nvSpPr>
        <p:spPr>
          <a:xfrm xmlns:a="http://schemas.openxmlformats.org/drawingml/2006/main">
            <a:off x="109918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요청</a:t>
            </a:r>
          </a:p>
        </p:txBody>
      </p:sp>
      <p:sp>
        <p:nvSpPr>
          <p:cNvPr id="367" name="">
            <a:extLst xmlns:a="http://schemas.openxmlformats.org/drawingml/2006/main">
              <a:ext uri="{FF2B5EF4-FFF2-40B4-BE49-F238E27FC236}">
                <a16:creationId xmlns:a16="http://schemas.microsoft.com/office/drawing/2014/main" id="{6C92EDC5-FDFE-4559-BC2C-C9369790A5AA}"/>
              </a:ext>
            </a:extLst>
          </p:cNvPr>
          <p:cNvSpPr>
            <a:spLocks xmlns:a="http://schemas.openxmlformats.org/drawingml/2006/main" noGrp="1"/>
          </p:cNvSpPr>
          <p:nvPr/>
        </p:nvSpPr>
        <p:spPr>
          <a:xfrm xmlns:a="http://schemas.openxmlformats.org/drawingml/2006/main">
            <a:off x="1259205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68" name="">
            <a:extLst xmlns:a="http://schemas.openxmlformats.org/drawingml/2006/main">
              <a:ext uri="{FF2B5EF4-FFF2-40B4-BE49-F238E27FC236}">
                <a16:creationId xmlns:a16="http://schemas.microsoft.com/office/drawing/2014/main" id="{9C2DBA12-B4E3-43A4-BAE0-75B78D20C5B4}"/>
              </a:ext>
            </a:extLst>
          </p:cNvPr>
          <p:cNvSpPr>
            <a:spLocks xmlns:a="http://schemas.openxmlformats.org/drawingml/2006/main" noGrp="1"/>
          </p:cNvSpPr>
          <p:nvPr/>
        </p:nvSpPr>
        <p:spPr>
          <a:xfrm xmlns:a="http://schemas.openxmlformats.org/drawingml/2006/main">
            <a:off x="12687300" y="15744825"/>
            <a:ext cx="1600200" cy="5524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369" name="">
            <a:extLst xmlns:a="http://schemas.openxmlformats.org/drawingml/2006/main">
              <a:ext uri="{FF2B5EF4-FFF2-40B4-BE49-F238E27FC236}">
                <a16:creationId xmlns:a16="http://schemas.microsoft.com/office/drawing/2014/main" id="{5FD99F84-EC90-4C7C-A181-6C6C506F5F02}"/>
              </a:ext>
            </a:extLst>
          </p:cNvPr>
          <p:cNvSpPr>
            <a:spLocks xmlns:a="http://schemas.openxmlformats.org/drawingml/2006/main" noGrp="1"/>
          </p:cNvSpPr>
          <p:nvPr/>
        </p:nvSpPr>
        <p:spPr>
          <a:xfrm xmlns:a="http://schemas.openxmlformats.org/drawingml/2006/main">
            <a:off x="1268730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맥락 수집</a:t>
            </a:r>
          </a:p>
        </p:txBody>
      </p:sp>
      <p:sp>
        <p:nvSpPr>
          <p:cNvPr id="370" name="">
            <a:extLst xmlns:a="http://schemas.openxmlformats.org/drawingml/2006/main">
              <a:ext uri="{FF2B5EF4-FFF2-40B4-BE49-F238E27FC236}">
                <a16:creationId xmlns:a16="http://schemas.microsoft.com/office/drawing/2014/main" id="{2789EA4C-8122-49FE-B521-DB1F45C5D7D4}"/>
              </a:ext>
            </a:extLst>
          </p:cNvPr>
          <p:cNvSpPr>
            <a:spLocks xmlns:a="http://schemas.openxmlformats.org/drawingml/2006/main" noGrp="1"/>
          </p:cNvSpPr>
          <p:nvPr/>
        </p:nvSpPr>
        <p:spPr>
          <a:xfrm xmlns:a="http://schemas.openxmlformats.org/drawingml/2006/main">
            <a:off x="1428750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1" name="">
            <a:extLst xmlns:a="http://schemas.openxmlformats.org/drawingml/2006/main">
              <a:ext uri="{FF2B5EF4-FFF2-40B4-BE49-F238E27FC236}">
                <a16:creationId xmlns:a16="http://schemas.microsoft.com/office/drawing/2014/main" id="{6E8BB159-ABAE-4AC5-B282-244948D6FF52}"/>
              </a:ext>
            </a:extLst>
          </p:cNvPr>
          <p:cNvSpPr>
            <a:spLocks xmlns:a="http://schemas.openxmlformats.org/drawingml/2006/main" noGrp="1"/>
          </p:cNvSpPr>
          <p:nvPr/>
        </p:nvSpPr>
        <p:spPr>
          <a:xfrm xmlns:a="http://schemas.openxmlformats.org/drawingml/2006/main">
            <a:off x="14382750" y="15744825"/>
            <a:ext cx="1600200" cy="5524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372" name="">
            <a:extLst xmlns:a="http://schemas.openxmlformats.org/drawingml/2006/main">
              <a:ext uri="{FF2B5EF4-FFF2-40B4-BE49-F238E27FC236}">
                <a16:creationId xmlns:a16="http://schemas.microsoft.com/office/drawing/2014/main" id="{09F2348C-4D8D-4584-8A83-1B8B167A037D}"/>
              </a:ext>
            </a:extLst>
          </p:cNvPr>
          <p:cNvSpPr>
            <a:spLocks xmlns:a="http://schemas.openxmlformats.org/drawingml/2006/main" noGrp="1"/>
          </p:cNvSpPr>
          <p:nvPr/>
        </p:nvSpPr>
        <p:spPr>
          <a:xfrm xmlns:a="http://schemas.openxmlformats.org/drawingml/2006/main">
            <a:off x="143827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위험 산정</a:t>
            </a:r>
          </a:p>
        </p:txBody>
      </p:sp>
      <p:sp>
        <p:nvSpPr>
          <p:cNvPr id="373" name="">
            <a:extLst xmlns:a="http://schemas.openxmlformats.org/drawingml/2006/main">
              <a:ext uri="{FF2B5EF4-FFF2-40B4-BE49-F238E27FC236}">
                <a16:creationId xmlns:a16="http://schemas.microsoft.com/office/drawing/2014/main" id="{B7E70009-EFBA-40EF-9377-638DF83EA2A5}"/>
              </a:ext>
            </a:extLst>
          </p:cNvPr>
          <p:cNvSpPr>
            <a:spLocks xmlns:a="http://schemas.openxmlformats.org/drawingml/2006/main" noGrp="1"/>
          </p:cNvSpPr>
          <p:nvPr/>
        </p:nvSpPr>
        <p:spPr>
          <a:xfrm xmlns:a="http://schemas.openxmlformats.org/drawingml/2006/main">
            <a:off x="1598295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4" name="">
            <a:extLst xmlns:a="http://schemas.openxmlformats.org/drawingml/2006/main">
              <a:ext uri="{FF2B5EF4-FFF2-40B4-BE49-F238E27FC236}">
                <a16:creationId xmlns:a16="http://schemas.microsoft.com/office/drawing/2014/main" id="{8C037DC6-87AC-4921-BBC3-93DDDFFB392A}"/>
              </a:ext>
            </a:extLst>
          </p:cNvPr>
          <p:cNvSpPr>
            <a:spLocks xmlns:a="http://schemas.openxmlformats.org/drawingml/2006/main" noGrp="1"/>
          </p:cNvSpPr>
          <p:nvPr/>
        </p:nvSpPr>
        <p:spPr>
          <a:xfrm xmlns:a="http://schemas.openxmlformats.org/drawingml/2006/main">
            <a:off x="16078200" y="15744825"/>
            <a:ext cx="1600200" cy="5524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375" name="">
            <a:extLst xmlns:a="http://schemas.openxmlformats.org/drawingml/2006/main">
              <a:ext uri="{FF2B5EF4-FFF2-40B4-BE49-F238E27FC236}">
                <a16:creationId xmlns:a16="http://schemas.microsoft.com/office/drawing/2014/main" id="{7344190D-22FA-47A5-A6D8-99BDE3D461CE}"/>
              </a:ext>
            </a:extLst>
          </p:cNvPr>
          <p:cNvSpPr>
            <a:spLocks xmlns:a="http://schemas.openxmlformats.org/drawingml/2006/main" noGrp="1"/>
          </p:cNvSpPr>
          <p:nvPr/>
        </p:nvSpPr>
        <p:spPr>
          <a:xfrm xmlns:a="http://schemas.openxmlformats.org/drawingml/2006/main">
            <a:off x="1607820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접근 결정</a:t>
            </a:r>
          </a:p>
        </p:txBody>
      </p:sp>
      <p:sp>
        <p:nvSpPr>
          <p:cNvPr id="376" name="">
            <a:extLst xmlns:a="http://schemas.openxmlformats.org/drawingml/2006/main">
              <a:ext uri="{FF2B5EF4-FFF2-40B4-BE49-F238E27FC236}">
                <a16:creationId xmlns:a16="http://schemas.microsoft.com/office/drawing/2014/main" id="{F5EAB6B0-442F-44BE-8B37-14D87B715D6E}"/>
              </a:ext>
            </a:extLst>
          </p:cNvPr>
          <p:cNvSpPr>
            <a:spLocks xmlns:a="http://schemas.openxmlformats.org/drawingml/2006/main" noGrp="1"/>
          </p:cNvSpPr>
          <p:nvPr/>
        </p:nvSpPr>
        <p:spPr>
          <a:xfrm xmlns:a="http://schemas.openxmlformats.org/drawingml/2006/main">
            <a:off x="1767840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7" name="">
            <a:extLst xmlns:a="http://schemas.openxmlformats.org/drawingml/2006/main">
              <a:ext uri="{FF2B5EF4-FFF2-40B4-BE49-F238E27FC236}">
                <a16:creationId xmlns:a16="http://schemas.microsoft.com/office/drawing/2014/main" id="{BCF6A926-C2F9-4B33-A697-E5C7F2BDFAAA}"/>
              </a:ext>
            </a:extLst>
          </p:cNvPr>
          <p:cNvSpPr>
            <a:spLocks xmlns:a="http://schemas.openxmlformats.org/drawingml/2006/main" noGrp="1"/>
          </p:cNvSpPr>
          <p:nvPr/>
        </p:nvSpPr>
        <p:spPr>
          <a:xfrm xmlns:a="http://schemas.openxmlformats.org/drawingml/2006/main">
            <a:off x="17773650" y="15744825"/>
            <a:ext cx="1600200" cy="5524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378" name="">
            <a:extLst xmlns:a="http://schemas.openxmlformats.org/drawingml/2006/main">
              <a:ext uri="{FF2B5EF4-FFF2-40B4-BE49-F238E27FC236}">
                <a16:creationId xmlns:a16="http://schemas.microsoft.com/office/drawing/2014/main" id="{1568A211-655C-4C97-A72C-542725BB48B6}"/>
              </a:ext>
            </a:extLst>
          </p:cNvPr>
          <p:cNvSpPr>
            <a:spLocks xmlns:a="http://schemas.openxmlformats.org/drawingml/2006/main" noGrp="1"/>
          </p:cNvSpPr>
          <p:nvPr/>
        </p:nvSpPr>
        <p:spPr>
          <a:xfrm xmlns:a="http://schemas.openxmlformats.org/drawingml/2006/main">
            <a:off x="177736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Malgun Gothic"/>
                <a:ea typeface="Malgun Gothic"/>
                <a:cs typeface="Malgun Gothic"/>
              </a:defRPr>
            </a:pPr>
            <a:r>
              <a:rPr sz="1350" b="1">
                <a:solidFill>
                  <a:srgbClr val="FFFFFF"/>
                </a:solidFill>
                <a:latin typeface="Malgun Gothic"/>
                <a:ea typeface="Malgun Gothic"/>
                <a:cs typeface="Malgun Gothic"/>
              </a:rPr>
              <a:t>감사</a:t>
            </a:r>
          </a:p>
        </p:txBody>
      </p:sp>
      <p:sp>
        <p:nvSpPr>
          <p:cNvPr id="379" name="">
            <a:extLst xmlns:a="http://schemas.openxmlformats.org/drawingml/2006/main">
              <a:ext uri="{FF2B5EF4-FFF2-40B4-BE49-F238E27FC236}">
                <a16:creationId xmlns:a16="http://schemas.microsoft.com/office/drawing/2014/main" id="{F15206EA-811F-475E-B41B-DB170ADFECA2}"/>
              </a:ext>
            </a:extLst>
          </p:cNvPr>
          <p:cNvSpPr>
            <a:spLocks xmlns:a="http://schemas.openxmlformats.org/drawingml/2006/main" noGrp="1"/>
          </p:cNvSpPr>
          <p:nvPr/>
        </p:nvSpPr>
        <p:spPr>
          <a:xfrm xmlns:a="http://schemas.openxmlformats.org/drawingml/2006/main">
            <a:off x="10991850" y="16506825"/>
            <a:ext cx="8382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45496A"/>
                </a:solidFill>
                <a:latin typeface="Malgun Gothic"/>
                <a:ea typeface="Malgun Gothic"/>
                <a:cs typeface="Malgun Gothic"/>
              </a:defRPr>
            </a:pPr>
            <a:r>
              <a:rPr sz="1125" b="0">
                <a:solidFill>
                  <a:srgbClr val="45496A"/>
                </a:solidFill>
                <a:latin typeface="Malgun Gothic"/>
                <a:ea typeface="Malgun Gothic"/>
                <a:cs typeface="Malgun Gothic"/>
              </a:rPr>
              <a:t>즉시 차단 규칙은 위험 산정 전에 적용되고, L4/L5 결정은 관리자 승인 및 사후 감사와 연결된다.</a:t>
            </a:r>
          </a:p>
        </p:txBody>
      </p:sp>
      <p:sp>
        <p:nvSpPr>
          <p:cNvPr id="380" name="">
            <a:extLst xmlns:a="http://schemas.openxmlformats.org/drawingml/2006/main">
              <a:ext uri="{FF2B5EF4-FFF2-40B4-BE49-F238E27FC236}">
                <a16:creationId xmlns:a16="http://schemas.microsoft.com/office/drawing/2014/main" id="{A70F0E95-82C2-405E-A3DC-61A68D1CEC98}"/>
              </a:ext>
            </a:extLst>
          </p:cNvPr>
          <p:cNvSpPr>
            <a:spLocks xmlns:a="http://schemas.openxmlformats.org/drawingml/2006/main" noGrp="1"/>
          </p:cNvSpPr>
          <p:nvPr/>
        </p:nvSpPr>
        <p:spPr>
          <a:xfrm xmlns:a="http://schemas.openxmlformats.org/drawingml/2006/main">
            <a:off x="10515600" y="17087850"/>
            <a:ext cx="9334500" cy="10668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1" name="">
            <a:extLst xmlns:a="http://schemas.openxmlformats.org/drawingml/2006/main">
              <a:ext uri="{FF2B5EF4-FFF2-40B4-BE49-F238E27FC236}">
                <a16:creationId xmlns:a16="http://schemas.microsoft.com/office/drawing/2014/main" id="{E14D5726-65E3-432A-97B6-429E23DB2175}"/>
              </a:ext>
            </a:extLst>
          </p:cNvPr>
          <p:cNvSpPr>
            <a:spLocks xmlns:a="http://schemas.openxmlformats.org/drawingml/2006/main" noGrp="1"/>
          </p:cNvSpPr>
          <p:nvPr/>
        </p:nvSpPr>
        <p:spPr>
          <a:xfrm xmlns:a="http://schemas.openxmlformats.org/drawingml/2006/main">
            <a:off x="10515600" y="170878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82" name="">
            <a:extLst xmlns:a="http://schemas.openxmlformats.org/drawingml/2006/main">
              <a:ext uri="{FF2B5EF4-FFF2-40B4-BE49-F238E27FC236}">
                <a16:creationId xmlns:a16="http://schemas.microsoft.com/office/drawing/2014/main" id="{75762CF6-84BF-4681-90D5-DCA3CE4CC856}"/>
              </a:ext>
            </a:extLst>
          </p:cNvPr>
          <p:cNvSpPr>
            <a:spLocks xmlns:a="http://schemas.openxmlformats.org/drawingml/2006/main" noGrp="1"/>
          </p:cNvSpPr>
          <p:nvPr/>
        </p:nvSpPr>
        <p:spPr>
          <a:xfrm xmlns:a="http://schemas.openxmlformats.org/drawingml/2006/main">
            <a:off x="10687050" y="171735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5. 정책 모델</a:t>
            </a:r>
          </a:p>
        </p:txBody>
      </p:sp>
      <p:sp>
        <p:nvSpPr>
          <p:cNvPr id="383" name="">
            <a:extLst xmlns:a="http://schemas.openxmlformats.org/drawingml/2006/main">
              <a:ext uri="{FF2B5EF4-FFF2-40B4-BE49-F238E27FC236}">
                <a16:creationId xmlns:a16="http://schemas.microsoft.com/office/drawing/2014/main" id="{3F735D49-6AEF-4726-A51D-89D1C8A8606B}"/>
              </a:ext>
            </a:extLst>
          </p:cNvPr>
          <p:cNvSpPr>
            <a:spLocks xmlns:a="http://schemas.openxmlformats.org/drawingml/2006/main" noGrp="1"/>
          </p:cNvSpPr>
          <p:nvPr/>
        </p:nvSpPr>
        <p:spPr>
          <a:xfrm xmlns:a="http://schemas.openxmlformats.org/drawingml/2006/main">
            <a:off x="10687050" y="17773650"/>
            <a:ext cx="8991600" cy="9791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위험 점수는 객체 민감도, 환경 위험도, 행위 위험도, 업무 적합도의 네 축으로 구성된다. 객체 민감도는 자료 등급과 원본 증거 여부를 반영하고, 환경 위험도는 위치, 시간, 기기 신뢰도를 반영한다. 행위 위험도는 반복 조회, 대량 조회, 다운로드, 복사 시도와 같은 행동을 반영한다. 업무 적합도는 담당 사건, 부서 업무, 직무 태그와 요청 자료의 관련성을 나타내며 위험 점수에서 감점 요소로 사용된다. 즉시 차단 규칙은 동시 접속 인증 실패, 불가능 이동, 비허용 위치, 고위험 다운로드처럼 점수 계산 이전에 차단해야 하는 조건을 처리한다.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정책 모델은 운영자가 조정할 수 있는 임계값을 전제로 한다. 예를 들어 특정 자료 등급은 기본적으로 관리자 승인을 요구하고, 허용 위치 밖의 요청은 즉시 차단하며, 담당 사건이 아닌 반복 조회는 시간이 지날수록 행위 위험도를 높이는 방식으로 설정할 수 있다.</a:t>
            </a:r>
          </a:p>
        </p:txBody>
      </p:sp>
      <p:sp>
        <p:nvSpPr>
          <p:cNvPr id="384" name="">
            <a:extLst xmlns:a="http://schemas.openxmlformats.org/drawingml/2006/main">
              <a:ext uri="{FF2B5EF4-FFF2-40B4-BE49-F238E27FC236}">
                <a16:creationId xmlns:a16="http://schemas.microsoft.com/office/drawing/2014/main" id="{57A08185-5CEE-483C-8B4A-8A43684EAD4F}"/>
              </a:ext>
            </a:extLst>
          </p:cNvPr>
          <p:cNvSpPr>
            <a:spLocks xmlns:a="http://schemas.openxmlformats.org/drawingml/2006/main" noGrp="1"/>
          </p:cNvSpPr>
          <p:nvPr/>
        </p:nvSpPr>
        <p:spPr>
          <a:xfrm xmlns:a="http://schemas.openxmlformats.org/drawingml/2006/main">
            <a:off x="10515600" y="27984450"/>
            <a:ext cx="9334500" cy="904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5" name="">
            <a:extLst xmlns:a="http://schemas.openxmlformats.org/drawingml/2006/main">
              <a:ext uri="{FF2B5EF4-FFF2-40B4-BE49-F238E27FC236}">
                <a16:creationId xmlns:a16="http://schemas.microsoft.com/office/drawing/2014/main" id="{162ACB79-8791-4ABF-BA86-88DCD6B8ECBB}"/>
              </a:ext>
            </a:extLst>
          </p:cNvPr>
          <p:cNvSpPr>
            <a:spLocks xmlns:a="http://schemas.openxmlformats.org/drawingml/2006/main" noGrp="1"/>
          </p:cNvSpPr>
          <p:nvPr/>
        </p:nvSpPr>
        <p:spPr>
          <a:xfrm xmlns:a="http://schemas.openxmlformats.org/drawingml/2006/main">
            <a:off x="10515600" y="279844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86" name="">
            <a:extLst xmlns:a="http://schemas.openxmlformats.org/drawingml/2006/main">
              <a:ext uri="{FF2B5EF4-FFF2-40B4-BE49-F238E27FC236}">
                <a16:creationId xmlns:a16="http://schemas.microsoft.com/office/drawing/2014/main" id="{7C40A597-97FD-4C37-A3AD-E3CA0D72462B}"/>
              </a:ext>
            </a:extLst>
          </p:cNvPr>
          <p:cNvSpPr>
            <a:spLocks xmlns:a="http://schemas.openxmlformats.org/drawingml/2006/main" noGrp="1"/>
          </p:cNvSpPr>
          <p:nvPr/>
        </p:nvSpPr>
        <p:spPr>
          <a:xfrm xmlns:a="http://schemas.openxmlformats.org/drawingml/2006/main">
            <a:off x="10687050" y="280701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6. 핵심 기능</a:t>
            </a:r>
          </a:p>
        </p:txBody>
      </p:sp>
      <p:sp>
        <p:nvSpPr>
          <p:cNvPr id="387" name="">
            <a:extLst xmlns:a="http://schemas.openxmlformats.org/drawingml/2006/main">
              <a:ext uri="{FF2B5EF4-FFF2-40B4-BE49-F238E27FC236}">
                <a16:creationId xmlns:a16="http://schemas.microsoft.com/office/drawing/2014/main" id="{9BA1C1A8-FB47-4D66-AF70-99C2F490515C}"/>
              </a:ext>
            </a:extLst>
          </p:cNvPr>
          <p:cNvSpPr>
            <a:spLocks xmlns:a="http://schemas.openxmlformats.org/drawingml/2006/main" noGrp="1"/>
          </p:cNvSpPr>
          <p:nvPr/>
        </p:nvSpPr>
        <p:spPr>
          <a:xfrm xmlns:a="http://schemas.openxmlformats.org/drawingml/2006/main">
            <a:off x="10687050" y="28670250"/>
            <a:ext cx="8991600" cy="817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첫째, 시스템은 매 요청마다 위험을 재계산하여 로그인 이후의 상황 변화를 반영한다. 둘째, 단순 허용/차단이 아니라 완전 허용, 열람 전용, 재인증, 관리자 승인, 차단의 5단계 통제를 제공한다. 셋째, 자료 등급과 위험 수준에 따라 원문 열람, 부분 마스킹, 다운로드 제한을 분리한다. 넷째, 정책 판단의 신뢰도가 낮을 때에는 무리하게 허용하거나 차단하지 않고 관리자 승인 또는 열람 전용으로 수렴한다. 다섯째, 긴급 접근은 MFA, 사유, 범위, 유효시간, 사후 심사를 요구해 업무 연속성과 감사 가능성을 동시에 확보한다.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이러한 기능은 단순히 보안 이벤트를 탐지하는 데 그치지 않고, 실제 접근 권한을 즉시 변화시키는 데 초점이 있다. 따라서 시스템은 탐지, 결정, 집행, 감사가 분리되지 않고 하나의 요청 처리 흐름 안에서 연결된다.</a:t>
            </a:r>
          </a:p>
        </p:txBody>
      </p:sp>
      <p:sp>
        <p:nvSpPr>
          <p:cNvPr id="388" name="">
            <a:extLst xmlns:a="http://schemas.openxmlformats.org/drawingml/2006/main">
              <a:ext uri="{FF2B5EF4-FFF2-40B4-BE49-F238E27FC236}">
                <a16:creationId xmlns:a16="http://schemas.microsoft.com/office/drawing/2014/main" id="{DE3DC9D3-5591-4FFE-9D8F-32290A6309C5}"/>
              </a:ext>
            </a:extLst>
          </p:cNvPr>
          <p:cNvSpPr>
            <a:spLocks xmlns:a="http://schemas.openxmlformats.org/drawingml/2006/main" noGrp="1"/>
          </p:cNvSpPr>
          <p:nvPr/>
        </p:nvSpPr>
        <p:spPr>
          <a:xfrm xmlns:a="http://schemas.openxmlformats.org/drawingml/2006/main">
            <a:off x="20193000" y="61912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9" name="">
            <a:extLst xmlns:a="http://schemas.openxmlformats.org/drawingml/2006/main">
              <a:ext uri="{FF2B5EF4-FFF2-40B4-BE49-F238E27FC236}">
                <a16:creationId xmlns:a16="http://schemas.microsoft.com/office/drawing/2014/main" id="{26492FBE-11E7-4884-B514-E07AAABB0C79}"/>
              </a:ext>
            </a:extLst>
          </p:cNvPr>
          <p:cNvSpPr>
            <a:spLocks xmlns:a="http://schemas.openxmlformats.org/drawingml/2006/main" noGrp="1"/>
          </p:cNvSpPr>
          <p:nvPr/>
        </p:nvSpPr>
        <p:spPr>
          <a:xfrm xmlns:a="http://schemas.openxmlformats.org/drawingml/2006/main">
            <a:off x="201930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0" name="">
            <a:extLst xmlns:a="http://schemas.openxmlformats.org/drawingml/2006/main">
              <a:ext uri="{FF2B5EF4-FFF2-40B4-BE49-F238E27FC236}">
                <a16:creationId xmlns:a16="http://schemas.microsoft.com/office/drawing/2014/main" id="{B5300A8F-1638-4919-8FF6-271BB663A4E0}"/>
              </a:ext>
            </a:extLst>
          </p:cNvPr>
          <p:cNvSpPr>
            <a:spLocks xmlns:a="http://schemas.openxmlformats.org/drawingml/2006/main" noGrp="1"/>
          </p:cNvSpPr>
          <p:nvPr/>
        </p:nvSpPr>
        <p:spPr>
          <a:xfrm xmlns:a="http://schemas.openxmlformats.org/drawingml/2006/main">
            <a:off x="203644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7. 차별점 및 신규성</a:t>
            </a:r>
          </a:p>
        </p:txBody>
      </p:sp>
      <p:sp>
        <p:nvSpPr>
          <p:cNvPr id="391" name="">
            <a:extLst xmlns:a="http://schemas.openxmlformats.org/drawingml/2006/main">
              <a:ext uri="{FF2B5EF4-FFF2-40B4-BE49-F238E27FC236}">
                <a16:creationId xmlns:a16="http://schemas.microsoft.com/office/drawing/2014/main" id="{80A9EA25-3AEA-401B-94C3-6906D934E2D1}"/>
              </a:ext>
            </a:extLst>
          </p:cNvPr>
          <p:cNvSpPr>
            <a:spLocks xmlns:a="http://schemas.openxmlformats.org/drawingml/2006/main" noGrp="1"/>
          </p:cNvSpPr>
          <p:nvPr/>
        </p:nvSpPr>
        <p:spPr>
          <a:xfrm xmlns:a="http://schemas.openxmlformats.org/drawingml/2006/main">
            <a:off x="20364450" y="68770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본 연구의 차별점은 일반적인 제로트러스트 원칙을 경찰 수사정보 업무 맥락에 맞춰 구체화했다는 점이다. 단순히 ‘계속 검증한다’는 선언이 아니라 사건 배정, 관할 위치, 자료 등급, 업무 태그, 반복 조회 패턴을 정책 변수로 사용한다. 또한 업무 적합도를 위험 점수에서 감점 요소로 반영하여 정당한 수사 업무는 방해하지 않으면서 비담당 접근은 엄격히 제어한다. 즉시 차단 규칙과 신뢰도 기반 안전판을 분리해 명백한 위험은 빠르게 차단하고, 애매한 요청은 승인 또는 제한 열람으로 처리한다.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신규성은 정책 변수의 선택뿐 아니라 의사결정 방식에도 있다. 명백한 위험은 즉시 차단하고, 애매한 위험은 재인증이나 관리자 승인으로 이동시키며, 정상 업무는 가능한 한 유지하는 다층 결정 구조를 제안한다.</a:t>
            </a:r>
          </a:p>
        </p:txBody>
      </p:sp>
      <p:sp>
        <p:nvSpPr>
          <p:cNvPr id="392" name="">
            <a:extLst xmlns:a="http://schemas.openxmlformats.org/drawingml/2006/main">
              <a:ext uri="{FF2B5EF4-FFF2-40B4-BE49-F238E27FC236}">
                <a16:creationId xmlns:a16="http://schemas.microsoft.com/office/drawing/2014/main" id="{7810EBE8-C47F-4869-8869-78DC10739FA7}"/>
              </a:ext>
            </a:extLst>
          </p:cNvPr>
          <p:cNvSpPr>
            <a:spLocks xmlns:a="http://schemas.openxmlformats.org/drawingml/2006/main" noGrp="1"/>
          </p:cNvSpPr>
          <p:nvPr/>
        </p:nvSpPr>
        <p:spPr>
          <a:xfrm xmlns:a="http://schemas.openxmlformats.org/drawingml/2006/main">
            <a:off x="20193000" y="142303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93" name="">
            <a:extLst xmlns:a="http://schemas.openxmlformats.org/drawingml/2006/main">
              <a:ext uri="{FF2B5EF4-FFF2-40B4-BE49-F238E27FC236}">
                <a16:creationId xmlns:a16="http://schemas.microsoft.com/office/drawing/2014/main" id="{1A8A2D12-6A8D-4121-AC59-7CC816E2BCDB}"/>
              </a:ext>
            </a:extLst>
          </p:cNvPr>
          <p:cNvSpPr>
            <a:spLocks xmlns:a="http://schemas.openxmlformats.org/drawingml/2006/main" noGrp="1"/>
          </p:cNvSpPr>
          <p:nvPr/>
        </p:nvSpPr>
        <p:spPr>
          <a:xfrm xmlns:a="http://schemas.openxmlformats.org/drawingml/2006/main">
            <a:off x="20193000" y="142303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4" name="">
            <a:extLst xmlns:a="http://schemas.openxmlformats.org/drawingml/2006/main">
              <a:ext uri="{FF2B5EF4-FFF2-40B4-BE49-F238E27FC236}">
                <a16:creationId xmlns:a16="http://schemas.microsoft.com/office/drawing/2014/main" id="{F66939B0-1F83-4C8B-B188-D55CADBDE0D7}"/>
              </a:ext>
            </a:extLst>
          </p:cNvPr>
          <p:cNvSpPr>
            <a:spLocks xmlns:a="http://schemas.openxmlformats.org/drawingml/2006/main" noGrp="1"/>
          </p:cNvSpPr>
          <p:nvPr/>
        </p:nvSpPr>
        <p:spPr>
          <a:xfrm xmlns:a="http://schemas.openxmlformats.org/drawingml/2006/main">
            <a:off x="20364450" y="143160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8. 구현 및 시연</a:t>
            </a:r>
          </a:p>
        </p:txBody>
      </p:sp>
      <p:sp>
        <p:nvSpPr>
          <p:cNvPr id="395" name="">
            <a:extLst xmlns:a="http://schemas.openxmlformats.org/drawingml/2006/main">
              <a:ext uri="{FF2B5EF4-FFF2-40B4-BE49-F238E27FC236}">
                <a16:creationId xmlns:a16="http://schemas.microsoft.com/office/drawing/2014/main" id="{366ED925-86EF-45A0-9570-38E0403440C3}"/>
              </a:ext>
            </a:extLst>
          </p:cNvPr>
          <p:cNvSpPr>
            <a:spLocks xmlns:a="http://schemas.openxmlformats.org/drawingml/2006/main" noGrp="1"/>
          </p:cNvSpPr>
          <p:nvPr/>
        </p:nvSpPr>
        <p:spPr>
          <a:xfrm xmlns:a="http://schemas.openxmlformats.org/drawingml/2006/main">
            <a:off x="20364450" y="149161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프로토타입은 웹 기반 접근제어 흐름과 PostgreSQL 기반 로그 저장 구조를 중심으로 구성했다. 시연은 세 가지 대표 내부자 시나리오를 대상으로 수행했다. 첫 번째는 비담당 사건의 4·5등급 자료를 조회하는 경우이며, 시스템은 관리자 승인과 마스킹을 요구한다. 두 번째는 비허용 위치 또는 미등록 기기에서 접근하는 경우이며, 로그인 또는 다운로드 단계에서 차단한다. 세 번째는 짧은 시간 동안 비담당 사건을 반복 열람하는 경우이며, 행동 위험도가 누적되어 접근 레벨이 상승하고 권한이 강등된다.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시연 시나리오는 실제 내부자 위협 사례를 추상화한 것이다. 각 시나리오는 단일 규칙만 확인하는 것이 아니라, 자료 등급과 담당 사건, 위치, 기기, 행동 누적이 결합될 때 접근 결과가 어떻게 달라지는지를 확인하도록 설계했다.</a:t>
            </a:r>
          </a:p>
        </p:txBody>
      </p:sp>
      <p:sp>
        <p:nvSpPr>
          <p:cNvPr id="396" name="">
            <a:extLst xmlns:a="http://schemas.openxmlformats.org/drawingml/2006/main">
              <a:ext uri="{FF2B5EF4-FFF2-40B4-BE49-F238E27FC236}">
                <a16:creationId xmlns:a16="http://schemas.microsoft.com/office/drawing/2014/main" id="{61D0B010-7F0A-4A06-8585-85C9FE40307C}"/>
              </a:ext>
            </a:extLst>
          </p:cNvPr>
          <p:cNvSpPr>
            <a:spLocks xmlns:a="http://schemas.openxmlformats.org/drawingml/2006/main" noGrp="1"/>
          </p:cNvSpPr>
          <p:nvPr/>
        </p:nvSpPr>
        <p:spPr>
          <a:xfrm xmlns:a="http://schemas.openxmlformats.org/drawingml/2006/main">
            <a:off x="20193000" y="222694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97" name="">
            <a:extLst xmlns:a="http://schemas.openxmlformats.org/drawingml/2006/main">
              <a:ext uri="{FF2B5EF4-FFF2-40B4-BE49-F238E27FC236}">
                <a16:creationId xmlns:a16="http://schemas.microsoft.com/office/drawing/2014/main" id="{80397B36-73A3-4B18-A3BA-4A55C9361FFA}"/>
              </a:ext>
            </a:extLst>
          </p:cNvPr>
          <p:cNvSpPr>
            <a:spLocks xmlns:a="http://schemas.openxmlformats.org/drawingml/2006/main" noGrp="1"/>
          </p:cNvSpPr>
          <p:nvPr/>
        </p:nvSpPr>
        <p:spPr>
          <a:xfrm xmlns:a="http://schemas.openxmlformats.org/drawingml/2006/main">
            <a:off x="20193000" y="222694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8" name="">
            <a:extLst xmlns:a="http://schemas.openxmlformats.org/drawingml/2006/main">
              <a:ext uri="{FF2B5EF4-FFF2-40B4-BE49-F238E27FC236}">
                <a16:creationId xmlns:a16="http://schemas.microsoft.com/office/drawing/2014/main" id="{7CE6ED62-1371-4E2C-A1A0-03909C0D649B}"/>
              </a:ext>
            </a:extLst>
          </p:cNvPr>
          <p:cNvSpPr>
            <a:spLocks xmlns:a="http://schemas.openxmlformats.org/drawingml/2006/main" noGrp="1"/>
          </p:cNvSpPr>
          <p:nvPr/>
        </p:nvSpPr>
        <p:spPr>
          <a:xfrm xmlns:a="http://schemas.openxmlformats.org/drawingml/2006/main">
            <a:off x="20364450" y="223551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9. 장점과 한계</a:t>
            </a:r>
          </a:p>
        </p:txBody>
      </p:sp>
      <p:sp>
        <p:nvSpPr>
          <p:cNvPr id="399" name="">
            <a:extLst xmlns:a="http://schemas.openxmlformats.org/drawingml/2006/main">
              <a:ext uri="{FF2B5EF4-FFF2-40B4-BE49-F238E27FC236}">
                <a16:creationId xmlns:a16="http://schemas.microsoft.com/office/drawing/2014/main" id="{1B579AB4-2FA4-4632-BCEA-39763D4448AB}"/>
              </a:ext>
            </a:extLst>
          </p:cNvPr>
          <p:cNvSpPr>
            <a:spLocks xmlns:a="http://schemas.openxmlformats.org/drawingml/2006/main" noGrp="1"/>
          </p:cNvSpPr>
          <p:nvPr/>
        </p:nvSpPr>
        <p:spPr>
          <a:xfrm xmlns:a="http://schemas.openxmlformats.org/drawingml/2006/main">
            <a:off x="20364450" y="229552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장점은 내부자 오남용을 접근 단계에서 줄이고, 민감자료 노출 범위를 최소화하며, 모든 결정 근거를 사후 검토 가능한 로그로 남긴다는 점이다. 또한 완전 차단만 제공하지 않고 재인증, 관리자 승인, 열람 전용, 비상 접근을 제공해 수사 업무의 연속성을 고려했다. 한계는 현재 구현이 시나리오 기반 프로토타입이라는 점이다. 실제 운영 환경에서는 조직별 정책 임계값 조정, 실시간 단말 텔레메트리, SIEM/EDR 연동, 대규모 사용자 환경에서의 성능 검증이 추가로 필요하다.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운영 관점에서는 보안성과 사용성 사이의 균형이 중요하다. 본 시스템은 차단만을 목표로 하지 않고, 위험 수준에 따라 업무를 계속할 수 있는 대체 경로를 제공한다는 점에서 실무 적용 가능성을 고려했다.</a:t>
            </a:r>
          </a:p>
        </p:txBody>
      </p:sp>
      <p:sp>
        <p:nvSpPr>
          <p:cNvPr id="400" name="">
            <a:extLst xmlns:a="http://schemas.openxmlformats.org/drawingml/2006/main">
              <a:ext uri="{FF2B5EF4-FFF2-40B4-BE49-F238E27FC236}">
                <a16:creationId xmlns:a16="http://schemas.microsoft.com/office/drawing/2014/main" id="{019711B2-334F-4D90-8364-33676D65103C}"/>
              </a:ext>
            </a:extLst>
          </p:cNvPr>
          <p:cNvSpPr>
            <a:spLocks xmlns:a="http://schemas.openxmlformats.org/drawingml/2006/main" noGrp="1"/>
          </p:cNvSpPr>
          <p:nvPr/>
        </p:nvSpPr>
        <p:spPr>
          <a:xfrm xmlns:a="http://schemas.openxmlformats.org/drawingml/2006/main">
            <a:off x="20193000" y="30308550"/>
            <a:ext cx="9334500" cy="7620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01" name="">
            <a:extLst xmlns:a="http://schemas.openxmlformats.org/drawingml/2006/main">
              <a:ext uri="{FF2B5EF4-FFF2-40B4-BE49-F238E27FC236}">
                <a16:creationId xmlns:a16="http://schemas.microsoft.com/office/drawing/2014/main" id="{36FE3091-C962-4D31-BBA4-E8F01D346E3E}"/>
              </a:ext>
            </a:extLst>
          </p:cNvPr>
          <p:cNvSpPr>
            <a:spLocks xmlns:a="http://schemas.openxmlformats.org/drawingml/2006/main" noGrp="1"/>
          </p:cNvSpPr>
          <p:nvPr/>
        </p:nvSpPr>
        <p:spPr>
          <a:xfrm xmlns:a="http://schemas.openxmlformats.org/drawingml/2006/main">
            <a:off x="20193000" y="303085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02" name="">
            <a:extLst xmlns:a="http://schemas.openxmlformats.org/drawingml/2006/main">
              <a:ext uri="{FF2B5EF4-FFF2-40B4-BE49-F238E27FC236}">
                <a16:creationId xmlns:a16="http://schemas.microsoft.com/office/drawing/2014/main" id="{148634BC-5C48-47C2-9BD0-5577AB0DFD9F}"/>
              </a:ext>
            </a:extLst>
          </p:cNvPr>
          <p:cNvSpPr>
            <a:spLocks xmlns:a="http://schemas.openxmlformats.org/drawingml/2006/main" noGrp="1"/>
          </p:cNvSpPr>
          <p:nvPr/>
        </p:nvSpPr>
        <p:spPr>
          <a:xfrm xmlns:a="http://schemas.openxmlformats.org/drawingml/2006/main">
            <a:off x="20364450" y="303942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10. 기대효과 및 결론</a:t>
            </a:r>
          </a:p>
        </p:txBody>
      </p:sp>
      <p:sp>
        <p:nvSpPr>
          <p:cNvPr id="403" name="">
            <a:extLst xmlns:a="http://schemas.openxmlformats.org/drawingml/2006/main">
              <a:ext uri="{FF2B5EF4-FFF2-40B4-BE49-F238E27FC236}">
                <a16:creationId xmlns:a16="http://schemas.microsoft.com/office/drawing/2014/main" id="{9392BFBF-FB36-4CAF-AAED-7B1E845EA2D9}"/>
              </a:ext>
            </a:extLst>
          </p:cNvPr>
          <p:cNvSpPr>
            <a:spLocks xmlns:a="http://schemas.openxmlformats.org/drawingml/2006/main" noGrp="1"/>
          </p:cNvSpPr>
          <p:nvPr/>
        </p:nvSpPr>
        <p:spPr>
          <a:xfrm xmlns:a="http://schemas.openxmlformats.org/drawingml/2006/main">
            <a:off x="20364450" y="30994350"/>
            <a:ext cx="8991600" cy="674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제안 시스템은 권한을 가진 내부자의 비담당 조회, 반복 열람, 고위험 다운로드를 사전에 제한함으로써 정보 유출 가능성을 낮춘다. 위험 상황에서는 원문 대신 마스킹 또는 열람 전용으로 전환해 자료 노출을 최소화할 수 있다. 동시에 재인증, 관리자 승인, 비상 접근을 통해 수사 업무가 불필요하게 중단되지 않도록 한다. 결론적으로 본 연구는 제로트러스트를 단순 인증 기술이 아니라 경찰 수사정보의 위험 맥락을 계속 반영하는 접근 정책 엔진으로 구현했다.</a:t>
            </a:r>
          </a:p>
          <a:p xmlns:a="http://schemas.openxmlformats.org/drawingml/2006/main">
            <a:r>
              <a:t/>
            </a:r>
          </a:p>
          <a:p xmlns:a="http://schemas.openxmlformats.org/drawingml/2006/main">
            <a:pPr algn="l">
              <a:defRPr sz="1800" b="0">
                <a:solidFill>
                  <a:srgbClr val="45496A"/>
                </a:solidFill>
                <a:latin typeface="Malgun Gothic"/>
                <a:ea typeface="Malgun Gothic"/>
                <a:cs typeface="Malgun Gothic"/>
              </a:defRPr>
            </a:pPr>
            <a:r>
              <a:rPr sz="1800" b="0">
                <a:solidFill>
                  <a:srgbClr val="45496A"/>
                </a:solidFill>
                <a:latin typeface="Malgun Gothic"/>
                <a:ea typeface="Malgun Gothic"/>
                <a:cs typeface="Malgun Gothic"/>
              </a:rPr>
              <a:t>향후에는 정책 임계값 자동 조정, 조직별 업무 패턴 학습, 실제 단말 신뢰도 연동, 관리자 승인 UX 개선을 통해 실운영 적합성을 높일 수 있다.</a:t>
            </a:r>
          </a:p>
        </p:txBody>
      </p:sp>
      <p:sp>
        <p:nvSpPr>
          <p:cNvPr id="404" name="">
            <a:extLst xmlns:a="http://schemas.openxmlformats.org/drawingml/2006/main">
              <a:ext uri="{FF2B5EF4-FFF2-40B4-BE49-F238E27FC236}">
                <a16:creationId xmlns:a16="http://schemas.microsoft.com/office/drawing/2014/main" id="{3DA44324-8B0C-4335-A571-3EBB71AF3E1D}"/>
              </a:ext>
            </a:extLst>
          </p:cNvPr>
          <p:cNvSpPr>
            <a:spLocks xmlns:a="http://schemas.openxmlformats.org/drawingml/2006/main" noGrp="1"/>
          </p:cNvSpPr>
          <p:nvPr/>
        </p:nvSpPr>
        <p:spPr>
          <a:xfrm xmlns:a="http://schemas.openxmlformats.org/drawingml/2006/main">
            <a:off x="838200" y="38842950"/>
            <a:ext cx="28803600" cy="238125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05" name="">
            <a:extLst xmlns:a="http://schemas.openxmlformats.org/drawingml/2006/main">
              <a:ext uri="{FF2B5EF4-FFF2-40B4-BE49-F238E27FC236}">
                <a16:creationId xmlns:a16="http://schemas.microsoft.com/office/drawing/2014/main" id="{8C8D80CA-E350-4C79-B797-7A821AEE8100}"/>
              </a:ext>
            </a:extLst>
          </p:cNvPr>
          <p:cNvSpPr>
            <a:spLocks xmlns:a="http://schemas.openxmlformats.org/drawingml/2006/main" noGrp="1"/>
          </p:cNvSpPr>
          <p:nvPr/>
        </p:nvSpPr>
        <p:spPr>
          <a:xfrm xmlns:a="http://schemas.openxmlformats.org/drawingml/2006/main">
            <a:off x="1333500" y="39452550"/>
            <a:ext cx="27813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요약 결론: 본 시스템은 경찰 수사정보의 업무 맥락을 정책 엔진에 포함하여, 권한을 한 번 부여하는 방식에서 위험 변화에 따라 접근 수준을 계속 조정하는 방식으로 전환한다.</a:t>
            </a:r>
          </a:p>
        </p:txBody>
      </p:sp>
    </p:spTree>
    <p:extLst>
      <p:ext uri="{BB962C8B-B14F-4D97-AF65-F5344CB8AC3E}">
        <p14:creationId xmlns:p14="http://schemas.microsoft.com/office/powerpoint/2010/main" val="25610634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2026-06-12T12:57:20.1930000Z</dcterms:created>
  <dcterms:modified xsi:type="dcterms:W3CDTF">2026-06-12T12:57:20.1930000Z</dcterms:modified>
</coreProperties>
</file>