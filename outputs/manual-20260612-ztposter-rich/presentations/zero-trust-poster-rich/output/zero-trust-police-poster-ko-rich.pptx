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71bf3c6f8624fdb" /><Relationship Type="http://schemas.openxmlformats.org/officeDocument/2006/relationships/extended-properties" Target="/docProps/app.xml" Id="R6df15b6866b7466a" /><Relationship Type="http://schemas.openxmlformats.org/officeDocument/2006/relationships/officeDocument" Target="/ppt/presentation.xml" Id="Rd3a7cc2077cb49db" /></Relationships>
</file>

<file path=ppt/presentation.xml><?xml version="1.0" encoding="utf-8"?>
<p:presentation xmlns:p="http://schemas.openxmlformats.org/presentationml/2006/main">
  <p:sldMasterIdLst>
    <p:sldMasterId xmlns:r="http://schemas.openxmlformats.org/officeDocument/2006/relationships" id="2147483648" r:id="R9d7ad9daf4fc4b2e"/>
  </p:sldMasterIdLst>
  <p:notesMasterIdLst>
    <p:notesMasterId xmlns:r="http://schemas.openxmlformats.org/officeDocument/2006/relationships" r:id="R41e0dd070eb54ded"/>
  </p:notesMasterIdLst>
  <p:sldIdLst>
    <p:sldId xmlns:r="http://schemas.openxmlformats.org/officeDocument/2006/relationships" id="256" r:id="Ra44a95222fa44ea8"/>
  </p:sldIdLst>
  <p:sldSz cx="30275213" cy="42803763"/>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294024def7ba4aa0" /><Relationship Type="http://schemas.openxmlformats.org/officeDocument/2006/relationships/slideMaster" Target="/ppt/slideMasters/slideMaster1.xml" Id="R9d7ad9daf4fc4b2e" /><Relationship Type="http://schemas.openxmlformats.org/officeDocument/2006/relationships/notesMaster" Target="/ppt/notesMasters/notesMaster1.xml" Id="R41e0dd070eb54ded" /><Relationship Type="http://schemas.openxmlformats.org/officeDocument/2006/relationships/presProps" Target="/ppt/presProps.xml" Id="R021b3b35f6fe4c46" /><Relationship Type="http://schemas.openxmlformats.org/officeDocument/2006/relationships/viewProps" Target="/ppt/viewProps.xml" Id="R64f99db796294820" /><Relationship Type="http://schemas.openxmlformats.org/officeDocument/2006/relationships/tableStyles" Target="/ppt/tableStyles.xml" Id="Ra0a1c758c20c4b7f" /><Relationship Type="http://schemas.openxmlformats.org/officeDocument/2006/relationships/slide" Target="/ppt/slides/slide1.xml" Id="Ra44a95222fa44ea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d5c0cfb78bc46e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solidFill>
          <a:schemeClr val="dk1"/>
        </a:solidFill>
        <a:solidFill>
          <a:schemeClr val="accent1"/>
        </a:soli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fa499900bf1474b" /><Relationship Type="http://schemas.openxmlformats.org/officeDocument/2006/relationships/notesMaster" Target="/ppt/notesMasters/notesMaster1.xml" Id="R4861cd4047c842c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269043e73b84af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6f90f71de154c8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3a251470720448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7170938c3a945a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21552c16b3a45ff" /></Relationships>
</file>

<file path=ppt/slideLayouts/slideLayout1.xml><?xml version="1.0" encoding="utf-8"?>
<p:sldLayout xmlns:p="http://schemas.openxmlformats.org/presentationml/2006/main" type="obj" preserve="1">
  <p:cSld name="Title Slide">
    <p:spTree>
      <p:nvGrpSpPr>
        <p:cNvPr id="1" name=""/>
        <p:cNvGrpSpPr/>
        <p:nvPr/>
      </p:nvGrpSpPr>
      <p:grpSpPr>
        <a:xfrm xmlns:a="http://schemas.openxmlformats.org/drawingml/2006/main"/>
      </p:grpSpPr>
      <p:sp>
        <p:nvSpPr>
          <p:cNvPr id="2" name="Holder 2">
            <a:extLst xmlns:a="http://schemas.openxmlformats.org/drawingml/2006/main">
              <a:ext uri="{FF2B5EF4-FFF2-40B4-BE49-F238E27FC236}">
                <a16:creationId xmlns:a16="http://schemas.microsoft.com/office/drawing/2014/main" id="{C2BE2E78-5EE5-4EBE-8E42-90BD2B9CA8EA}"/>
              </a:ext>
            </a:extLst>
          </p:cNvPr>
          <p:cNvSpPr>
            <a:spLocks xmlns:a="http://schemas.openxmlformats.org/drawingml/2006/main" noGrp="1"/>
          </p:cNvSpPr>
          <p:nvPr>
            <p:ph type="ctrTitle" idx="0"/>
          </p:nvPr>
        </p:nvSpPr>
        <p:spPr>
          <a:xfrm xmlns:a="http://schemas.openxmlformats.org/drawingml/2006/main">
            <a:off x="2272546" y="13269164"/>
            <a:ext cx="25755554" cy="661720"/>
          </a:xfrm>
          <a:prstGeom xmlns:a="http://schemas.openxmlformats.org/drawingml/2006/main" prst="rect">
            <a:avLst/>
          </a:prstGeom>
        </p:spPr>
        <p:txBody>
          <a:bodyPr xmlns:a="http://schemas.openxmlformats.org/drawingml/2006/main" wrap="square" lIns="0" tIns="0" rIns="0" bIns="0">
            <a:spAutoFit/>
          </a:bodyPr>
          <a:lstStyle xmlns:a="http://schemas.openxmlformats.org/drawingml/2006/main">
            <a:lvl1pPr>
              <a:buNone/>
              <a:defRPr/>
            </a:lvl1pPr>
          </a:lstStyle>
          <a:p xmlns:a="http://schemas.openxmlformats.org/drawingml/2006/main"/>
        </p:txBody>
      </p:sp>
      <p:sp>
        <p:nvSpPr>
          <p:cNvPr id="3" name="Holder 3">
            <a:extLst xmlns:a="http://schemas.openxmlformats.org/drawingml/2006/main">
              <a:ext uri="{FF2B5EF4-FFF2-40B4-BE49-F238E27FC236}">
                <a16:creationId xmlns:a16="http://schemas.microsoft.com/office/drawing/2014/main" id="{9625D93C-D487-4420-83BF-B3E54E571D9E}"/>
              </a:ext>
            </a:extLst>
          </p:cNvPr>
          <p:cNvSpPr>
            <a:spLocks xmlns:a="http://schemas.openxmlformats.org/drawingml/2006/main" noGrp="1"/>
          </p:cNvSpPr>
          <p:nvPr>
            <p:ph type="subTitle" idx="4"/>
          </p:nvPr>
        </p:nvSpPr>
        <p:spPr>
          <a:xfrm xmlns:a="http://schemas.openxmlformats.org/drawingml/2006/main">
            <a:off x="4545098" y="23970113"/>
            <a:ext cx="21210458" cy="276999"/>
          </a:xfrm>
          <a:prstGeom xmlns:a="http://schemas.openxmlformats.org/drawingml/2006/main" prst="rect">
            <a:avLst/>
          </a:prstGeom>
        </p:spPr>
        <p:txBody>
          <a:bodyPr xmlns:a="http://schemas.openxmlformats.org/drawingml/2006/main" wrap="square" lIns="0" tIns="0" rIns="0" bIns="0">
            <a:spAutoFit/>
          </a:bodyPr>
          <a:lstStyle xmlns:a="http://schemas.openxmlformats.org/drawingml/2006/main">
            <a:lvl1pPr>
              <a:buNone/>
              <a:defRPr/>
            </a:lvl1pPr>
          </a:lstStyle>
          <a:p xmlns:a="http://schemas.openxmlformats.org/drawingml/2006/main"/>
        </p:txBody>
      </p:sp>
      <p:sp>
        <p:nvSpPr>
          <p:cNvPr id="4" name="Holder 4">
            <a:extLst xmlns:a="http://schemas.openxmlformats.org/drawingml/2006/main">
              <a:ext uri="{FF2B5EF4-FFF2-40B4-BE49-F238E27FC236}">
                <a16:creationId xmlns:a16="http://schemas.microsoft.com/office/drawing/2014/main" id="{FF3D5D55-EE4E-491A-AD2F-3D8DE35C8E62}"/>
              </a:ext>
            </a:extLst>
          </p:cNvPr>
          <p:cNvSpPr>
            <a:spLocks xmlns:a="http://schemas.openxmlformats.org/drawingml/2006/main" noGrp="1"/>
          </p:cNvSpPr>
          <p:nvPr>
            <p:ph type="ftr" idx="5"/>
          </p:nvPr>
        </p:nvSpPr>
        <p:spPr/>
        <p:txBody>
          <a:bodyPr xmlns:a="http://schemas.openxmlformats.org/drawingml/2006/main" lIns="0" tIns="0" rIns="0" bIns="0"/>
          <a:lstStyle xmlns:a="http://schemas.openxmlformats.org/drawingml/2006/main">
            <a:lvl1pPr algn="ctr">
              <a:buNone/>
              <a:defRPr>
                <a:solidFill>
                  <a:schemeClr val="tx1">
                    <a:tint val="75000"/>
                  </a:schemeClr>
                </a:solidFill>
              </a:defRPr>
            </a:lvl1pPr>
          </a:lstStyle>
          <a:p xmlns:a="http://schemas.openxmlformats.org/drawingml/2006/main"/>
        </p:txBody>
      </p:sp>
      <p:sp>
        <p:nvSpPr>
          <p:cNvPr id="5" name="Holder 5">
            <a:extLst xmlns:a="http://schemas.openxmlformats.org/drawingml/2006/main">
              <a:ext uri="{FF2B5EF4-FFF2-40B4-BE49-F238E27FC236}">
                <a16:creationId xmlns:a16="http://schemas.microsoft.com/office/drawing/2014/main" id="{AD6466F7-6ECA-4ED1-9F9E-8ED8B55DA27E}"/>
              </a:ext>
            </a:extLst>
          </p:cNvPr>
          <p:cNvSpPr>
            <a:spLocks xmlns:a="http://schemas.openxmlformats.org/drawingml/2006/main" noGrp="1"/>
          </p:cNvSpPr>
          <p:nvPr>
            <p:ph type="dt" idx="6"/>
          </p:nvPr>
        </p:nvSpPr>
        <p:spPr/>
        <p:txBody>
          <a:bodyPr xmlns:a="http://schemas.openxmlformats.org/drawingml/2006/main" lIns="0" tIns="0" rIns="0" bIns="0"/>
          <a:lstStyle xmlns:a="http://schemas.openxmlformats.org/drawingml/2006/main">
            <a:lvl1pPr algn="l">
              <a:buNone/>
              <a:defRPr>
                <a:solidFill>
                  <a:schemeClr val="tx1">
                    <a:tint val="75000"/>
                  </a:schemeClr>
                </a:solidFill>
              </a:defRPr>
            </a:lvl1pPr>
          </a:lstStyle>
          <a:p xmlns:a="http://schemas.openxmlformats.org/drawingml/2006/main">
            <a:fld id="{1D8BD707-D9CF-40AE-B4C6-C98DA3205C09}" type="datetimeFigureOut">
              <a:t>11/22/2024</a:t>
            </a:fld>
          </a:p>
        </p:txBody>
      </p:sp>
      <p:sp>
        <p:nvSpPr>
          <p:cNvPr id="6" name="Holder 6">
            <a:extLst xmlns:a="http://schemas.openxmlformats.org/drawingml/2006/main">
              <a:ext uri="{FF2B5EF4-FFF2-40B4-BE49-F238E27FC236}">
                <a16:creationId xmlns:a16="http://schemas.microsoft.com/office/drawing/2014/main" id="{64DBFADC-31EA-4E96-A4B6-89DD141CCA71}"/>
              </a:ext>
            </a:extLst>
          </p:cNvPr>
          <p:cNvSpPr>
            <a:spLocks xmlns:a="http://schemas.openxmlformats.org/drawingml/2006/main" noGrp="1"/>
          </p:cNvSpPr>
          <p:nvPr>
            <p:ph type="sldNum" idx="7"/>
          </p:nvPr>
        </p:nvSpPr>
        <p:spPr/>
        <p:txBody>
          <a:bodyPr xmlns:a="http://schemas.openxmlformats.org/drawingml/2006/main" lIns="0" tIns="0" rIns="0" bIns="0"/>
          <a:lstStyle xmlns:a="http://schemas.openxmlformats.org/drawingml/2006/main">
            <a:lvl1pPr algn="r">
              <a:buNone/>
              <a:defRPr>
                <a:solidFill>
                  <a:schemeClr val="tx1">
                    <a:tint val="75000"/>
                  </a:schemeClr>
                </a:solidFill>
              </a:defRPr>
            </a:lvl1pPr>
          </a:lstStyle>
          <a:p xmlns:a="http://schemas.openxmlformats.org/drawingml/2006/main">
            <a:fld id="{B6F15528-21DE-4FAA-801E-634DDDAF4B2B}" type="slidenum">
              <a:t>‹#›</a:t>
            </a:fld>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Holder 2">
            <a:extLst xmlns:a="http://schemas.openxmlformats.org/drawingml/2006/main">
              <a:ext uri="{FF2B5EF4-FFF2-40B4-BE49-F238E27FC236}">
                <a16:creationId xmlns:a16="http://schemas.microsoft.com/office/drawing/2014/main" id="{4794A862-76D8-44F5-81BC-B2D04190816D}"/>
              </a:ext>
            </a:extLst>
          </p:cNvPr>
          <p:cNvSpPr>
            <a:spLocks xmlns:a="http://schemas.openxmlformats.org/drawingml/2006/main" noGrp="1"/>
          </p:cNvSpPr>
          <p:nvPr>
            <p:ph type="title" idx="0"/>
          </p:nvPr>
        </p:nvSpPr>
        <p:spPr>
          <a:xfrm xmlns:a="http://schemas.openxmlformats.org/drawingml/2006/main">
            <a:off x="1332416" y="1330512"/>
            <a:ext cx="27635831" cy="2647200"/>
          </a:xfrm>
        </p:spPr>
        <p:txBody>
          <a:bodyPr xmlns:a="http://schemas.openxmlformats.org/drawingml/2006/main" lIns="0" tIns="0" rIns="0" bIns="0"/>
          <a:lstStyle xmlns:a="http://schemas.openxmlformats.org/drawingml/2006/main">
            <a:lvl1pPr>
              <a:buNone/>
              <a:defRPr sz="17202" b="0" i="0">
                <a:solidFill>
                  <a:srgbClr val="373362"/>
                </a:solidFill>
                <a:latin typeface="Tahoma"/>
                <a:ea typeface="Tahoma"/>
                <a:cs typeface="Tahoma"/>
              </a:defRPr>
            </a:lvl1pPr>
          </a:lstStyle>
          <a:p xmlns:a="http://schemas.openxmlformats.org/drawingml/2006/main"/>
        </p:txBody>
      </p:sp>
      <p:sp>
        <p:nvSpPr>
          <p:cNvPr id="3" name="Holder 3">
            <a:extLst xmlns:a="http://schemas.openxmlformats.org/drawingml/2006/main">
              <a:ext uri="{FF2B5EF4-FFF2-40B4-BE49-F238E27FC236}">
                <a16:creationId xmlns:a16="http://schemas.microsoft.com/office/drawing/2014/main" id="{B05DA6BB-5DAD-47D6-9956-2B8BDE8B20F2}"/>
              </a:ext>
            </a:extLst>
          </p:cNvPr>
          <p:cNvSpPr>
            <a:spLocks xmlns:a="http://schemas.openxmlformats.org/drawingml/2006/main" noGrp="1"/>
          </p:cNvSpPr>
          <p:nvPr>
            <p:ph type="body" idx="1"/>
          </p:nvPr>
        </p:nvSpPr>
        <p:spPr/>
        <p:txBody>
          <a:bodyPr xmlns:a="http://schemas.openxmlformats.org/drawingml/2006/main" lIns="0" tIns="0" rIns="0" bIns="0"/>
          <a:lstStyle xmlns:a="http://schemas.openxmlformats.org/drawingml/2006/main">
            <a:lvl1pPr>
              <a:buNone/>
              <a:defRPr/>
            </a:lvl1pPr>
          </a:lstStyle>
          <a:p xmlns:a="http://schemas.openxmlformats.org/drawingml/2006/main"/>
        </p:txBody>
      </p:sp>
      <p:sp>
        <p:nvSpPr>
          <p:cNvPr id="4" name="Holder 4">
            <a:extLst xmlns:a="http://schemas.openxmlformats.org/drawingml/2006/main">
              <a:ext uri="{FF2B5EF4-FFF2-40B4-BE49-F238E27FC236}">
                <a16:creationId xmlns:a16="http://schemas.microsoft.com/office/drawing/2014/main" id="{890B3E69-BC2C-4732-A34F-A4E4754FF094}"/>
              </a:ext>
            </a:extLst>
          </p:cNvPr>
          <p:cNvSpPr>
            <a:spLocks xmlns:a="http://schemas.openxmlformats.org/drawingml/2006/main" noGrp="1"/>
          </p:cNvSpPr>
          <p:nvPr>
            <p:ph type="ftr" idx="5"/>
          </p:nvPr>
        </p:nvSpPr>
        <p:spPr/>
        <p:txBody>
          <a:bodyPr xmlns:a="http://schemas.openxmlformats.org/drawingml/2006/main" lIns="0" tIns="0" rIns="0" bIns="0"/>
          <a:lstStyle xmlns:a="http://schemas.openxmlformats.org/drawingml/2006/main">
            <a:lvl1pPr algn="ctr">
              <a:buNone/>
              <a:defRPr>
                <a:solidFill>
                  <a:schemeClr val="tx1">
                    <a:tint val="75000"/>
                  </a:schemeClr>
                </a:solidFill>
              </a:defRPr>
            </a:lvl1pPr>
          </a:lstStyle>
          <a:p xmlns:a="http://schemas.openxmlformats.org/drawingml/2006/main"/>
        </p:txBody>
      </p:sp>
      <p:sp>
        <p:nvSpPr>
          <p:cNvPr id="5" name="Holder 5">
            <a:extLst xmlns:a="http://schemas.openxmlformats.org/drawingml/2006/main">
              <a:ext uri="{FF2B5EF4-FFF2-40B4-BE49-F238E27FC236}">
                <a16:creationId xmlns:a16="http://schemas.microsoft.com/office/drawing/2014/main" id="{CE1815C1-2116-4B09-B86B-8D5EF69510D2}"/>
              </a:ext>
            </a:extLst>
          </p:cNvPr>
          <p:cNvSpPr>
            <a:spLocks xmlns:a="http://schemas.openxmlformats.org/drawingml/2006/main" noGrp="1"/>
          </p:cNvSpPr>
          <p:nvPr>
            <p:ph type="dt" idx="6"/>
          </p:nvPr>
        </p:nvSpPr>
        <p:spPr/>
        <p:txBody>
          <a:bodyPr xmlns:a="http://schemas.openxmlformats.org/drawingml/2006/main" lIns="0" tIns="0" rIns="0" bIns="0"/>
          <a:lstStyle xmlns:a="http://schemas.openxmlformats.org/drawingml/2006/main">
            <a:lvl1pPr algn="l">
              <a:buNone/>
              <a:defRPr>
                <a:solidFill>
                  <a:schemeClr val="tx1">
                    <a:tint val="75000"/>
                  </a:schemeClr>
                </a:solidFill>
              </a:defRPr>
            </a:lvl1pPr>
          </a:lstStyle>
          <a:p xmlns:a="http://schemas.openxmlformats.org/drawingml/2006/main">
            <a:fld id="{1D8BD707-D9CF-40AE-B4C6-C98DA3205C09}" type="datetimeFigureOut">
              <a:t>11/22/2024</a:t>
            </a:fld>
          </a:p>
        </p:txBody>
      </p:sp>
      <p:sp>
        <p:nvSpPr>
          <p:cNvPr id="6" name="Holder 6">
            <a:extLst xmlns:a="http://schemas.openxmlformats.org/drawingml/2006/main">
              <a:ext uri="{FF2B5EF4-FFF2-40B4-BE49-F238E27FC236}">
                <a16:creationId xmlns:a16="http://schemas.microsoft.com/office/drawing/2014/main" id="{3005B063-4225-493C-879B-9BD01920D383}"/>
              </a:ext>
            </a:extLst>
          </p:cNvPr>
          <p:cNvSpPr>
            <a:spLocks xmlns:a="http://schemas.openxmlformats.org/drawingml/2006/main" noGrp="1"/>
          </p:cNvSpPr>
          <p:nvPr>
            <p:ph type="sldNum" idx="7"/>
          </p:nvPr>
        </p:nvSpPr>
        <p:spPr/>
        <p:txBody>
          <a:bodyPr xmlns:a="http://schemas.openxmlformats.org/drawingml/2006/main" lIns="0" tIns="0" rIns="0" bIns="0"/>
          <a:lstStyle xmlns:a="http://schemas.openxmlformats.org/drawingml/2006/main">
            <a:lvl1pPr algn="r">
              <a:buNone/>
              <a:defRPr>
                <a:solidFill>
                  <a:schemeClr val="tx1">
                    <a:tint val="75000"/>
                  </a:schemeClr>
                </a:solidFill>
              </a:defRPr>
            </a:lvl1pPr>
          </a:lstStyle>
          <a:p xmlns:a="http://schemas.openxmlformats.org/drawingml/2006/main">
            <a:fld id="{B6F15528-21DE-4FAA-801E-634DDDAF4B2B}" type="slidenum">
              <a:t>‹#›</a:t>
            </a:fld>
          </a:p>
        </p:txBody>
      </p:sp>
    </p:spTree>
  </p:cSld>
</p:sldLayout>
</file>

<file path=ppt/slideLayouts/slideLayout3.xml><?xml version="1.0" encoding="utf-8"?>
<p:sldLayout xmlns:p="http://schemas.openxmlformats.org/presentationml/2006/main" type="obj" preserve="1">
  <p:cSld name="Two Content">
    <p:spTree>
      <p:nvGrpSpPr>
        <p:cNvPr id="1" name=""/>
        <p:cNvGrpSpPr/>
        <p:nvPr/>
      </p:nvGrpSpPr>
      <p:grpSpPr>
        <a:xfrm xmlns:a="http://schemas.openxmlformats.org/drawingml/2006/main"/>
      </p:grpSpPr>
      <p:sp>
        <p:nvSpPr>
          <p:cNvPr id="2" name="Holder 2">
            <a:extLst xmlns:a="http://schemas.openxmlformats.org/drawingml/2006/main">
              <a:ext uri="{FF2B5EF4-FFF2-40B4-BE49-F238E27FC236}">
                <a16:creationId xmlns:a16="http://schemas.microsoft.com/office/drawing/2014/main" id="{375D737A-E972-4014-817D-6F24566D9F3F}"/>
              </a:ext>
            </a:extLst>
          </p:cNvPr>
          <p:cNvSpPr>
            <a:spLocks xmlns:a="http://schemas.openxmlformats.org/drawingml/2006/main" noGrp="1"/>
          </p:cNvSpPr>
          <p:nvPr>
            <p:ph type="title" idx="0"/>
          </p:nvPr>
        </p:nvSpPr>
        <p:spPr>
          <a:xfrm xmlns:a="http://schemas.openxmlformats.org/drawingml/2006/main">
            <a:off x="1332416" y="1330512"/>
            <a:ext cx="27635831" cy="2647200"/>
          </a:xfrm>
        </p:spPr>
        <p:txBody>
          <a:bodyPr xmlns:a="http://schemas.openxmlformats.org/drawingml/2006/main" lIns="0" tIns="0" rIns="0" bIns="0"/>
          <a:lstStyle xmlns:a="http://schemas.openxmlformats.org/drawingml/2006/main">
            <a:lvl1pPr>
              <a:buNone/>
              <a:defRPr sz="17202" b="0" i="0">
                <a:solidFill>
                  <a:srgbClr val="373362"/>
                </a:solidFill>
                <a:latin typeface="Tahoma"/>
                <a:ea typeface="Tahoma"/>
                <a:cs typeface="Tahoma"/>
              </a:defRPr>
            </a:lvl1pPr>
          </a:lstStyle>
          <a:p xmlns:a="http://schemas.openxmlformats.org/drawingml/2006/main"/>
        </p:txBody>
      </p:sp>
      <p:sp>
        <p:nvSpPr>
          <p:cNvPr id="3" name="Holder 3">
            <a:extLst xmlns:a="http://schemas.openxmlformats.org/drawingml/2006/main">
              <a:ext uri="{FF2B5EF4-FFF2-40B4-BE49-F238E27FC236}">
                <a16:creationId xmlns:a16="http://schemas.microsoft.com/office/drawing/2014/main" id="{5A93BD1D-1E64-430B-9191-127E3ABE49D1}"/>
              </a:ext>
            </a:extLst>
          </p:cNvPr>
          <p:cNvSpPr>
            <a:spLocks xmlns:a="http://schemas.openxmlformats.org/drawingml/2006/main" noGrp="1"/>
          </p:cNvSpPr>
          <p:nvPr>
            <p:ph idx="2"/>
          </p:nvPr>
        </p:nvSpPr>
        <p:spPr>
          <a:xfrm xmlns:a="http://schemas.openxmlformats.org/drawingml/2006/main">
            <a:off x="1515037" y="9844870"/>
            <a:ext cx="13180782" cy="276999"/>
          </a:xfrm>
          <a:prstGeom xmlns:a="http://schemas.openxmlformats.org/drawingml/2006/main" prst="rect">
            <a:avLst/>
          </a:prstGeom>
        </p:spPr>
        <p:txBody>
          <a:bodyPr xmlns:a="http://schemas.openxmlformats.org/drawingml/2006/main" wrap="square" lIns="0" tIns="0" rIns="0" bIns="0">
            <a:spAutoFit/>
          </a:bodyPr>
          <a:lstStyle xmlns:a="http://schemas.openxmlformats.org/drawingml/2006/main">
            <a:lvl1pPr>
              <a:buNone/>
              <a:defRPr/>
            </a:lvl1pPr>
          </a:lstStyle>
          <a:p xmlns:a="http://schemas.openxmlformats.org/drawingml/2006/main"/>
        </p:txBody>
      </p:sp>
      <p:sp>
        <p:nvSpPr>
          <p:cNvPr id="4" name="Holder 4">
            <a:extLst xmlns:a="http://schemas.openxmlformats.org/drawingml/2006/main">
              <a:ext uri="{FF2B5EF4-FFF2-40B4-BE49-F238E27FC236}">
                <a16:creationId xmlns:a16="http://schemas.microsoft.com/office/drawing/2014/main" id="{8E192FA5-1607-406D-A2E6-787FC399A6F5}"/>
              </a:ext>
            </a:extLst>
          </p:cNvPr>
          <p:cNvSpPr>
            <a:spLocks xmlns:a="http://schemas.openxmlformats.org/drawingml/2006/main" noGrp="1"/>
          </p:cNvSpPr>
          <p:nvPr>
            <p:ph idx="3"/>
          </p:nvPr>
        </p:nvSpPr>
        <p:spPr>
          <a:xfrm xmlns:a="http://schemas.openxmlformats.org/drawingml/2006/main">
            <a:off x="16153871" y="11536227"/>
            <a:ext cx="11270520" cy="615621"/>
          </a:xfrm>
          <a:prstGeom xmlns:a="http://schemas.openxmlformats.org/drawingml/2006/main" prst="rect">
            <a:avLst/>
          </a:prstGeom>
        </p:spPr>
        <p:txBody>
          <a:bodyPr xmlns:a="http://schemas.openxmlformats.org/drawingml/2006/main" wrap="square" lIns="0" tIns="0" rIns="0" bIns="0">
            <a:spAutoFit/>
          </a:bodyPr>
          <a:lstStyle xmlns:a="http://schemas.openxmlformats.org/drawingml/2006/main">
            <a:lvl1pPr>
              <a:buNone/>
              <a:defRPr sz="4000" b="1" i="0">
                <a:solidFill>
                  <a:schemeClr val="tx1"/>
                </a:solidFill>
                <a:latin typeface="Book Antiqua"/>
                <a:ea typeface="Book Antiqua"/>
                <a:cs typeface="Book Antiqua"/>
              </a:defRPr>
            </a:lvl1pPr>
          </a:lstStyle>
          <a:p xmlns:a="http://schemas.openxmlformats.org/drawingml/2006/main"/>
        </p:txBody>
      </p:sp>
      <p:sp>
        <p:nvSpPr>
          <p:cNvPr id="5" name="Holder 5">
            <a:extLst xmlns:a="http://schemas.openxmlformats.org/drawingml/2006/main">
              <a:ext uri="{FF2B5EF4-FFF2-40B4-BE49-F238E27FC236}">
                <a16:creationId xmlns:a16="http://schemas.microsoft.com/office/drawing/2014/main" id="{723F4882-0D01-4A77-82C2-BC2D592A57BA}"/>
              </a:ext>
            </a:extLst>
          </p:cNvPr>
          <p:cNvSpPr>
            <a:spLocks xmlns:a="http://schemas.openxmlformats.org/drawingml/2006/main" noGrp="1"/>
          </p:cNvSpPr>
          <p:nvPr>
            <p:ph type="ftr" idx="5"/>
          </p:nvPr>
        </p:nvSpPr>
        <p:spPr/>
        <p:txBody>
          <a:bodyPr xmlns:a="http://schemas.openxmlformats.org/drawingml/2006/main" lIns="0" tIns="0" rIns="0" bIns="0"/>
          <a:lstStyle xmlns:a="http://schemas.openxmlformats.org/drawingml/2006/main">
            <a:lvl1pPr algn="ctr">
              <a:buNone/>
              <a:defRPr>
                <a:solidFill>
                  <a:schemeClr val="tx1">
                    <a:tint val="75000"/>
                  </a:schemeClr>
                </a:solidFill>
              </a:defRPr>
            </a:lvl1pPr>
          </a:lstStyle>
          <a:p xmlns:a="http://schemas.openxmlformats.org/drawingml/2006/main"/>
        </p:txBody>
      </p:sp>
      <p:sp>
        <p:nvSpPr>
          <p:cNvPr id="6" name="Holder 6">
            <a:extLst xmlns:a="http://schemas.openxmlformats.org/drawingml/2006/main">
              <a:ext uri="{FF2B5EF4-FFF2-40B4-BE49-F238E27FC236}">
                <a16:creationId xmlns:a16="http://schemas.microsoft.com/office/drawing/2014/main" id="{58BA99A5-DBDF-4570-ACA9-9F392E2B12F8}"/>
              </a:ext>
            </a:extLst>
          </p:cNvPr>
          <p:cNvSpPr>
            <a:spLocks xmlns:a="http://schemas.openxmlformats.org/drawingml/2006/main" noGrp="1"/>
          </p:cNvSpPr>
          <p:nvPr>
            <p:ph type="dt" idx="6"/>
          </p:nvPr>
        </p:nvSpPr>
        <p:spPr/>
        <p:txBody>
          <a:bodyPr xmlns:a="http://schemas.openxmlformats.org/drawingml/2006/main" lIns="0" tIns="0" rIns="0" bIns="0"/>
          <a:lstStyle xmlns:a="http://schemas.openxmlformats.org/drawingml/2006/main">
            <a:lvl1pPr algn="l">
              <a:buNone/>
              <a:defRPr>
                <a:solidFill>
                  <a:schemeClr val="tx1">
                    <a:tint val="75000"/>
                  </a:schemeClr>
                </a:solidFill>
              </a:defRPr>
            </a:lvl1pPr>
          </a:lstStyle>
          <a:p xmlns:a="http://schemas.openxmlformats.org/drawingml/2006/main">
            <a:fld id="{1D8BD707-D9CF-40AE-B4C6-C98DA3205C09}" type="datetimeFigureOut">
              <a:t>11/22/2024</a:t>
            </a:fld>
          </a:p>
        </p:txBody>
      </p:sp>
      <p:sp>
        <p:nvSpPr>
          <p:cNvPr id="7" name="Holder 7">
            <a:extLst xmlns:a="http://schemas.openxmlformats.org/drawingml/2006/main">
              <a:ext uri="{FF2B5EF4-FFF2-40B4-BE49-F238E27FC236}">
                <a16:creationId xmlns:a16="http://schemas.microsoft.com/office/drawing/2014/main" id="{B08E87B8-898C-4D19-B7A2-DFC092A1C7CC}"/>
              </a:ext>
            </a:extLst>
          </p:cNvPr>
          <p:cNvSpPr>
            <a:spLocks xmlns:a="http://schemas.openxmlformats.org/drawingml/2006/main" noGrp="1"/>
          </p:cNvSpPr>
          <p:nvPr>
            <p:ph type="sldNum" idx="7"/>
          </p:nvPr>
        </p:nvSpPr>
        <p:spPr/>
        <p:txBody>
          <a:bodyPr xmlns:a="http://schemas.openxmlformats.org/drawingml/2006/main" lIns="0" tIns="0" rIns="0" bIns="0"/>
          <a:lstStyle xmlns:a="http://schemas.openxmlformats.org/drawingml/2006/main">
            <a:lvl1pPr algn="r">
              <a:buNone/>
              <a:defRPr>
                <a:solidFill>
                  <a:schemeClr val="tx1">
                    <a:tint val="75000"/>
                  </a:schemeClr>
                </a:solidFill>
              </a:defRPr>
            </a:lvl1pPr>
          </a:lstStyle>
          <a:p xmlns:a="http://schemas.openxmlformats.org/drawingml/2006/main">
            <a:fld id="{B6F15528-21DE-4FAA-801E-634DDDAF4B2B}" type="slidenum">
              <a:t>‹#›</a:t>
            </a:fld>
          </a:p>
        </p:txBody>
      </p:sp>
    </p:spTree>
  </p:cSld>
</p:sldLayout>
</file>

<file path=ppt/slideLayouts/slideLayout4.xml><?xml version="1.0" encoding="utf-8"?>
<p:sldLayout xmlns:p="http://schemas.openxmlformats.org/presentationml/2006/main" type="obj" preserve="1">
  <p:cSld name="Title Only">
    <p:spTree>
      <p:nvGrpSpPr>
        <p:cNvPr id="1" name=""/>
        <p:cNvGrpSpPr/>
        <p:nvPr/>
      </p:nvGrpSpPr>
      <p:grpSpPr>
        <a:xfrm xmlns:a="http://schemas.openxmlformats.org/drawingml/2006/main"/>
      </p:grpSpPr>
      <p:sp>
        <p:nvSpPr>
          <p:cNvPr id="2" name="Holder 2">
            <a:extLst xmlns:a="http://schemas.openxmlformats.org/drawingml/2006/main">
              <a:ext uri="{FF2B5EF4-FFF2-40B4-BE49-F238E27FC236}">
                <a16:creationId xmlns:a16="http://schemas.microsoft.com/office/drawing/2014/main" id="{CEF36C51-AFFF-4F25-964C-B1FCE3DFF721}"/>
              </a:ext>
            </a:extLst>
          </p:cNvPr>
          <p:cNvSpPr>
            <a:spLocks xmlns:a="http://schemas.openxmlformats.org/drawingml/2006/main" noGrp="1"/>
          </p:cNvSpPr>
          <p:nvPr>
            <p:ph type="title" idx="0"/>
          </p:nvPr>
        </p:nvSpPr>
        <p:spPr>
          <a:xfrm xmlns:a="http://schemas.openxmlformats.org/drawingml/2006/main">
            <a:off x="1332416" y="1330512"/>
            <a:ext cx="27635831" cy="2647200"/>
          </a:xfrm>
        </p:spPr>
        <p:txBody>
          <a:bodyPr xmlns:a="http://schemas.openxmlformats.org/drawingml/2006/main" lIns="0" tIns="0" rIns="0" bIns="0"/>
          <a:lstStyle xmlns:a="http://schemas.openxmlformats.org/drawingml/2006/main">
            <a:lvl1pPr>
              <a:buNone/>
              <a:defRPr sz="17202" b="0" i="0">
                <a:solidFill>
                  <a:srgbClr val="373362"/>
                </a:solidFill>
                <a:latin typeface="Tahoma"/>
                <a:ea typeface="Tahoma"/>
                <a:cs typeface="Tahoma"/>
              </a:defRPr>
            </a:lvl1pPr>
          </a:lstStyle>
          <a:p xmlns:a="http://schemas.openxmlformats.org/drawingml/2006/main"/>
        </p:txBody>
      </p:sp>
      <p:sp>
        <p:nvSpPr>
          <p:cNvPr id="3" name="Holder 3">
            <a:extLst xmlns:a="http://schemas.openxmlformats.org/drawingml/2006/main">
              <a:ext uri="{FF2B5EF4-FFF2-40B4-BE49-F238E27FC236}">
                <a16:creationId xmlns:a16="http://schemas.microsoft.com/office/drawing/2014/main" id="{5D06B33E-7CB0-48A0-BD43-497EF5E6AFE4}"/>
              </a:ext>
            </a:extLst>
          </p:cNvPr>
          <p:cNvSpPr>
            <a:spLocks xmlns:a="http://schemas.openxmlformats.org/drawingml/2006/main" noGrp="1"/>
          </p:cNvSpPr>
          <p:nvPr>
            <p:ph type="ftr" idx="5"/>
          </p:nvPr>
        </p:nvSpPr>
        <p:spPr/>
        <p:txBody>
          <a:bodyPr xmlns:a="http://schemas.openxmlformats.org/drawingml/2006/main" lIns="0" tIns="0" rIns="0" bIns="0"/>
          <a:lstStyle xmlns:a="http://schemas.openxmlformats.org/drawingml/2006/main">
            <a:lvl1pPr algn="ctr">
              <a:buNone/>
              <a:defRPr>
                <a:solidFill>
                  <a:schemeClr val="tx1">
                    <a:tint val="75000"/>
                  </a:schemeClr>
                </a:solidFill>
              </a:defRPr>
            </a:lvl1pPr>
          </a:lstStyle>
          <a:p xmlns:a="http://schemas.openxmlformats.org/drawingml/2006/main"/>
        </p:txBody>
      </p:sp>
      <p:sp>
        <p:nvSpPr>
          <p:cNvPr id="4" name="Holder 4">
            <a:extLst xmlns:a="http://schemas.openxmlformats.org/drawingml/2006/main">
              <a:ext uri="{FF2B5EF4-FFF2-40B4-BE49-F238E27FC236}">
                <a16:creationId xmlns:a16="http://schemas.microsoft.com/office/drawing/2014/main" id="{EC524AF8-4E72-4216-A5D1-3A5518666F4E}"/>
              </a:ext>
            </a:extLst>
          </p:cNvPr>
          <p:cNvSpPr>
            <a:spLocks xmlns:a="http://schemas.openxmlformats.org/drawingml/2006/main" noGrp="1"/>
          </p:cNvSpPr>
          <p:nvPr>
            <p:ph type="dt" idx="6"/>
          </p:nvPr>
        </p:nvSpPr>
        <p:spPr/>
        <p:txBody>
          <a:bodyPr xmlns:a="http://schemas.openxmlformats.org/drawingml/2006/main" lIns="0" tIns="0" rIns="0" bIns="0"/>
          <a:lstStyle xmlns:a="http://schemas.openxmlformats.org/drawingml/2006/main">
            <a:lvl1pPr algn="l">
              <a:buNone/>
              <a:defRPr>
                <a:solidFill>
                  <a:schemeClr val="tx1">
                    <a:tint val="75000"/>
                  </a:schemeClr>
                </a:solidFill>
              </a:defRPr>
            </a:lvl1pPr>
          </a:lstStyle>
          <a:p xmlns:a="http://schemas.openxmlformats.org/drawingml/2006/main">
            <a:fld id="{1D8BD707-D9CF-40AE-B4C6-C98DA3205C09}" type="datetimeFigureOut">
              <a:t>11/22/2024</a:t>
            </a:fld>
          </a:p>
        </p:txBody>
      </p:sp>
      <p:sp>
        <p:nvSpPr>
          <p:cNvPr id="5" name="Holder 5">
            <a:extLst xmlns:a="http://schemas.openxmlformats.org/drawingml/2006/main">
              <a:ext uri="{FF2B5EF4-FFF2-40B4-BE49-F238E27FC236}">
                <a16:creationId xmlns:a16="http://schemas.microsoft.com/office/drawing/2014/main" id="{7DC2D0D1-5819-4E01-B36A-AAAB23B2A4C2}"/>
              </a:ext>
            </a:extLst>
          </p:cNvPr>
          <p:cNvSpPr>
            <a:spLocks xmlns:a="http://schemas.openxmlformats.org/drawingml/2006/main" noGrp="1"/>
          </p:cNvSpPr>
          <p:nvPr>
            <p:ph type="sldNum" idx="7"/>
          </p:nvPr>
        </p:nvSpPr>
        <p:spPr/>
        <p:txBody>
          <a:bodyPr xmlns:a="http://schemas.openxmlformats.org/drawingml/2006/main" lIns="0" tIns="0" rIns="0" bIns="0"/>
          <a:lstStyle xmlns:a="http://schemas.openxmlformats.org/drawingml/2006/main">
            <a:lvl1pPr algn="r">
              <a:buNone/>
              <a:defRPr>
                <a:solidFill>
                  <a:schemeClr val="tx1">
                    <a:tint val="75000"/>
                  </a:schemeClr>
                </a:solidFill>
              </a:defRPr>
            </a:lvl1pPr>
          </a:lstStyle>
          <a:p xmlns:a="http://schemas.openxmlformats.org/drawingml/2006/main">
            <a:fld id="{B6F15528-21DE-4FAA-801E-634DDDAF4B2B}" type="slidenum">
              <a:t>‹#›</a:t>
            </a:fld>
          </a:p>
        </p:txBody>
      </p:sp>
    </p:spTree>
  </p:cSld>
</p:sldLayout>
</file>

<file path=ppt/slideLayouts/slideLayout5.xml><?xml version="1.0" encoding="utf-8"?>
<p:sldLayout xmlns:p="http://schemas.openxmlformats.org/presentationml/2006/main" type="obj" preserve="1">
  <p:cSld name="Blank">
    <p:spTree>
      <p:nvGrpSpPr>
        <p:cNvPr id="1" name=""/>
        <p:cNvGrpSpPr/>
        <p:nvPr/>
      </p:nvGrpSpPr>
      <p:grpSpPr>
        <a:xfrm xmlns:a="http://schemas.openxmlformats.org/drawingml/2006/main"/>
      </p:grpSpPr>
      <p:sp>
        <p:nvSpPr>
          <p:cNvPr id="2" name="Holder 2">
            <a:extLst xmlns:a="http://schemas.openxmlformats.org/drawingml/2006/main">
              <a:ext uri="{FF2B5EF4-FFF2-40B4-BE49-F238E27FC236}">
                <a16:creationId xmlns:a16="http://schemas.microsoft.com/office/drawing/2014/main" id="{FCCEA099-3361-478D-9FDB-D34627E4A186}"/>
              </a:ext>
            </a:extLst>
          </p:cNvPr>
          <p:cNvSpPr>
            <a:spLocks xmlns:a="http://schemas.openxmlformats.org/drawingml/2006/main" noGrp="1"/>
          </p:cNvSpPr>
          <p:nvPr>
            <p:ph type="ftr" idx="5"/>
          </p:nvPr>
        </p:nvSpPr>
        <p:spPr/>
        <p:txBody>
          <a:bodyPr xmlns:a="http://schemas.openxmlformats.org/drawingml/2006/main" lIns="0" tIns="0" rIns="0" bIns="0"/>
          <a:lstStyle xmlns:a="http://schemas.openxmlformats.org/drawingml/2006/main">
            <a:lvl1pPr algn="ctr">
              <a:buNone/>
              <a:defRPr>
                <a:solidFill>
                  <a:schemeClr val="tx1">
                    <a:tint val="75000"/>
                  </a:schemeClr>
                </a:solidFill>
              </a:defRPr>
            </a:lvl1pPr>
          </a:lstStyle>
          <a:p xmlns:a="http://schemas.openxmlformats.org/drawingml/2006/main"/>
        </p:txBody>
      </p:sp>
      <p:sp>
        <p:nvSpPr>
          <p:cNvPr id="3" name="Holder 3">
            <a:extLst xmlns:a="http://schemas.openxmlformats.org/drawingml/2006/main">
              <a:ext uri="{FF2B5EF4-FFF2-40B4-BE49-F238E27FC236}">
                <a16:creationId xmlns:a16="http://schemas.microsoft.com/office/drawing/2014/main" id="{3D4F5A11-CBF8-401B-AB2E-F0117BE356E6}"/>
              </a:ext>
            </a:extLst>
          </p:cNvPr>
          <p:cNvSpPr>
            <a:spLocks xmlns:a="http://schemas.openxmlformats.org/drawingml/2006/main" noGrp="1"/>
          </p:cNvSpPr>
          <p:nvPr>
            <p:ph type="dt" idx="6"/>
          </p:nvPr>
        </p:nvSpPr>
        <p:spPr/>
        <p:txBody>
          <a:bodyPr xmlns:a="http://schemas.openxmlformats.org/drawingml/2006/main" lIns="0" tIns="0" rIns="0" bIns="0"/>
          <a:lstStyle xmlns:a="http://schemas.openxmlformats.org/drawingml/2006/main">
            <a:lvl1pPr algn="l">
              <a:buNone/>
              <a:defRPr>
                <a:solidFill>
                  <a:schemeClr val="tx1">
                    <a:tint val="75000"/>
                  </a:schemeClr>
                </a:solidFill>
              </a:defRPr>
            </a:lvl1pPr>
          </a:lstStyle>
          <a:p xmlns:a="http://schemas.openxmlformats.org/drawingml/2006/main">
            <a:fld id="{1D8BD707-D9CF-40AE-B4C6-C98DA3205C09}" type="datetimeFigureOut">
              <a:t>11/22/2024</a:t>
            </a:fld>
          </a:p>
        </p:txBody>
      </p:sp>
      <p:sp>
        <p:nvSpPr>
          <p:cNvPr id="4" name="Holder 4">
            <a:extLst xmlns:a="http://schemas.openxmlformats.org/drawingml/2006/main">
              <a:ext uri="{FF2B5EF4-FFF2-40B4-BE49-F238E27FC236}">
                <a16:creationId xmlns:a16="http://schemas.microsoft.com/office/drawing/2014/main" id="{6D41FCB3-0967-4DBD-B56D-A4647416FFA5}"/>
              </a:ext>
            </a:extLst>
          </p:cNvPr>
          <p:cNvSpPr>
            <a:spLocks xmlns:a="http://schemas.openxmlformats.org/drawingml/2006/main" noGrp="1"/>
          </p:cNvSpPr>
          <p:nvPr>
            <p:ph type="sldNum" idx="7"/>
          </p:nvPr>
        </p:nvSpPr>
        <p:spPr/>
        <p:txBody>
          <a:bodyPr xmlns:a="http://schemas.openxmlformats.org/drawingml/2006/main" lIns="0" tIns="0" rIns="0" bIns="0"/>
          <a:lstStyle xmlns:a="http://schemas.openxmlformats.org/drawingml/2006/main">
            <a:lvl1pPr algn="r">
              <a:buNone/>
              <a:defRPr>
                <a:solidFill>
                  <a:schemeClr val="tx1">
                    <a:tint val="75000"/>
                  </a:schemeClr>
                </a:solidFill>
              </a:defRPr>
            </a:lvl1pPr>
          </a:lstStyle>
          <a:p xmlns:a="http://schemas.openxmlformats.org/drawingml/2006/main">
            <a:fld id="{B6F15528-21DE-4FAA-801E-634DDDAF4B2B}" type="slidenum">
              <a:t>‹#›</a:t>
            </a:fld>
          </a:p>
        </p:txBody>
      </p:sp>
    </p:spTree>
  </p:cSld>
</p:sldLayout>
</file>

<file path=ppt/slideMasters/_rels/slideMaster1.xml.rels>&#65279;<?xml version="1.0" encoding="utf-8"?><Relationships xmlns="http://schemas.openxmlformats.org/package/2006/relationships"><Relationship Type="http://schemas.openxmlformats.org/officeDocument/2006/relationships/image" Target="/ppt/media/image.png" Id="R1286a2d14bfd4fd1" /><Relationship Type="http://schemas.openxmlformats.org/officeDocument/2006/relationships/theme" Target="/ppt/slideMasters/theme/theme2.xml" Id="Rcea406c38b0e4be1" /><Relationship Type="http://schemas.openxmlformats.org/officeDocument/2006/relationships/slideLayout" Target="/ppt/slideLayouts/slideLayout1.xml" Id="Rd512ba07d94549f7" /><Relationship Type="http://schemas.openxmlformats.org/officeDocument/2006/relationships/slideLayout" Target="/ppt/slideLayouts/slideLayout2.xml" Id="Rb8637d78a2464798" /><Relationship Type="http://schemas.openxmlformats.org/officeDocument/2006/relationships/slideLayout" Target="/ppt/slideLayouts/slideLayout3.xml" Id="R91418c8582734825" /><Relationship Type="http://schemas.openxmlformats.org/officeDocument/2006/relationships/slideLayout" Target="/ppt/slideLayouts/slideLayout4.xml" Id="Raa55f98d60a742c7" /><Relationship Type="http://schemas.openxmlformats.org/officeDocument/2006/relationships/slideLayout" Target="/ppt/slideLayouts/slideLayout5.xml" Id="R3cd6e09f596b494e" /></Relationships>
</file>

<file path=ppt/slideMasters/slideMaster1.xml><?xml version="1.0" encoding="utf-8"?>
<p:sldMaster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pic>
        <p:nvPicPr>
          <p:cNvPr id="1" name="bg object 16"/>
          <p:cNvPicPr>
            <a:picLocks xmlns:a="http://schemas.openxmlformats.org/drawingml/2006/main" noChangeAspect="1"/>
          </p:cNvPicPr>
          <p:nvPr/>
        </p:nvPicPr>
        <p:blipFill>
          <a:blip xmlns:r="http://schemas.openxmlformats.org/officeDocument/2006/relationships" xmlns:a="http://schemas.openxmlformats.org/drawingml/2006/main" r:embed="R1286a2d14bfd4fd1"/>
          <a:stretch xmlns:a="http://schemas.openxmlformats.org/drawingml/2006/main">
            <a:fillRect l="0" t="0" r="0" b="0"/>
          </a:stretch>
        </p:blipFill>
        <p:spPr>
          <a:xfrm xmlns:a="http://schemas.openxmlformats.org/drawingml/2006/main">
            <a:off x="0" y="881056"/>
            <a:ext cx="30300654" cy="41910001"/>
          </a:xfrm>
          <a:prstGeom xmlns:a="http://schemas.openxmlformats.org/drawingml/2006/main" prst="rect">
            <a:avLst/>
          </a:prstGeom>
        </p:spPr>
      </p:pic>
      <p:sp>
        <p:nvSpPr>
          <p:cNvPr id="17" name="bg object 17">
            <a:extLst xmlns:a="http://schemas.openxmlformats.org/drawingml/2006/main">
              <a:ext uri="{FF2B5EF4-FFF2-40B4-BE49-F238E27FC236}">
                <a16:creationId xmlns:a16="http://schemas.microsoft.com/office/drawing/2014/main" id="{96EC0D05-044A-4545-91CB-29257ADAB0AC}"/>
              </a:ext>
            </a:extLst>
          </p:cNvPr>
          <p:cNvSpPr>
            <a:spLocks xmlns:a="http://schemas.openxmlformats.org/drawingml/2006/main" noGrp="1"/>
          </p:cNvSpPr>
          <p:nvPr/>
        </p:nvSpPr>
        <p:spPr>
          <a:xfrm xmlns:a="http://schemas.openxmlformats.org/drawingml/2006/main">
            <a:off x="0" y="0"/>
            <a:ext cx="30300654" cy="42791112"/>
          </a:xfrm>
          <a:custGeom xmlns:a="http://schemas.openxmlformats.org/drawingml/2006/main">
            <a:rect l="l" t="t" r="r" b="b"/>
            <a:pathLst>
              <a:path w="7562850" h="10696575">
                <a:moveTo>
                  <a:pt x="507479" y="0"/>
                </a:moveTo>
                <a:lnTo>
                  <a:pt x="408584" y="0"/>
                </a:lnTo>
                <a:lnTo>
                  <a:pt x="0" y="408584"/>
                </a:lnTo>
                <a:lnTo>
                  <a:pt x="0" y="507479"/>
                </a:lnTo>
                <a:lnTo>
                  <a:pt x="507479" y="0"/>
                </a:lnTo>
                <a:close/>
              </a:path>
              <a:path w="7562850" h="10696575">
                <a:moveTo>
                  <a:pt x="537692" y="10696575"/>
                </a:moveTo>
                <a:lnTo>
                  <a:pt x="0" y="10158908"/>
                </a:lnTo>
                <a:lnTo>
                  <a:pt x="0" y="10257803"/>
                </a:lnTo>
                <a:lnTo>
                  <a:pt x="438759" y="10696575"/>
                </a:lnTo>
                <a:lnTo>
                  <a:pt x="537692" y="10696575"/>
                </a:lnTo>
                <a:close/>
              </a:path>
              <a:path w="7562850" h="10696575">
                <a:moveTo>
                  <a:pt x="1534642" y="757351"/>
                </a:moveTo>
                <a:lnTo>
                  <a:pt x="1435658" y="658418"/>
                </a:lnTo>
                <a:lnTo>
                  <a:pt x="1435658" y="757351"/>
                </a:lnTo>
                <a:lnTo>
                  <a:pt x="1294447" y="898575"/>
                </a:lnTo>
                <a:lnTo>
                  <a:pt x="1153236" y="757351"/>
                </a:lnTo>
                <a:lnTo>
                  <a:pt x="1294447" y="616140"/>
                </a:lnTo>
                <a:lnTo>
                  <a:pt x="1435658" y="757351"/>
                </a:lnTo>
                <a:lnTo>
                  <a:pt x="1435658" y="658418"/>
                </a:lnTo>
                <a:lnTo>
                  <a:pt x="1393367" y="616140"/>
                </a:lnTo>
                <a:lnTo>
                  <a:pt x="1294447" y="517258"/>
                </a:lnTo>
                <a:lnTo>
                  <a:pt x="1054341" y="757351"/>
                </a:lnTo>
                <a:lnTo>
                  <a:pt x="1294447" y="997458"/>
                </a:lnTo>
                <a:lnTo>
                  <a:pt x="1319187" y="972718"/>
                </a:lnTo>
                <a:lnTo>
                  <a:pt x="1534642" y="757351"/>
                </a:lnTo>
                <a:close/>
              </a:path>
              <a:path w="7562850" h="10696575">
                <a:moveTo>
                  <a:pt x="1570672" y="9945065"/>
                </a:moveTo>
                <a:lnTo>
                  <a:pt x="1471688" y="9846132"/>
                </a:lnTo>
                <a:lnTo>
                  <a:pt x="1471688" y="9945065"/>
                </a:lnTo>
                <a:lnTo>
                  <a:pt x="1330477" y="10086276"/>
                </a:lnTo>
                <a:lnTo>
                  <a:pt x="1189266" y="9945065"/>
                </a:lnTo>
                <a:lnTo>
                  <a:pt x="1330477" y="9803854"/>
                </a:lnTo>
                <a:lnTo>
                  <a:pt x="1471688" y="9945065"/>
                </a:lnTo>
                <a:lnTo>
                  <a:pt x="1471688" y="9846132"/>
                </a:lnTo>
                <a:lnTo>
                  <a:pt x="1429397" y="9803854"/>
                </a:lnTo>
                <a:lnTo>
                  <a:pt x="1330477" y="9704959"/>
                </a:lnTo>
                <a:lnTo>
                  <a:pt x="1090371" y="9945065"/>
                </a:lnTo>
                <a:lnTo>
                  <a:pt x="1330477" y="10185171"/>
                </a:lnTo>
                <a:lnTo>
                  <a:pt x="1355217" y="10160419"/>
                </a:lnTo>
                <a:lnTo>
                  <a:pt x="1570672" y="9945065"/>
                </a:lnTo>
                <a:close/>
              </a:path>
              <a:path w="7562850" h="10696575">
                <a:moveTo>
                  <a:pt x="1781644" y="757351"/>
                </a:moveTo>
                <a:lnTo>
                  <a:pt x="1682762" y="658495"/>
                </a:lnTo>
                <a:lnTo>
                  <a:pt x="1682762" y="757351"/>
                </a:lnTo>
                <a:lnTo>
                  <a:pt x="1294447" y="1145590"/>
                </a:lnTo>
                <a:lnTo>
                  <a:pt x="906221" y="757351"/>
                </a:lnTo>
                <a:lnTo>
                  <a:pt x="1294447" y="369138"/>
                </a:lnTo>
                <a:lnTo>
                  <a:pt x="1682762" y="757351"/>
                </a:lnTo>
                <a:lnTo>
                  <a:pt x="1682762" y="658495"/>
                </a:lnTo>
                <a:lnTo>
                  <a:pt x="1393355" y="369138"/>
                </a:lnTo>
                <a:lnTo>
                  <a:pt x="1294447" y="270243"/>
                </a:lnTo>
                <a:lnTo>
                  <a:pt x="807326" y="757351"/>
                </a:lnTo>
                <a:lnTo>
                  <a:pt x="1294447" y="1244561"/>
                </a:lnTo>
                <a:lnTo>
                  <a:pt x="1319187" y="1219822"/>
                </a:lnTo>
                <a:lnTo>
                  <a:pt x="1269695" y="1170330"/>
                </a:lnTo>
                <a:lnTo>
                  <a:pt x="1294536" y="1195070"/>
                </a:lnTo>
                <a:lnTo>
                  <a:pt x="1319187" y="1219822"/>
                </a:lnTo>
                <a:lnTo>
                  <a:pt x="1781644" y="757351"/>
                </a:lnTo>
                <a:close/>
              </a:path>
              <a:path w="7562850" h="10696575">
                <a:moveTo>
                  <a:pt x="1817674" y="9945065"/>
                </a:moveTo>
                <a:lnTo>
                  <a:pt x="1718792" y="9846208"/>
                </a:lnTo>
                <a:lnTo>
                  <a:pt x="1718792" y="9945065"/>
                </a:lnTo>
                <a:lnTo>
                  <a:pt x="1330477" y="10333291"/>
                </a:lnTo>
                <a:lnTo>
                  <a:pt x="942251" y="9945065"/>
                </a:lnTo>
                <a:lnTo>
                  <a:pt x="1330477" y="9556839"/>
                </a:lnTo>
                <a:lnTo>
                  <a:pt x="1718792" y="9945065"/>
                </a:lnTo>
                <a:lnTo>
                  <a:pt x="1718792" y="9846208"/>
                </a:lnTo>
                <a:lnTo>
                  <a:pt x="1429385" y="9556839"/>
                </a:lnTo>
                <a:lnTo>
                  <a:pt x="1330477" y="9457944"/>
                </a:lnTo>
                <a:lnTo>
                  <a:pt x="843356" y="9945065"/>
                </a:lnTo>
                <a:lnTo>
                  <a:pt x="1330477" y="10432275"/>
                </a:lnTo>
                <a:lnTo>
                  <a:pt x="1355217" y="10407523"/>
                </a:lnTo>
                <a:lnTo>
                  <a:pt x="1305725" y="10358031"/>
                </a:lnTo>
                <a:lnTo>
                  <a:pt x="1330566" y="10382783"/>
                </a:lnTo>
                <a:lnTo>
                  <a:pt x="1355217" y="10407523"/>
                </a:lnTo>
                <a:lnTo>
                  <a:pt x="1817674" y="9945065"/>
                </a:lnTo>
                <a:close/>
              </a:path>
              <a:path w="7562850" h="10696575">
                <a:moveTo>
                  <a:pt x="2037232" y="757351"/>
                </a:moveTo>
                <a:lnTo>
                  <a:pt x="1938248" y="658393"/>
                </a:lnTo>
                <a:lnTo>
                  <a:pt x="1938248" y="757351"/>
                </a:lnTo>
                <a:lnTo>
                  <a:pt x="1294447" y="1401165"/>
                </a:lnTo>
                <a:lnTo>
                  <a:pt x="650722" y="757351"/>
                </a:lnTo>
                <a:lnTo>
                  <a:pt x="1294447" y="113550"/>
                </a:lnTo>
                <a:lnTo>
                  <a:pt x="1938248" y="757351"/>
                </a:lnTo>
                <a:lnTo>
                  <a:pt x="1938248" y="658393"/>
                </a:lnTo>
                <a:lnTo>
                  <a:pt x="1393342" y="113550"/>
                </a:lnTo>
                <a:lnTo>
                  <a:pt x="1294447" y="14655"/>
                </a:lnTo>
                <a:lnTo>
                  <a:pt x="551738" y="757351"/>
                </a:lnTo>
                <a:lnTo>
                  <a:pt x="1294447" y="1500060"/>
                </a:lnTo>
                <a:lnTo>
                  <a:pt x="1319187" y="1475308"/>
                </a:lnTo>
                <a:lnTo>
                  <a:pt x="2037232" y="757351"/>
                </a:lnTo>
                <a:close/>
              </a:path>
              <a:path w="7562850" h="10696575">
                <a:moveTo>
                  <a:pt x="2073262" y="9945065"/>
                </a:moveTo>
                <a:lnTo>
                  <a:pt x="1974278" y="9846094"/>
                </a:lnTo>
                <a:lnTo>
                  <a:pt x="1974278" y="9945065"/>
                </a:lnTo>
                <a:lnTo>
                  <a:pt x="1330477" y="10588866"/>
                </a:lnTo>
                <a:lnTo>
                  <a:pt x="686752" y="9945065"/>
                </a:lnTo>
                <a:lnTo>
                  <a:pt x="1330477" y="9301264"/>
                </a:lnTo>
                <a:lnTo>
                  <a:pt x="1974278" y="9945065"/>
                </a:lnTo>
                <a:lnTo>
                  <a:pt x="1974278" y="9846094"/>
                </a:lnTo>
                <a:lnTo>
                  <a:pt x="1429385" y="9301264"/>
                </a:lnTo>
                <a:lnTo>
                  <a:pt x="1330477" y="9202369"/>
                </a:lnTo>
                <a:lnTo>
                  <a:pt x="587781" y="9945065"/>
                </a:lnTo>
                <a:lnTo>
                  <a:pt x="1330477" y="10687761"/>
                </a:lnTo>
                <a:lnTo>
                  <a:pt x="1355217" y="10663022"/>
                </a:lnTo>
                <a:lnTo>
                  <a:pt x="2073262" y="9945065"/>
                </a:lnTo>
                <a:close/>
              </a:path>
              <a:path w="7562850" h="10696575">
                <a:moveTo>
                  <a:pt x="4024084" y="757351"/>
                </a:moveTo>
                <a:lnTo>
                  <a:pt x="3925112" y="658418"/>
                </a:lnTo>
                <a:lnTo>
                  <a:pt x="3925112" y="757351"/>
                </a:lnTo>
                <a:lnTo>
                  <a:pt x="3783901" y="898575"/>
                </a:lnTo>
                <a:lnTo>
                  <a:pt x="3642677" y="757351"/>
                </a:lnTo>
                <a:lnTo>
                  <a:pt x="3783901" y="616140"/>
                </a:lnTo>
                <a:lnTo>
                  <a:pt x="3925112" y="757351"/>
                </a:lnTo>
                <a:lnTo>
                  <a:pt x="3925112" y="658418"/>
                </a:lnTo>
                <a:lnTo>
                  <a:pt x="3882821" y="616140"/>
                </a:lnTo>
                <a:lnTo>
                  <a:pt x="3783901" y="517258"/>
                </a:lnTo>
                <a:lnTo>
                  <a:pt x="3543795" y="757351"/>
                </a:lnTo>
                <a:lnTo>
                  <a:pt x="3783901" y="997458"/>
                </a:lnTo>
                <a:lnTo>
                  <a:pt x="3808641" y="972718"/>
                </a:lnTo>
                <a:lnTo>
                  <a:pt x="4024084" y="757351"/>
                </a:lnTo>
                <a:close/>
              </a:path>
              <a:path w="7562850" h="10696575">
                <a:moveTo>
                  <a:pt x="4052392" y="9945065"/>
                </a:moveTo>
                <a:lnTo>
                  <a:pt x="3953408" y="9846119"/>
                </a:lnTo>
                <a:lnTo>
                  <a:pt x="3953408" y="9945065"/>
                </a:lnTo>
                <a:lnTo>
                  <a:pt x="3812197" y="10086276"/>
                </a:lnTo>
                <a:lnTo>
                  <a:pt x="3670985" y="9945065"/>
                </a:lnTo>
                <a:lnTo>
                  <a:pt x="3812197" y="9803854"/>
                </a:lnTo>
                <a:lnTo>
                  <a:pt x="3953408" y="9945065"/>
                </a:lnTo>
                <a:lnTo>
                  <a:pt x="3953408" y="9846119"/>
                </a:lnTo>
                <a:lnTo>
                  <a:pt x="3911130" y="9803854"/>
                </a:lnTo>
                <a:lnTo>
                  <a:pt x="3812197" y="9704959"/>
                </a:lnTo>
                <a:lnTo>
                  <a:pt x="3572091" y="9945065"/>
                </a:lnTo>
                <a:lnTo>
                  <a:pt x="3812197" y="10185171"/>
                </a:lnTo>
                <a:lnTo>
                  <a:pt x="3836936" y="10160419"/>
                </a:lnTo>
                <a:lnTo>
                  <a:pt x="4052392" y="9945065"/>
                </a:lnTo>
                <a:close/>
              </a:path>
              <a:path w="7562850" h="10696575">
                <a:moveTo>
                  <a:pt x="4271099" y="757351"/>
                </a:moveTo>
                <a:lnTo>
                  <a:pt x="4172204" y="658482"/>
                </a:lnTo>
                <a:lnTo>
                  <a:pt x="4172204" y="757351"/>
                </a:lnTo>
                <a:lnTo>
                  <a:pt x="3783901" y="1145590"/>
                </a:lnTo>
                <a:lnTo>
                  <a:pt x="3395675" y="757351"/>
                </a:lnTo>
                <a:lnTo>
                  <a:pt x="3783901" y="369138"/>
                </a:lnTo>
                <a:lnTo>
                  <a:pt x="4172204" y="757351"/>
                </a:lnTo>
                <a:lnTo>
                  <a:pt x="4172204" y="658482"/>
                </a:lnTo>
                <a:lnTo>
                  <a:pt x="3882809" y="369138"/>
                </a:lnTo>
                <a:lnTo>
                  <a:pt x="3783901" y="270243"/>
                </a:lnTo>
                <a:lnTo>
                  <a:pt x="3296780" y="757351"/>
                </a:lnTo>
                <a:lnTo>
                  <a:pt x="3783901" y="1244561"/>
                </a:lnTo>
                <a:lnTo>
                  <a:pt x="3808641" y="1219822"/>
                </a:lnTo>
                <a:lnTo>
                  <a:pt x="3759149" y="1170330"/>
                </a:lnTo>
                <a:lnTo>
                  <a:pt x="3783977" y="1195070"/>
                </a:lnTo>
                <a:lnTo>
                  <a:pt x="3808641" y="1219822"/>
                </a:lnTo>
                <a:lnTo>
                  <a:pt x="4271099" y="757351"/>
                </a:lnTo>
                <a:close/>
              </a:path>
              <a:path w="7562850" h="10696575">
                <a:moveTo>
                  <a:pt x="4299407" y="9945065"/>
                </a:moveTo>
                <a:lnTo>
                  <a:pt x="4200512" y="9846196"/>
                </a:lnTo>
                <a:lnTo>
                  <a:pt x="4200512" y="9945065"/>
                </a:lnTo>
                <a:lnTo>
                  <a:pt x="3812197" y="10333291"/>
                </a:lnTo>
                <a:lnTo>
                  <a:pt x="3423970" y="9945065"/>
                </a:lnTo>
                <a:lnTo>
                  <a:pt x="3812197" y="9556839"/>
                </a:lnTo>
                <a:lnTo>
                  <a:pt x="4200512" y="9945065"/>
                </a:lnTo>
                <a:lnTo>
                  <a:pt x="4200512" y="9846196"/>
                </a:lnTo>
                <a:lnTo>
                  <a:pt x="3911104" y="9556839"/>
                </a:lnTo>
                <a:lnTo>
                  <a:pt x="3812197" y="9457944"/>
                </a:lnTo>
                <a:lnTo>
                  <a:pt x="3325076" y="9945065"/>
                </a:lnTo>
                <a:lnTo>
                  <a:pt x="3812197" y="10432275"/>
                </a:lnTo>
                <a:lnTo>
                  <a:pt x="3836936" y="10407523"/>
                </a:lnTo>
                <a:lnTo>
                  <a:pt x="3787457" y="10358031"/>
                </a:lnTo>
                <a:lnTo>
                  <a:pt x="3812286" y="10382783"/>
                </a:lnTo>
                <a:lnTo>
                  <a:pt x="3836936" y="10407523"/>
                </a:lnTo>
                <a:lnTo>
                  <a:pt x="4299407" y="9945065"/>
                </a:lnTo>
                <a:close/>
              </a:path>
              <a:path w="7562850" h="10696575">
                <a:moveTo>
                  <a:pt x="4526686" y="757351"/>
                </a:moveTo>
                <a:lnTo>
                  <a:pt x="4427702" y="658393"/>
                </a:lnTo>
                <a:lnTo>
                  <a:pt x="4427702" y="757351"/>
                </a:lnTo>
                <a:lnTo>
                  <a:pt x="3783901" y="1401165"/>
                </a:lnTo>
                <a:lnTo>
                  <a:pt x="3140176" y="757351"/>
                </a:lnTo>
                <a:lnTo>
                  <a:pt x="3783901" y="113550"/>
                </a:lnTo>
                <a:lnTo>
                  <a:pt x="4427702" y="757351"/>
                </a:lnTo>
                <a:lnTo>
                  <a:pt x="4427702" y="658393"/>
                </a:lnTo>
                <a:lnTo>
                  <a:pt x="3882796" y="113550"/>
                </a:lnTo>
                <a:lnTo>
                  <a:pt x="3783901" y="14655"/>
                </a:lnTo>
                <a:lnTo>
                  <a:pt x="3041192" y="757351"/>
                </a:lnTo>
                <a:lnTo>
                  <a:pt x="3783901" y="1500060"/>
                </a:lnTo>
                <a:lnTo>
                  <a:pt x="3808641" y="1475308"/>
                </a:lnTo>
                <a:lnTo>
                  <a:pt x="4526686" y="757351"/>
                </a:lnTo>
                <a:close/>
              </a:path>
              <a:path w="7562850" h="10696575">
                <a:moveTo>
                  <a:pt x="4554982" y="9945065"/>
                </a:moveTo>
                <a:lnTo>
                  <a:pt x="4455998" y="9846094"/>
                </a:lnTo>
                <a:lnTo>
                  <a:pt x="4455998" y="9945065"/>
                </a:lnTo>
                <a:lnTo>
                  <a:pt x="3812197" y="10588866"/>
                </a:lnTo>
                <a:lnTo>
                  <a:pt x="3168472" y="9945065"/>
                </a:lnTo>
                <a:lnTo>
                  <a:pt x="3812197" y="9301264"/>
                </a:lnTo>
                <a:lnTo>
                  <a:pt x="4455998" y="9945065"/>
                </a:lnTo>
                <a:lnTo>
                  <a:pt x="4455998" y="9846094"/>
                </a:lnTo>
                <a:lnTo>
                  <a:pt x="3911104" y="9301264"/>
                </a:lnTo>
                <a:lnTo>
                  <a:pt x="3812197" y="9202369"/>
                </a:lnTo>
                <a:lnTo>
                  <a:pt x="3069501" y="9945065"/>
                </a:lnTo>
                <a:lnTo>
                  <a:pt x="3812197" y="10687761"/>
                </a:lnTo>
                <a:lnTo>
                  <a:pt x="3836936" y="10663022"/>
                </a:lnTo>
                <a:lnTo>
                  <a:pt x="4554982" y="9945065"/>
                </a:lnTo>
                <a:close/>
              </a:path>
              <a:path w="7562850" h="10696575">
                <a:moveTo>
                  <a:pt x="6497523" y="757351"/>
                </a:moveTo>
                <a:lnTo>
                  <a:pt x="6398539" y="658418"/>
                </a:lnTo>
                <a:lnTo>
                  <a:pt x="6398539" y="757351"/>
                </a:lnTo>
                <a:lnTo>
                  <a:pt x="6257328" y="898575"/>
                </a:lnTo>
                <a:lnTo>
                  <a:pt x="6116117" y="757351"/>
                </a:lnTo>
                <a:lnTo>
                  <a:pt x="6257328" y="616140"/>
                </a:lnTo>
                <a:lnTo>
                  <a:pt x="6398539" y="757351"/>
                </a:lnTo>
                <a:lnTo>
                  <a:pt x="6398539" y="658418"/>
                </a:lnTo>
                <a:lnTo>
                  <a:pt x="6356248" y="616140"/>
                </a:lnTo>
                <a:lnTo>
                  <a:pt x="6257328" y="517258"/>
                </a:lnTo>
                <a:lnTo>
                  <a:pt x="6017222" y="757351"/>
                </a:lnTo>
                <a:lnTo>
                  <a:pt x="6257328" y="997458"/>
                </a:lnTo>
                <a:lnTo>
                  <a:pt x="6282067" y="972718"/>
                </a:lnTo>
                <a:lnTo>
                  <a:pt x="6497523" y="757351"/>
                </a:lnTo>
                <a:close/>
              </a:path>
              <a:path w="7562850" h="10696575">
                <a:moveTo>
                  <a:pt x="6744525" y="757351"/>
                </a:moveTo>
                <a:lnTo>
                  <a:pt x="6645643" y="658495"/>
                </a:lnTo>
                <a:lnTo>
                  <a:pt x="6645643" y="757351"/>
                </a:lnTo>
                <a:lnTo>
                  <a:pt x="6257328" y="1145590"/>
                </a:lnTo>
                <a:lnTo>
                  <a:pt x="5869102" y="757351"/>
                </a:lnTo>
                <a:lnTo>
                  <a:pt x="6257328" y="369138"/>
                </a:lnTo>
                <a:lnTo>
                  <a:pt x="6645643" y="757351"/>
                </a:lnTo>
                <a:lnTo>
                  <a:pt x="6645643" y="658495"/>
                </a:lnTo>
                <a:lnTo>
                  <a:pt x="6356236" y="369138"/>
                </a:lnTo>
                <a:lnTo>
                  <a:pt x="6257328" y="270243"/>
                </a:lnTo>
                <a:lnTo>
                  <a:pt x="5770207" y="757351"/>
                </a:lnTo>
                <a:lnTo>
                  <a:pt x="6257328" y="1244561"/>
                </a:lnTo>
                <a:lnTo>
                  <a:pt x="6282067" y="1219822"/>
                </a:lnTo>
                <a:lnTo>
                  <a:pt x="6232576" y="1170330"/>
                </a:lnTo>
                <a:lnTo>
                  <a:pt x="6257417" y="1195070"/>
                </a:lnTo>
                <a:lnTo>
                  <a:pt x="6282067" y="1219822"/>
                </a:lnTo>
                <a:lnTo>
                  <a:pt x="6744525" y="757351"/>
                </a:lnTo>
                <a:close/>
              </a:path>
              <a:path w="7562850" h="10696575">
                <a:moveTo>
                  <a:pt x="7000113" y="757351"/>
                </a:moveTo>
                <a:lnTo>
                  <a:pt x="6901129" y="658393"/>
                </a:lnTo>
                <a:lnTo>
                  <a:pt x="6901129" y="757351"/>
                </a:lnTo>
                <a:lnTo>
                  <a:pt x="6257328" y="1401165"/>
                </a:lnTo>
                <a:lnTo>
                  <a:pt x="5613603" y="757351"/>
                </a:lnTo>
                <a:lnTo>
                  <a:pt x="6257328" y="113550"/>
                </a:lnTo>
                <a:lnTo>
                  <a:pt x="6901129" y="757351"/>
                </a:lnTo>
                <a:lnTo>
                  <a:pt x="6901129" y="658393"/>
                </a:lnTo>
                <a:lnTo>
                  <a:pt x="6356223" y="113550"/>
                </a:lnTo>
                <a:lnTo>
                  <a:pt x="6257328" y="14655"/>
                </a:lnTo>
                <a:lnTo>
                  <a:pt x="5514619" y="757351"/>
                </a:lnTo>
                <a:lnTo>
                  <a:pt x="6257328" y="1500060"/>
                </a:lnTo>
                <a:lnTo>
                  <a:pt x="6282067" y="1475308"/>
                </a:lnTo>
                <a:lnTo>
                  <a:pt x="7000113" y="757351"/>
                </a:lnTo>
                <a:close/>
              </a:path>
              <a:path w="7562850" h="10696575">
                <a:moveTo>
                  <a:pt x="7036143" y="9945065"/>
                </a:moveTo>
                <a:lnTo>
                  <a:pt x="6937159" y="9846094"/>
                </a:lnTo>
                <a:lnTo>
                  <a:pt x="6937159" y="9945065"/>
                </a:lnTo>
                <a:lnTo>
                  <a:pt x="6293358" y="10588866"/>
                </a:lnTo>
                <a:lnTo>
                  <a:pt x="5649633" y="9945065"/>
                </a:lnTo>
                <a:lnTo>
                  <a:pt x="6293358" y="9301264"/>
                </a:lnTo>
                <a:lnTo>
                  <a:pt x="6937159" y="9945065"/>
                </a:lnTo>
                <a:lnTo>
                  <a:pt x="6937159" y="9846094"/>
                </a:lnTo>
                <a:lnTo>
                  <a:pt x="6392265" y="9301264"/>
                </a:lnTo>
                <a:lnTo>
                  <a:pt x="6293358" y="9202369"/>
                </a:lnTo>
                <a:lnTo>
                  <a:pt x="5550662" y="9945065"/>
                </a:lnTo>
                <a:lnTo>
                  <a:pt x="6293358" y="10687761"/>
                </a:lnTo>
                <a:lnTo>
                  <a:pt x="6318097" y="10663022"/>
                </a:lnTo>
                <a:lnTo>
                  <a:pt x="7036143" y="9945065"/>
                </a:lnTo>
                <a:close/>
              </a:path>
              <a:path w="7562850" h="10696575">
                <a:moveTo>
                  <a:pt x="7562850" y="10219817"/>
                </a:moveTo>
                <a:lnTo>
                  <a:pt x="7086092" y="10696575"/>
                </a:lnTo>
                <a:lnTo>
                  <a:pt x="7185076" y="10696575"/>
                </a:lnTo>
                <a:lnTo>
                  <a:pt x="7562850" y="10318801"/>
                </a:lnTo>
                <a:lnTo>
                  <a:pt x="7562850" y="10219817"/>
                </a:lnTo>
                <a:close/>
              </a:path>
              <a:path w="7562850" h="10696575">
                <a:moveTo>
                  <a:pt x="7562850" y="9571330"/>
                </a:moveTo>
                <a:lnTo>
                  <a:pt x="6392253" y="8400732"/>
                </a:lnTo>
                <a:lnTo>
                  <a:pt x="6293358" y="8301837"/>
                </a:lnTo>
                <a:lnTo>
                  <a:pt x="5052771" y="9542424"/>
                </a:lnTo>
                <a:lnTo>
                  <a:pt x="5003292" y="9492945"/>
                </a:lnTo>
                <a:lnTo>
                  <a:pt x="5003292" y="9591904"/>
                </a:lnTo>
                <a:lnTo>
                  <a:pt x="4890173" y="9705022"/>
                </a:lnTo>
                <a:lnTo>
                  <a:pt x="4840694" y="9655556"/>
                </a:lnTo>
                <a:lnTo>
                  <a:pt x="4840694" y="9754502"/>
                </a:lnTo>
                <a:lnTo>
                  <a:pt x="4741405" y="9853790"/>
                </a:lnTo>
                <a:lnTo>
                  <a:pt x="3911092" y="9023464"/>
                </a:lnTo>
                <a:lnTo>
                  <a:pt x="3812197" y="8924569"/>
                </a:lnTo>
                <a:lnTo>
                  <a:pt x="2882696" y="9854070"/>
                </a:lnTo>
                <a:lnTo>
                  <a:pt x="2833205" y="9804578"/>
                </a:lnTo>
                <a:lnTo>
                  <a:pt x="2833205" y="9903562"/>
                </a:lnTo>
                <a:lnTo>
                  <a:pt x="2791701" y="9945065"/>
                </a:lnTo>
                <a:lnTo>
                  <a:pt x="2833205" y="9986581"/>
                </a:lnTo>
                <a:lnTo>
                  <a:pt x="2733916" y="10085870"/>
                </a:lnTo>
                <a:lnTo>
                  <a:pt x="2684437" y="10036391"/>
                </a:lnTo>
                <a:lnTo>
                  <a:pt x="2684437" y="10135349"/>
                </a:lnTo>
                <a:lnTo>
                  <a:pt x="2571292" y="10248494"/>
                </a:lnTo>
                <a:lnTo>
                  <a:pt x="2458174" y="10135387"/>
                </a:lnTo>
                <a:lnTo>
                  <a:pt x="2571331" y="10022256"/>
                </a:lnTo>
                <a:lnTo>
                  <a:pt x="2684437" y="10135349"/>
                </a:lnTo>
                <a:lnTo>
                  <a:pt x="2684437" y="10036391"/>
                </a:lnTo>
                <a:lnTo>
                  <a:pt x="2620822" y="9972764"/>
                </a:lnTo>
                <a:lnTo>
                  <a:pt x="2648521" y="9945065"/>
                </a:lnTo>
                <a:lnTo>
                  <a:pt x="2620822" y="9917379"/>
                </a:lnTo>
                <a:lnTo>
                  <a:pt x="2733929" y="9804273"/>
                </a:lnTo>
                <a:lnTo>
                  <a:pt x="2833205" y="9903562"/>
                </a:lnTo>
                <a:lnTo>
                  <a:pt x="2833205" y="9804578"/>
                </a:lnTo>
                <a:lnTo>
                  <a:pt x="2783421" y="9754781"/>
                </a:lnTo>
                <a:lnTo>
                  <a:pt x="3812197" y="8726005"/>
                </a:lnTo>
                <a:lnTo>
                  <a:pt x="4840694" y="9754502"/>
                </a:lnTo>
                <a:lnTo>
                  <a:pt x="4840694" y="9655556"/>
                </a:lnTo>
                <a:lnTo>
                  <a:pt x="3911092" y="8726005"/>
                </a:lnTo>
                <a:lnTo>
                  <a:pt x="3812197" y="8627110"/>
                </a:lnTo>
                <a:lnTo>
                  <a:pt x="2733929" y="9705302"/>
                </a:lnTo>
                <a:lnTo>
                  <a:pt x="2684437" y="9655810"/>
                </a:lnTo>
                <a:lnTo>
                  <a:pt x="2684437" y="9754794"/>
                </a:lnTo>
                <a:lnTo>
                  <a:pt x="2571331" y="9867887"/>
                </a:lnTo>
                <a:lnTo>
                  <a:pt x="2521839" y="9818408"/>
                </a:lnTo>
                <a:lnTo>
                  <a:pt x="2521839" y="9917379"/>
                </a:lnTo>
                <a:lnTo>
                  <a:pt x="2494153" y="9945065"/>
                </a:lnTo>
                <a:lnTo>
                  <a:pt x="2521839" y="9972764"/>
                </a:lnTo>
                <a:lnTo>
                  <a:pt x="2408694" y="10085908"/>
                </a:lnTo>
                <a:lnTo>
                  <a:pt x="2309406" y="9986620"/>
                </a:lnTo>
                <a:lnTo>
                  <a:pt x="2350960" y="9945065"/>
                </a:lnTo>
                <a:lnTo>
                  <a:pt x="2309406" y="9903523"/>
                </a:lnTo>
                <a:lnTo>
                  <a:pt x="2408694" y="9804235"/>
                </a:lnTo>
                <a:lnTo>
                  <a:pt x="2521839" y="9917379"/>
                </a:lnTo>
                <a:lnTo>
                  <a:pt x="2521839" y="9818408"/>
                </a:lnTo>
                <a:lnTo>
                  <a:pt x="2458174" y="9754756"/>
                </a:lnTo>
                <a:lnTo>
                  <a:pt x="2571292" y="9641637"/>
                </a:lnTo>
                <a:lnTo>
                  <a:pt x="2684437" y="9754794"/>
                </a:lnTo>
                <a:lnTo>
                  <a:pt x="2684437" y="9655810"/>
                </a:lnTo>
                <a:lnTo>
                  <a:pt x="2620784" y="9592145"/>
                </a:lnTo>
                <a:lnTo>
                  <a:pt x="3812197" y="8400732"/>
                </a:lnTo>
                <a:lnTo>
                  <a:pt x="5003292" y="9591904"/>
                </a:lnTo>
                <a:lnTo>
                  <a:pt x="5003292" y="9492945"/>
                </a:lnTo>
                <a:lnTo>
                  <a:pt x="3911092" y="8400732"/>
                </a:lnTo>
                <a:lnTo>
                  <a:pt x="3812197" y="8301837"/>
                </a:lnTo>
                <a:lnTo>
                  <a:pt x="2571331" y="9542704"/>
                </a:lnTo>
                <a:lnTo>
                  <a:pt x="1429372" y="8400732"/>
                </a:lnTo>
                <a:lnTo>
                  <a:pt x="1330477" y="8301837"/>
                </a:lnTo>
                <a:lnTo>
                  <a:pt x="0" y="9632315"/>
                </a:lnTo>
                <a:lnTo>
                  <a:pt x="0" y="9731210"/>
                </a:lnTo>
                <a:lnTo>
                  <a:pt x="1330477" y="8400732"/>
                </a:lnTo>
                <a:lnTo>
                  <a:pt x="2521851" y="9592183"/>
                </a:lnTo>
                <a:lnTo>
                  <a:pt x="2408732" y="9705302"/>
                </a:lnTo>
                <a:lnTo>
                  <a:pt x="1429372" y="8726005"/>
                </a:lnTo>
                <a:lnTo>
                  <a:pt x="1330477" y="8627110"/>
                </a:lnTo>
                <a:lnTo>
                  <a:pt x="12433" y="9945065"/>
                </a:lnTo>
                <a:lnTo>
                  <a:pt x="763981" y="10696575"/>
                </a:lnTo>
                <a:lnTo>
                  <a:pt x="862914" y="10696575"/>
                </a:lnTo>
                <a:lnTo>
                  <a:pt x="111417" y="9945065"/>
                </a:lnTo>
                <a:lnTo>
                  <a:pt x="1330477" y="8726005"/>
                </a:lnTo>
                <a:lnTo>
                  <a:pt x="2359253" y="9754781"/>
                </a:lnTo>
                <a:lnTo>
                  <a:pt x="2259965" y="9854070"/>
                </a:lnTo>
                <a:lnTo>
                  <a:pt x="1429372" y="9023464"/>
                </a:lnTo>
                <a:lnTo>
                  <a:pt x="1330477" y="8924569"/>
                </a:lnTo>
                <a:lnTo>
                  <a:pt x="309981" y="9945065"/>
                </a:lnTo>
                <a:lnTo>
                  <a:pt x="1061491" y="10696575"/>
                </a:lnTo>
                <a:lnTo>
                  <a:pt x="1160449" y="10696575"/>
                </a:lnTo>
                <a:lnTo>
                  <a:pt x="408876" y="9945065"/>
                </a:lnTo>
                <a:lnTo>
                  <a:pt x="1330477" y="9023464"/>
                </a:lnTo>
                <a:lnTo>
                  <a:pt x="2210524" y="9903511"/>
                </a:lnTo>
                <a:lnTo>
                  <a:pt x="2168969" y="9945065"/>
                </a:lnTo>
                <a:lnTo>
                  <a:pt x="2210511" y="9986632"/>
                </a:lnTo>
                <a:lnTo>
                  <a:pt x="1500492" y="10696575"/>
                </a:lnTo>
                <a:lnTo>
                  <a:pt x="1599463" y="10696575"/>
                </a:lnTo>
                <a:lnTo>
                  <a:pt x="2259952" y="10036073"/>
                </a:lnTo>
                <a:lnTo>
                  <a:pt x="2359241" y="10135362"/>
                </a:lnTo>
                <a:lnTo>
                  <a:pt x="1798027" y="10696575"/>
                </a:lnTo>
                <a:lnTo>
                  <a:pt x="1896960" y="10696575"/>
                </a:lnTo>
                <a:lnTo>
                  <a:pt x="2408732" y="10184841"/>
                </a:lnTo>
                <a:lnTo>
                  <a:pt x="2521839" y="10297947"/>
                </a:lnTo>
                <a:lnTo>
                  <a:pt x="2123211" y="10696575"/>
                </a:lnTo>
                <a:lnTo>
                  <a:pt x="2222195" y="10696575"/>
                </a:lnTo>
                <a:lnTo>
                  <a:pt x="2571331" y="10347439"/>
                </a:lnTo>
                <a:lnTo>
                  <a:pt x="2920479" y="10696575"/>
                </a:lnTo>
                <a:lnTo>
                  <a:pt x="3019412" y="10696575"/>
                </a:lnTo>
                <a:lnTo>
                  <a:pt x="2620784" y="10297985"/>
                </a:lnTo>
                <a:lnTo>
                  <a:pt x="2733929" y="10184841"/>
                </a:lnTo>
                <a:lnTo>
                  <a:pt x="3245713" y="10696575"/>
                </a:lnTo>
                <a:lnTo>
                  <a:pt x="3344634" y="10696575"/>
                </a:lnTo>
                <a:lnTo>
                  <a:pt x="2783408" y="10135362"/>
                </a:lnTo>
                <a:lnTo>
                  <a:pt x="2882696" y="10036073"/>
                </a:lnTo>
                <a:lnTo>
                  <a:pt x="3543211" y="10696575"/>
                </a:lnTo>
                <a:lnTo>
                  <a:pt x="3642169" y="10696575"/>
                </a:lnTo>
                <a:lnTo>
                  <a:pt x="2932150" y="9986620"/>
                </a:lnTo>
                <a:lnTo>
                  <a:pt x="2973705" y="9945065"/>
                </a:lnTo>
                <a:lnTo>
                  <a:pt x="2932150" y="9903511"/>
                </a:lnTo>
                <a:lnTo>
                  <a:pt x="3812197" y="9023464"/>
                </a:lnTo>
                <a:lnTo>
                  <a:pt x="4691964" y="9903231"/>
                </a:lnTo>
                <a:lnTo>
                  <a:pt x="4650130" y="9945065"/>
                </a:lnTo>
                <a:lnTo>
                  <a:pt x="4691951" y="9986899"/>
                </a:lnTo>
                <a:lnTo>
                  <a:pt x="3982224" y="10696575"/>
                </a:lnTo>
                <a:lnTo>
                  <a:pt x="4081183" y="10696575"/>
                </a:lnTo>
                <a:lnTo>
                  <a:pt x="4741405" y="10036353"/>
                </a:lnTo>
                <a:lnTo>
                  <a:pt x="4840694" y="10135641"/>
                </a:lnTo>
                <a:lnTo>
                  <a:pt x="4279760" y="10696575"/>
                </a:lnTo>
                <a:lnTo>
                  <a:pt x="4378680" y="10696575"/>
                </a:lnTo>
                <a:lnTo>
                  <a:pt x="4890173" y="10185121"/>
                </a:lnTo>
                <a:lnTo>
                  <a:pt x="5003279" y="10298227"/>
                </a:lnTo>
                <a:lnTo>
                  <a:pt x="4604944" y="10696575"/>
                </a:lnTo>
                <a:lnTo>
                  <a:pt x="4703915" y="10696575"/>
                </a:lnTo>
                <a:lnTo>
                  <a:pt x="5052771" y="10347719"/>
                </a:lnTo>
                <a:lnTo>
                  <a:pt x="5401640" y="10696575"/>
                </a:lnTo>
                <a:lnTo>
                  <a:pt x="5500573" y="10696575"/>
                </a:lnTo>
                <a:lnTo>
                  <a:pt x="5102225" y="10298265"/>
                </a:lnTo>
                <a:lnTo>
                  <a:pt x="5215369" y="10185121"/>
                </a:lnTo>
                <a:lnTo>
                  <a:pt x="5726862" y="10696575"/>
                </a:lnTo>
                <a:lnTo>
                  <a:pt x="5825795" y="10696575"/>
                </a:lnTo>
                <a:lnTo>
                  <a:pt x="5264848" y="10135641"/>
                </a:lnTo>
                <a:lnTo>
                  <a:pt x="5364137" y="10036353"/>
                </a:lnTo>
                <a:lnTo>
                  <a:pt x="6024372" y="10696575"/>
                </a:lnTo>
                <a:lnTo>
                  <a:pt x="6123330" y="10696575"/>
                </a:lnTo>
                <a:lnTo>
                  <a:pt x="5413591" y="9986899"/>
                </a:lnTo>
                <a:lnTo>
                  <a:pt x="5455424" y="9945065"/>
                </a:lnTo>
                <a:lnTo>
                  <a:pt x="5413591" y="9903231"/>
                </a:lnTo>
                <a:lnTo>
                  <a:pt x="6293358" y="9023464"/>
                </a:lnTo>
                <a:lnTo>
                  <a:pt x="7214959" y="9945065"/>
                </a:lnTo>
                <a:lnTo>
                  <a:pt x="6463385" y="10696575"/>
                </a:lnTo>
                <a:lnTo>
                  <a:pt x="6562344" y="10696575"/>
                </a:lnTo>
                <a:lnTo>
                  <a:pt x="7313841" y="9945065"/>
                </a:lnTo>
                <a:lnTo>
                  <a:pt x="6392253" y="9023464"/>
                </a:lnTo>
                <a:lnTo>
                  <a:pt x="6293358" y="8924569"/>
                </a:lnTo>
                <a:lnTo>
                  <a:pt x="5364137" y="9853790"/>
                </a:lnTo>
                <a:lnTo>
                  <a:pt x="5314645" y="9804298"/>
                </a:lnTo>
                <a:lnTo>
                  <a:pt x="5314645" y="9903282"/>
                </a:lnTo>
                <a:lnTo>
                  <a:pt x="5272862" y="9945065"/>
                </a:lnTo>
                <a:lnTo>
                  <a:pt x="5314645" y="9986861"/>
                </a:lnTo>
                <a:lnTo>
                  <a:pt x="5215356" y="10086149"/>
                </a:lnTo>
                <a:lnTo>
                  <a:pt x="5165877" y="10036670"/>
                </a:lnTo>
                <a:lnTo>
                  <a:pt x="5165877" y="10135629"/>
                </a:lnTo>
                <a:lnTo>
                  <a:pt x="5052733" y="10248773"/>
                </a:lnTo>
                <a:lnTo>
                  <a:pt x="4939627" y="10135667"/>
                </a:lnTo>
                <a:lnTo>
                  <a:pt x="5052771" y="10022535"/>
                </a:lnTo>
                <a:lnTo>
                  <a:pt x="5165877" y="10135629"/>
                </a:lnTo>
                <a:lnTo>
                  <a:pt x="5165877" y="10036670"/>
                </a:lnTo>
                <a:lnTo>
                  <a:pt x="5102263" y="9973043"/>
                </a:lnTo>
                <a:lnTo>
                  <a:pt x="5130241" y="9945065"/>
                </a:lnTo>
                <a:lnTo>
                  <a:pt x="5102263" y="9917100"/>
                </a:lnTo>
                <a:lnTo>
                  <a:pt x="5215369" y="9803994"/>
                </a:lnTo>
                <a:lnTo>
                  <a:pt x="5314645" y="9903282"/>
                </a:lnTo>
                <a:lnTo>
                  <a:pt x="5314645" y="9804298"/>
                </a:lnTo>
                <a:lnTo>
                  <a:pt x="5264861" y="9754502"/>
                </a:lnTo>
                <a:lnTo>
                  <a:pt x="6293358" y="8726005"/>
                </a:lnTo>
                <a:lnTo>
                  <a:pt x="7512418" y="9945065"/>
                </a:lnTo>
                <a:lnTo>
                  <a:pt x="6760908" y="10696575"/>
                </a:lnTo>
                <a:lnTo>
                  <a:pt x="6859841" y="10696575"/>
                </a:lnTo>
                <a:lnTo>
                  <a:pt x="7562850" y="9993617"/>
                </a:lnTo>
                <a:lnTo>
                  <a:pt x="7562850" y="9896513"/>
                </a:lnTo>
                <a:lnTo>
                  <a:pt x="6392253" y="8726005"/>
                </a:lnTo>
                <a:lnTo>
                  <a:pt x="6293358" y="8627110"/>
                </a:lnTo>
                <a:lnTo>
                  <a:pt x="5215369" y="9705022"/>
                </a:lnTo>
                <a:lnTo>
                  <a:pt x="5165877" y="9655531"/>
                </a:lnTo>
                <a:lnTo>
                  <a:pt x="5165877" y="9754514"/>
                </a:lnTo>
                <a:lnTo>
                  <a:pt x="5052771" y="9867621"/>
                </a:lnTo>
                <a:lnTo>
                  <a:pt x="5003279" y="9818141"/>
                </a:lnTo>
                <a:lnTo>
                  <a:pt x="5003279" y="9917100"/>
                </a:lnTo>
                <a:lnTo>
                  <a:pt x="4975314" y="9945065"/>
                </a:lnTo>
                <a:lnTo>
                  <a:pt x="5003279" y="9973043"/>
                </a:lnTo>
                <a:lnTo>
                  <a:pt x="4890135" y="10086188"/>
                </a:lnTo>
                <a:lnTo>
                  <a:pt x="4790859" y="9986899"/>
                </a:lnTo>
                <a:lnTo>
                  <a:pt x="4832693" y="9945065"/>
                </a:lnTo>
                <a:lnTo>
                  <a:pt x="4790859" y="9903231"/>
                </a:lnTo>
                <a:lnTo>
                  <a:pt x="4890135" y="9803955"/>
                </a:lnTo>
                <a:lnTo>
                  <a:pt x="5003279" y="9917100"/>
                </a:lnTo>
                <a:lnTo>
                  <a:pt x="5003279" y="9818141"/>
                </a:lnTo>
                <a:lnTo>
                  <a:pt x="4939614" y="9754476"/>
                </a:lnTo>
                <a:lnTo>
                  <a:pt x="5052733" y="9641357"/>
                </a:lnTo>
                <a:lnTo>
                  <a:pt x="5165877" y="9754514"/>
                </a:lnTo>
                <a:lnTo>
                  <a:pt x="5165877" y="9655531"/>
                </a:lnTo>
                <a:lnTo>
                  <a:pt x="5102225" y="9591865"/>
                </a:lnTo>
                <a:lnTo>
                  <a:pt x="6293358" y="8400732"/>
                </a:lnTo>
                <a:lnTo>
                  <a:pt x="7562850" y="9670288"/>
                </a:lnTo>
                <a:lnTo>
                  <a:pt x="7562850" y="9571330"/>
                </a:lnTo>
                <a:close/>
              </a:path>
              <a:path w="7562850" h="10696575">
                <a:moveTo>
                  <a:pt x="7562850" y="744829"/>
                </a:moveTo>
                <a:lnTo>
                  <a:pt x="6817957" y="0"/>
                </a:lnTo>
                <a:lnTo>
                  <a:pt x="6719024" y="0"/>
                </a:lnTo>
                <a:lnTo>
                  <a:pt x="7476388" y="757351"/>
                </a:lnTo>
                <a:lnTo>
                  <a:pt x="6257328" y="1976424"/>
                </a:lnTo>
                <a:lnTo>
                  <a:pt x="5232679" y="951788"/>
                </a:lnTo>
                <a:lnTo>
                  <a:pt x="5331968" y="852500"/>
                </a:lnTo>
                <a:lnTo>
                  <a:pt x="6257328" y="1777847"/>
                </a:lnTo>
                <a:lnTo>
                  <a:pt x="6282067" y="1753108"/>
                </a:lnTo>
                <a:lnTo>
                  <a:pt x="6232576" y="1703616"/>
                </a:lnTo>
                <a:lnTo>
                  <a:pt x="6257417" y="1728355"/>
                </a:lnTo>
                <a:lnTo>
                  <a:pt x="6282067" y="1753108"/>
                </a:lnTo>
                <a:lnTo>
                  <a:pt x="7277811" y="757351"/>
                </a:lnTo>
                <a:lnTo>
                  <a:pt x="6520447" y="0"/>
                </a:lnTo>
                <a:lnTo>
                  <a:pt x="6421564" y="0"/>
                </a:lnTo>
                <a:lnTo>
                  <a:pt x="7178916" y="757351"/>
                </a:lnTo>
                <a:lnTo>
                  <a:pt x="6257328" y="1678863"/>
                </a:lnTo>
                <a:lnTo>
                  <a:pt x="5381422" y="803046"/>
                </a:lnTo>
                <a:lnTo>
                  <a:pt x="5427116" y="757351"/>
                </a:lnTo>
                <a:lnTo>
                  <a:pt x="5381422" y="711669"/>
                </a:lnTo>
                <a:lnTo>
                  <a:pt x="6093091" y="0"/>
                </a:lnTo>
                <a:lnTo>
                  <a:pt x="5994197" y="0"/>
                </a:lnTo>
                <a:lnTo>
                  <a:pt x="5331968" y="662216"/>
                </a:lnTo>
                <a:lnTo>
                  <a:pt x="5282489" y="612736"/>
                </a:lnTo>
                <a:lnTo>
                  <a:pt x="5282489" y="711695"/>
                </a:lnTo>
                <a:lnTo>
                  <a:pt x="5236832" y="757351"/>
                </a:lnTo>
                <a:lnTo>
                  <a:pt x="5282489" y="803021"/>
                </a:lnTo>
                <a:lnTo>
                  <a:pt x="5183200" y="902296"/>
                </a:lnTo>
                <a:lnTo>
                  <a:pt x="5133721" y="852817"/>
                </a:lnTo>
                <a:lnTo>
                  <a:pt x="5133721" y="951788"/>
                </a:lnTo>
                <a:lnTo>
                  <a:pt x="5020576" y="1064933"/>
                </a:lnTo>
                <a:lnTo>
                  <a:pt x="4971123" y="1015492"/>
                </a:lnTo>
                <a:lnTo>
                  <a:pt x="4971123" y="1114386"/>
                </a:lnTo>
                <a:lnTo>
                  <a:pt x="3783901" y="2301608"/>
                </a:lnTo>
                <a:lnTo>
                  <a:pt x="2588628" y="1106398"/>
                </a:lnTo>
                <a:lnTo>
                  <a:pt x="2701772" y="993254"/>
                </a:lnTo>
                <a:lnTo>
                  <a:pt x="3783901" y="2075307"/>
                </a:lnTo>
                <a:lnTo>
                  <a:pt x="3808641" y="2050567"/>
                </a:lnTo>
                <a:lnTo>
                  <a:pt x="4858004" y="1001268"/>
                </a:lnTo>
                <a:lnTo>
                  <a:pt x="4971123" y="1114386"/>
                </a:lnTo>
                <a:lnTo>
                  <a:pt x="4971123" y="1015492"/>
                </a:lnTo>
                <a:lnTo>
                  <a:pt x="4907458" y="951826"/>
                </a:lnTo>
                <a:lnTo>
                  <a:pt x="5020602" y="838682"/>
                </a:lnTo>
                <a:lnTo>
                  <a:pt x="5133721" y="951788"/>
                </a:lnTo>
                <a:lnTo>
                  <a:pt x="5133721" y="852817"/>
                </a:lnTo>
                <a:lnTo>
                  <a:pt x="5070094" y="789190"/>
                </a:lnTo>
                <a:lnTo>
                  <a:pt x="5101933" y="757351"/>
                </a:lnTo>
                <a:lnTo>
                  <a:pt x="5070094" y="725525"/>
                </a:lnTo>
                <a:lnTo>
                  <a:pt x="5183200" y="612419"/>
                </a:lnTo>
                <a:lnTo>
                  <a:pt x="5282489" y="711695"/>
                </a:lnTo>
                <a:lnTo>
                  <a:pt x="5282489" y="612736"/>
                </a:lnTo>
                <a:lnTo>
                  <a:pt x="5232692" y="562927"/>
                </a:lnTo>
                <a:lnTo>
                  <a:pt x="5795619" y="0"/>
                </a:lnTo>
                <a:lnTo>
                  <a:pt x="5696699" y="0"/>
                </a:lnTo>
                <a:lnTo>
                  <a:pt x="5183200" y="513448"/>
                </a:lnTo>
                <a:lnTo>
                  <a:pt x="5133721" y="463969"/>
                </a:lnTo>
                <a:lnTo>
                  <a:pt x="5133721" y="562927"/>
                </a:lnTo>
                <a:lnTo>
                  <a:pt x="5020602" y="676033"/>
                </a:lnTo>
                <a:lnTo>
                  <a:pt x="4971123" y="626567"/>
                </a:lnTo>
                <a:lnTo>
                  <a:pt x="4971123" y="725525"/>
                </a:lnTo>
                <a:lnTo>
                  <a:pt x="4939284" y="757351"/>
                </a:lnTo>
                <a:lnTo>
                  <a:pt x="4971123" y="789203"/>
                </a:lnTo>
                <a:lnTo>
                  <a:pt x="4857978" y="902347"/>
                </a:lnTo>
                <a:lnTo>
                  <a:pt x="4808525" y="852906"/>
                </a:lnTo>
                <a:lnTo>
                  <a:pt x="4808525" y="951788"/>
                </a:lnTo>
                <a:lnTo>
                  <a:pt x="3783901" y="1976424"/>
                </a:lnTo>
                <a:lnTo>
                  <a:pt x="2751251" y="943775"/>
                </a:lnTo>
                <a:lnTo>
                  <a:pt x="2850540" y="844486"/>
                </a:lnTo>
                <a:lnTo>
                  <a:pt x="3783901" y="1777847"/>
                </a:lnTo>
                <a:lnTo>
                  <a:pt x="3808641" y="1753108"/>
                </a:lnTo>
                <a:lnTo>
                  <a:pt x="3759149" y="1703616"/>
                </a:lnTo>
                <a:lnTo>
                  <a:pt x="3783977" y="1728355"/>
                </a:lnTo>
                <a:lnTo>
                  <a:pt x="3808641" y="1753108"/>
                </a:lnTo>
                <a:lnTo>
                  <a:pt x="4709236" y="852500"/>
                </a:lnTo>
                <a:lnTo>
                  <a:pt x="4808525" y="951788"/>
                </a:lnTo>
                <a:lnTo>
                  <a:pt x="4808525" y="852906"/>
                </a:lnTo>
                <a:lnTo>
                  <a:pt x="4758677" y="803059"/>
                </a:lnTo>
                <a:lnTo>
                  <a:pt x="4804384" y="757351"/>
                </a:lnTo>
                <a:lnTo>
                  <a:pt x="4758690" y="711669"/>
                </a:lnTo>
                <a:lnTo>
                  <a:pt x="4857978" y="612381"/>
                </a:lnTo>
                <a:lnTo>
                  <a:pt x="4971123" y="725525"/>
                </a:lnTo>
                <a:lnTo>
                  <a:pt x="4971123" y="626567"/>
                </a:lnTo>
                <a:lnTo>
                  <a:pt x="4907458" y="562902"/>
                </a:lnTo>
                <a:lnTo>
                  <a:pt x="5020576" y="449783"/>
                </a:lnTo>
                <a:lnTo>
                  <a:pt x="5133721" y="562927"/>
                </a:lnTo>
                <a:lnTo>
                  <a:pt x="5133721" y="463969"/>
                </a:lnTo>
                <a:lnTo>
                  <a:pt x="5070056" y="400304"/>
                </a:lnTo>
                <a:lnTo>
                  <a:pt x="5470360" y="0"/>
                </a:lnTo>
                <a:lnTo>
                  <a:pt x="5371465" y="0"/>
                </a:lnTo>
                <a:lnTo>
                  <a:pt x="5020602" y="350850"/>
                </a:lnTo>
                <a:lnTo>
                  <a:pt x="4669764" y="0"/>
                </a:lnTo>
                <a:lnTo>
                  <a:pt x="4570819" y="0"/>
                </a:lnTo>
                <a:lnTo>
                  <a:pt x="4971123" y="400329"/>
                </a:lnTo>
                <a:lnTo>
                  <a:pt x="4858004" y="513448"/>
                </a:lnTo>
                <a:lnTo>
                  <a:pt x="4344530" y="0"/>
                </a:lnTo>
                <a:lnTo>
                  <a:pt x="4245597" y="0"/>
                </a:lnTo>
                <a:lnTo>
                  <a:pt x="4808525" y="562927"/>
                </a:lnTo>
                <a:lnTo>
                  <a:pt x="4709236" y="662216"/>
                </a:lnTo>
                <a:lnTo>
                  <a:pt x="4047020" y="0"/>
                </a:lnTo>
                <a:lnTo>
                  <a:pt x="3948125" y="0"/>
                </a:lnTo>
                <a:lnTo>
                  <a:pt x="4659782" y="711669"/>
                </a:lnTo>
                <a:lnTo>
                  <a:pt x="4614100" y="757351"/>
                </a:lnTo>
                <a:lnTo>
                  <a:pt x="4659782" y="803046"/>
                </a:lnTo>
                <a:lnTo>
                  <a:pt x="3783901" y="1678863"/>
                </a:lnTo>
                <a:lnTo>
                  <a:pt x="2899981" y="795045"/>
                </a:lnTo>
                <a:lnTo>
                  <a:pt x="2937675" y="757351"/>
                </a:lnTo>
                <a:lnTo>
                  <a:pt x="2899981" y="719670"/>
                </a:lnTo>
                <a:lnTo>
                  <a:pt x="3619665" y="0"/>
                </a:lnTo>
                <a:lnTo>
                  <a:pt x="3520770" y="0"/>
                </a:lnTo>
                <a:lnTo>
                  <a:pt x="2850540" y="670229"/>
                </a:lnTo>
                <a:lnTo>
                  <a:pt x="2801048" y="620737"/>
                </a:lnTo>
                <a:lnTo>
                  <a:pt x="2801048" y="719709"/>
                </a:lnTo>
                <a:lnTo>
                  <a:pt x="2763405" y="757351"/>
                </a:lnTo>
                <a:lnTo>
                  <a:pt x="2801048" y="795007"/>
                </a:lnTo>
                <a:lnTo>
                  <a:pt x="2701760" y="894295"/>
                </a:lnTo>
                <a:lnTo>
                  <a:pt x="2652280" y="844816"/>
                </a:lnTo>
                <a:lnTo>
                  <a:pt x="2652280" y="943775"/>
                </a:lnTo>
                <a:lnTo>
                  <a:pt x="2539136" y="1056919"/>
                </a:lnTo>
                <a:lnTo>
                  <a:pt x="2426017" y="943813"/>
                </a:lnTo>
                <a:lnTo>
                  <a:pt x="2539161" y="830668"/>
                </a:lnTo>
                <a:lnTo>
                  <a:pt x="2652280" y="943775"/>
                </a:lnTo>
                <a:lnTo>
                  <a:pt x="2652280" y="844816"/>
                </a:lnTo>
                <a:lnTo>
                  <a:pt x="2588653" y="781189"/>
                </a:lnTo>
                <a:lnTo>
                  <a:pt x="2612491" y="757351"/>
                </a:lnTo>
                <a:lnTo>
                  <a:pt x="2588653" y="733526"/>
                </a:lnTo>
                <a:lnTo>
                  <a:pt x="2701760" y="620420"/>
                </a:lnTo>
                <a:lnTo>
                  <a:pt x="2801048" y="719709"/>
                </a:lnTo>
                <a:lnTo>
                  <a:pt x="2801048" y="620737"/>
                </a:lnTo>
                <a:lnTo>
                  <a:pt x="2751251" y="570941"/>
                </a:lnTo>
                <a:lnTo>
                  <a:pt x="3322193" y="0"/>
                </a:lnTo>
                <a:lnTo>
                  <a:pt x="3223272" y="0"/>
                </a:lnTo>
                <a:lnTo>
                  <a:pt x="2701772" y="521462"/>
                </a:lnTo>
                <a:lnTo>
                  <a:pt x="2652280" y="471970"/>
                </a:lnTo>
                <a:lnTo>
                  <a:pt x="2652280" y="570941"/>
                </a:lnTo>
                <a:lnTo>
                  <a:pt x="2539161" y="684047"/>
                </a:lnTo>
                <a:lnTo>
                  <a:pt x="2489682" y="634568"/>
                </a:lnTo>
                <a:lnTo>
                  <a:pt x="2489682" y="733539"/>
                </a:lnTo>
                <a:lnTo>
                  <a:pt x="2465857" y="757351"/>
                </a:lnTo>
                <a:lnTo>
                  <a:pt x="2489682" y="781189"/>
                </a:lnTo>
                <a:lnTo>
                  <a:pt x="2376538" y="894334"/>
                </a:lnTo>
                <a:lnTo>
                  <a:pt x="2277237" y="795045"/>
                </a:lnTo>
                <a:lnTo>
                  <a:pt x="2314930" y="757351"/>
                </a:lnTo>
                <a:lnTo>
                  <a:pt x="2277237" y="719683"/>
                </a:lnTo>
                <a:lnTo>
                  <a:pt x="2376525" y="620395"/>
                </a:lnTo>
                <a:lnTo>
                  <a:pt x="2489682" y="733539"/>
                </a:lnTo>
                <a:lnTo>
                  <a:pt x="2489682" y="634568"/>
                </a:lnTo>
                <a:lnTo>
                  <a:pt x="2426017" y="570903"/>
                </a:lnTo>
                <a:lnTo>
                  <a:pt x="2539123" y="457796"/>
                </a:lnTo>
                <a:lnTo>
                  <a:pt x="2652280" y="570941"/>
                </a:lnTo>
                <a:lnTo>
                  <a:pt x="2652280" y="471970"/>
                </a:lnTo>
                <a:lnTo>
                  <a:pt x="2588615" y="408305"/>
                </a:lnTo>
                <a:lnTo>
                  <a:pt x="2996920" y="0"/>
                </a:lnTo>
                <a:lnTo>
                  <a:pt x="2898038" y="0"/>
                </a:lnTo>
                <a:lnTo>
                  <a:pt x="2539174" y="358863"/>
                </a:lnTo>
                <a:lnTo>
                  <a:pt x="2180310" y="0"/>
                </a:lnTo>
                <a:lnTo>
                  <a:pt x="2081364" y="0"/>
                </a:lnTo>
                <a:lnTo>
                  <a:pt x="2489682" y="408343"/>
                </a:lnTo>
                <a:lnTo>
                  <a:pt x="2376563" y="521462"/>
                </a:lnTo>
                <a:lnTo>
                  <a:pt x="1855076" y="0"/>
                </a:lnTo>
                <a:lnTo>
                  <a:pt x="1756143" y="0"/>
                </a:lnTo>
                <a:lnTo>
                  <a:pt x="2327084" y="570941"/>
                </a:lnTo>
                <a:lnTo>
                  <a:pt x="2227796" y="670229"/>
                </a:lnTo>
                <a:lnTo>
                  <a:pt x="1557566" y="0"/>
                </a:lnTo>
                <a:lnTo>
                  <a:pt x="1458683" y="0"/>
                </a:lnTo>
                <a:lnTo>
                  <a:pt x="2178354" y="719670"/>
                </a:lnTo>
                <a:lnTo>
                  <a:pt x="2140674" y="757351"/>
                </a:lnTo>
                <a:lnTo>
                  <a:pt x="2178354" y="795045"/>
                </a:lnTo>
                <a:lnTo>
                  <a:pt x="1294447" y="1678863"/>
                </a:lnTo>
                <a:lnTo>
                  <a:pt x="372846" y="757351"/>
                </a:lnTo>
                <a:lnTo>
                  <a:pt x="1130211" y="0"/>
                </a:lnTo>
                <a:lnTo>
                  <a:pt x="1031316" y="0"/>
                </a:lnTo>
                <a:lnTo>
                  <a:pt x="273951" y="757351"/>
                </a:lnTo>
                <a:lnTo>
                  <a:pt x="1294447" y="1777847"/>
                </a:lnTo>
                <a:lnTo>
                  <a:pt x="1319187" y="1753108"/>
                </a:lnTo>
                <a:lnTo>
                  <a:pt x="1269695" y="1703616"/>
                </a:lnTo>
                <a:lnTo>
                  <a:pt x="1294536" y="1728355"/>
                </a:lnTo>
                <a:lnTo>
                  <a:pt x="1319187" y="1753108"/>
                </a:lnTo>
                <a:lnTo>
                  <a:pt x="2227796" y="844486"/>
                </a:lnTo>
                <a:lnTo>
                  <a:pt x="2327084" y="943775"/>
                </a:lnTo>
                <a:lnTo>
                  <a:pt x="1294447" y="1976424"/>
                </a:lnTo>
                <a:lnTo>
                  <a:pt x="75387" y="757351"/>
                </a:lnTo>
                <a:lnTo>
                  <a:pt x="832739" y="0"/>
                </a:lnTo>
                <a:lnTo>
                  <a:pt x="733818" y="0"/>
                </a:lnTo>
                <a:lnTo>
                  <a:pt x="0" y="733767"/>
                </a:lnTo>
                <a:lnTo>
                  <a:pt x="0" y="780948"/>
                </a:lnTo>
                <a:lnTo>
                  <a:pt x="1294447" y="2075307"/>
                </a:lnTo>
                <a:lnTo>
                  <a:pt x="1319187" y="2050567"/>
                </a:lnTo>
                <a:lnTo>
                  <a:pt x="2376563" y="993267"/>
                </a:lnTo>
                <a:lnTo>
                  <a:pt x="2489682" y="1106373"/>
                </a:lnTo>
                <a:lnTo>
                  <a:pt x="1294447" y="2301608"/>
                </a:lnTo>
                <a:lnTo>
                  <a:pt x="0" y="1007224"/>
                </a:lnTo>
                <a:lnTo>
                  <a:pt x="0" y="1106131"/>
                </a:lnTo>
                <a:lnTo>
                  <a:pt x="1294447" y="2400579"/>
                </a:lnTo>
                <a:lnTo>
                  <a:pt x="1319187" y="2375839"/>
                </a:lnTo>
                <a:lnTo>
                  <a:pt x="2539174" y="1155852"/>
                </a:lnTo>
                <a:lnTo>
                  <a:pt x="3783901" y="2400579"/>
                </a:lnTo>
                <a:lnTo>
                  <a:pt x="3808641" y="2375839"/>
                </a:lnTo>
                <a:lnTo>
                  <a:pt x="5020602" y="1163866"/>
                </a:lnTo>
                <a:lnTo>
                  <a:pt x="6257328" y="2400579"/>
                </a:lnTo>
                <a:lnTo>
                  <a:pt x="6282067" y="2375839"/>
                </a:lnTo>
                <a:lnTo>
                  <a:pt x="7562850" y="1095057"/>
                </a:lnTo>
                <a:lnTo>
                  <a:pt x="7562850" y="996086"/>
                </a:lnTo>
                <a:lnTo>
                  <a:pt x="6257328" y="2301608"/>
                </a:lnTo>
                <a:lnTo>
                  <a:pt x="5070056" y="1114412"/>
                </a:lnTo>
                <a:lnTo>
                  <a:pt x="5183200" y="1001268"/>
                </a:lnTo>
                <a:lnTo>
                  <a:pt x="6257328" y="2075307"/>
                </a:lnTo>
                <a:lnTo>
                  <a:pt x="6282067" y="2050567"/>
                </a:lnTo>
                <a:lnTo>
                  <a:pt x="7562850" y="769874"/>
                </a:lnTo>
                <a:lnTo>
                  <a:pt x="7562850" y="744829"/>
                </a:lnTo>
                <a:close/>
              </a:path>
              <a:path w="7562850" h="10696575">
                <a:moveTo>
                  <a:pt x="7562850" y="419646"/>
                </a:moveTo>
                <a:lnTo>
                  <a:pt x="7143191" y="0"/>
                </a:lnTo>
                <a:lnTo>
                  <a:pt x="7044245" y="0"/>
                </a:lnTo>
                <a:lnTo>
                  <a:pt x="7562850" y="518617"/>
                </a:lnTo>
                <a:lnTo>
                  <a:pt x="7562850" y="419646"/>
                </a:lnTo>
                <a:close/>
              </a:path>
            </a:pathLst>
          </a:custGeom>
          <a:solidFill xmlns:a="http://schemas.openxmlformats.org/drawingml/2006/main">
            <a:srgbClr val="373362"/>
          </a:solidFill>
        </p:spPr>
        <p:txBody>
          <a:bodyPr xmlns:a="http://schemas.openxmlformats.org/drawingml/2006/main" wrap="square" lIns="0" tIns="0" rIns="0" bIns="0"/>
          <a:lstStyle xmlns:a="http://schemas.openxmlformats.org/drawingml/2006/main"/>
          <a:p xmlns:a="http://schemas.openxmlformats.org/drawingml/2006/main"/>
        </p:txBody>
      </p:sp>
      <p:sp>
        <p:nvSpPr>
          <p:cNvPr id="18" name="bg object 18">
            <a:extLst xmlns:a="http://schemas.openxmlformats.org/drawingml/2006/main">
              <a:ext uri="{FF2B5EF4-FFF2-40B4-BE49-F238E27FC236}">
                <a16:creationId xmlns:a16="http://schemas.microsoft.com/office/drawing/2014/main" id="{7D781E56-AB8D-4920-BEFA-B654A5BBF24C}"/>
              </a:ext>
            </a:extLst>
          </p:cNvPr>
          <p:cNvSpPr>
            <a:spLocks xmlns:a="http://schemas.openxmlformats.org/drawingml/2006/main" noGrp="1"/>
          </p:cNvSpPr>
          <p:nvPr/>
        </p:nvSpPr>
        <p:spPr>
          <a:xfrm xmlns:a="http://schemas.openxmlformats.org/drawingml/2006/main">
            <a:off x="0" y="294481"/>
            <a:ext cx="30300654" cy="42214800"/>
          </a:xfrm>
          <a:custGeom xmlns:a="http://schemas.openxmlformats.org/drawingml/2006/main">
            <a:rect l="l" t="t" r="r" b="b"/>
            <a:pathLst>
              <a:path w="7562850" h="10191115">
                <a:moveTo>
                  <a:pt x="7562850" y="10190774"/>
                </a:moveTo>
                <a:lnTo>
                  <a:pt x="0" y="10190774"/>
                </a:lnTo>
                <a:lnTo>
                  <a:pt x="0" y="0"/>
                </a:lnTo>
                <a:lnTo>
                  <a:pt x="7562850" y="0"/>
                </a:lnTo>
                <a:lnTo>
                  <a:pt x="7562850" y="10190774"/>
                </a:lnTo>
                <a:close/>
              </a:path>
            </a:pathLst>
          </a:custGeom>
          <a:solidFill xmlns:a="http://schemas.openxmlformats.org/drawingml/2006/main">
            <a:srgbClr val="FFFFFF"/>
          </a:solidFill>
        </p:spPr>
        <p:txBody>
          <a:bodyPr xmlns:a="http://schemas.openxmlformats.org/drawingml/2006/main" wrap="square" lIns="0" tIns="0" rIns="0" bIns="0"/>
          <a:lstStyle xmlns:a="http://schemas.openxmlformats.org/drawingml/2006/main"/>
          <a:p xmlns:a="http://schemas.openxmlformats.org/drawingml/2006/main"/>
        </p:txBody>
      </p:sp>
      <p:sp>
        <p:nvSpPr>
          <p:cNvPr id="2" name="Holder 2">
            <a:extLst xmlns:a="http://schemas.openxmlformats.org/drawingml/2006/main">
              <a:ext uri="{FF2B5EF4-FFF2-40B4-BE49-F238E27FC236}">
                <a16:creationId xmlns:a16="http://schemas.microsoft.com/office/drawing/2014/main" id="{66481A61-817C-4D23-8F54-4F0CA6818F9A}"/>
              </a:ext>
            </a:extLst>
          </p:cNvPr>
          <p:cNvSpPr>
            <a:spLocks xmlns:a="http://schemas.openxmlformats.org/drawingml/2006/main" noGrp="1"/>
          </p:cNvSpPr>
          <p:nvPr>
            <p:ph type="title" idx="0"/>
          </p:nvPr>
        </p:nvSpPr>
        <p:spPr>
          <a:xfrm xmlns:a="http://schemas.openxmlformats.org/drawingml/2006/main">
            <a:off x="1332416" y="1330512"/>
            <a:ext cx="27635831" cy="661720"/>
          </a:xfrm>
          <a:prstGeom xmlns:a="http://schemas.openxmlformats.org/drawingml/2006/main" prst="rect">
            <a:avLst/>
          </a:prstGeom>
        </p:spPr>
        <p:txBody>
          <a:bodyPr xmlns:a="http://schemas.openxmlformats.org/drawingml/2006/main" wrap="square" lIns="0" tIns="0" rIns="0" bIns="0">
            <a:spAutoFit/>
          </a:bodyPr>
          <a:lstStyle xmlns:a="http://schemas.openxmlformats.org/drawingml/2006/main">
            <a:lvl1pPr>
              <a:buNone/>
              <a:defRPr sz="4300" b="0" i="0">
                <a:solidFill>
                  <a:srgbClr val="373362"/>
                </a:solidFill>
                <a:latin typeface="Tahoma"/>
                <a:ea typeface="Tahoma"/>
                <a:cs typeface="Tahoma"/>
              </a:defRPr>
            </a:lvl1pPr>
          </a:lstStyle>
          <a:p xmlns:a="http://schemas.openxmlformats.org/drawingml/2006/main"/>
        </p:txBody>
      </p:sp>
      <p:sp>
        <p:nvSpPr>
          <p:cNvPr id="3" name="Holder 3">
            <a:extLst xmlns:a="http://schemas.openxmlformats.org/drawingml/2006/main">
              <a:ext uri="{FF2B5EF4-FFF2-40B4-BE49-F238E27FC236}">
                <a16:creationId xmlns:a16="http://schemas.microsoft.com/office/drawing/2014/main" id="{A8DA4E9E-E7DD-4812-9C67-BB8D7ACF272F}"/>
              </a:ext>
            </a:extLst>
          </p:cNvPr>
          <p:cNvSpPr>
            <a:spLocks xmlns:a="http://schemas.openxmlformats.org/drawingml/2006/main" noGrp="1"/>
          </p:cNvSpPr>
          <p:nvPr>
            <p:ph type="body" idx="1"/>
          </p:nvPr>
        </p:nvSpPr>
        <p:spPr>
          <a:xfrm xmlns:a="http://schemas.openxmlformats.org/drawingml/2006/main">
            <a:off x="1515037" y="9844870"/>
            <a:ext cx="27270589" cy="276999"/>
          </a:xfrm>
          <a:prstGeom xmlns:a="http://schemas.openxmlformats.org/drawingml/2006/main" prst="rect">
            <a:avLst/>
          </a:prstGeom>
        </p:spPr>
        <p:txBody>
          <a:bodyPr xmlns:a="http://schemas.openxmlformats.org/drawingml/2006/main" wrap="square" lIns="0" tIns="0" rIns="0" bIns="0">
            <a:spAutoFit/>
          </a:bodyPr>
          <a:lstStyle xmlns:a="http://schemas.openxmlformats.org/drawingml/2006/main">
            <a:lvl1pPr>
              <a:buNone/>
              <a:defRPr/>
            </a:lvl1pPr>
          </a:lstStyle>
          <a:p xmlns:a="http://schemas.openxmlformats.org/drawingml/2006/main"/>
        </p:txBody>
      </p:sp>
      <p:sp>
        <p:nvSpPr>
          <p:cNvPr id="4" name="Holder 4">
            <a:extLst xmlns:a="http://schemas.openxmlformats.org/drawingml/2006/main">
              <a:ext uri="{FF2B5EF4-FFF2-40B4-BE49-F238E27FC236}">
                <a16:creationId xmlns:a16="http://schemas.microsoft.com/office/drawing/2014/main" id="{5D86D43A-8AE8-4AAB-8FF1-D06C06A4B9D7}"/>
              </a:ext>
            </a:extLst>
          </p:cNvPr>
          <p:cNvSpPr>
            <a:spLocks xmlns:a="http://schemas.openxmlformats.org/drawingml/2006/main" noGrp="1"/>
          </p:cNvSpPr>
          <p:nvPr>
            <p:ph type="ftr" idx="5"/>
          </p:nvPr>
        </p:nvSpPr>
        <p:spPr>
          <a:xfrm xmlns:a="http://schemas.openxmlformats.org/drawingml/2006/main">
            <a:off x="10302223" y="39807506"/>
            <a:ext cx="9696209" cy="1108763"/>
          </a:xfrm>
          <a:prstGeom xmlns:a="http://schemas.openxmlformats.org/drawingml/2006/main" prst="rect">
            <a:avLst/>
          </a:prstGeom>
        </p:spPr>
        <p:txBody>
          <a:bodyPr xmlns:a="http://schemas.openxmlformats.org/drawingml/2006/main" wrap="square" lIns="0" tIns="0" rIns="0" bIns="0">
            <a:spAutoFit/>
          </a:bodyPr>
          <a:lstStyle xmlns:a="http://schemas.openxmlformats.org/drawingml/2006/main">
            <a:lvl1pPr algn="ctr">
              <a:buNone/>
              <a:defRPr>
                <a:solidFill>
                  <a:schemeClr val="tx1">
                    <a:tint val="75000"/>
                  </a:schemeClr>
                </a:solidFill>
              </a:defRPr>
            </a:lvl1pPr>
          </a:lstStyle>
          <a:p xmlns:a="http://schemas.openxmlformats.org/drawingml/2006/main"/>
        </p:txBody>
      </p:sp>
      <p:sp>
        <p:nvSpPr>
          <p:cNvPr id="5" name="Holder 5">
            <a:extLst xmlns:a="http://schemas.openxmlformats.org/drawingml/2006/main">
              <a:ext uri="{FF2B5EF4-FFF2-40B4-BE49-F238E27FC236}">
                <a16:creationId xmlns:a16="http://schemas.microsoft.com/office/drawing/2014/main" id="{3BB78B4B-A837-40FD-88FC-15D834E60D2B}"/>
              </a:ext>
            </a:extLst>
          </p:cNvPr>
          <p:cNvSpPr>
            <a:spLocks xmlns:a="http://schemas.openxmlformats.org/drawingml/2006/main" noGrp="1"/>
          </p:cNvSpPr>
          <p:nvPr>
            <p:ph type="dt" idx="6"/>
          </p:nvPr>
        </p:nvSpPr>
        <p:spPr>
          <a:xfrm xmlns:a="http://schemas.openxmlformats.org/drawingml/2006/main">
            <a:off x="1515037" y="39807506"/>
            <a:ext cx="6969148" cy="1108763"/>
          </a:xfrm>
          <a:prstGeom xmlns:a="http://schemas.openxmlformats.org/drawingml/2006/main" prst="rect">
            <a:avLst/>
          </a:prstGeom>
        </p:spPr>
        <p:txBody>
          <a:bodyPr xmlns:a="http://schemas.openxmlformats.org/drawingml/2006/main" wrap="square" lIns="0" tIns="0" rIns="0" bIns="0">
            <a:spAutoFit/>
          </a:bodyPr>
          <a:lstStyle xmlns:a="http://schemas.openxmlformats.org/drawingml/2006/main">
            <a:lvl1pPr algn="l">
              <a:buNone/>
              <a:defRPr>
                <a:solidFill>
                  <a:schemeClr val="tx1">
                    <a:tint val="75000"/>
                  </a:schemeClr>
                </a:solidFill>
              </a:defRPr>
            </a:lvl1pPr>
          </a:lstStyle>
          <a:p xmlns:a="http://schemas.openxmlformats.org/drawingml/2006/main">
            <a:fld id="{1D8BD707-D9CF-40AE-B4C6-C98DA3205C09}" type="datetimeFigureOut">
              <a:t>11/22/2024</a:t>
            </a:fld>
          </a:p>
        </p:txBody>
      </p:sp>
      <p:sp>
        <p:nvSpPr>
          <p:cNvPr id="6" name="Holder 6">
            <a:extLst xmlns:a="http://schemas.openxmlformats.org/drawingml/2006/main">
              <a:ext uri="{FF2B5EF4-FFF2-40B4-BE49-F238E27FC236}">
                <a16:creationId xmlns:a16="http://schemas.microsoft.com/office/drawing/2014/main" id="{1ADA1F0A-5847-41D6-BCEF-4A1C33FFB89C}"/>
              </a:ext>
            </a:extLst>
          </p:cNvPr>
          <p:cNvSpPr>
            <a:spLocks xmlns:a="http://schemas.openxmlformats.org/drawingml/2006/main" noGrp="1"/>
          </p:cNvSpPr>
          <p:nvPr>
            <p:ph type="sldNum" idx="7"/>
          </p:nvPr>
        </p:nvSpPr>
        <p:spPr>
          <a:xfrm xmlns:a="http://schemas.openxmlformats.org/drawingml/2006/main">
            <a:off x="21816473" y="39807506"/>
            <a:ext cx="6969148" cy="1108763"/>
          </a:xfrm>
          <a:prstGeom xmlns:a="http://schemas.openxmlformats.org/drawingml/2006/main" prst="rect">
            <a:avLst/>
          </a:prstGeom>
        </p:spPr>
        <p:txBody>
          <a:bodyPr xmlns:a="http://schemas.openxmlformats.org/drawingml/2006/main" wrap="square" lIns="0" tIns="0" rIns="0" bIns="0">
            <a:spAutoFit/>
          </a:bodyPr>
          <a:lstStyle xmlns:a="http://schemas.openxmlformats.org/drawingml/2006/main">
            <a:lvl1pPr algn="r">
              <a:buNone/>
              <a:defRPr>
                <a:solidFill>
                  <a:schemeClr val="tx1">
                    <a:tint val="75000"/>
                  </a:schemeClr>
                </a:solidFill>
              </a:defRPr>
            </a:lvl1pPr>
          </a:lstStyle>
          <a:p xmlns:a="http://schemas.openxmlformats.org/drawingml/2006/main">
            <a:fld id="{B6F15528-21DE-4FAA-801E-634DDDAF4B2B}" type="slidenum">
              <a:t>‹#›</a:t>
            </a:fld>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512ba07d94549f7"/>
    <p:sldLayoutId xmlns:r="http://schemas.openxmlformats.org/officeDocument/2006/relationships" id="2147483650" r:id="Rb8637d78a2464798"/>
    <p:sldLayoutId xmlns:r="http://schemas.openxmlformats.org/officeDocument/2006/relationships" id="2147483651" r:id="R91418c8582734825"/>
    <p:sldLayoutId xmlns:r="http://schemas.openxmlformats.org/officeDocument/2006/relationships" id="2147483652" r:id="Raa55f98d60a742c7"/>
    <p:sldLayoutId xmlns:r="http://schemas.openxmlformats.org/officeDocument/2006/relationships" id="2147483653" r:id="R3cd6e09f596b494e"/>
  </p:sldLayoutIdLst>
  <p:txStyles>
    <p:titleStyle>
      <a:lvl1pPr xmlns:a="http://schemas.openxmlformats.org/drawingml/2006/main">
        <a:buNone/>
        <a:defRPr>
          <a:latin typeface="+mj-lt"/>
          <a:ea typeface="+mj-lt"/>
          <a:cs typeface="+mj-lt"/>
        </a:defRPr>
      </a:lvl1pPr>
    </p:titleStyle>
    <p:bodyStyle>
      <a:lvl1pPr xmlns:a="http://schemas.openxmlformats.org/drawingml/2006/main" marL="0">
        <a:buNone/>
        <a:defRPr>
          <a:latin typeface="+mn-lt"/>
          <a:ea typeface="+mn-lt"/>
          <a:cs typeface="+mn-lt"/>
        </a:defRPr>
      </a:lvl1pPr>
      <a:lvl2pPr xmlns:a="http://schemas.openxmlformats.org/drawingml/2006/main" marL="1828983">
        <a:buNone/>
        <a:defRPr>
          <a:latin typeface="+mn-lt"/>
          <a:ea typeface="+mn-lt"/>
          <a:cs typeface="+mn-lt"/>
        </a:defRPr>
      </a:lvl2pPr>
      <a:lvl3pPr xmlns:a="http://schemas.openxmlformats.org/drawingml/2006/main" marL="3657966">
        <a:buNone/>
        <a:defRPr>
          <a:latin typeface="+mn-lt"/>
          <a:ea typeface="+mn-lt"/>
          <a:cs typeface="+mn-lt"/>
        </a:defRPr>
      </a:lvl3pPr>
      <a:lvl4pPr xmlns:a="http://schemas.openxmlformats.org/drawingml/2006/main" marL="5486949">
        <a:buNone/>
        <a:defRPr>
          <a:latin typeface="+mn-lt"/>
          <a:ea typeface="+mn-lt"/>
          <a:cs typeface="+mn-lt"/>
        </a:defRPr>
      </a:lvl4pPr>
      <a:lvl5pPr xmlns:a="http://schemas.openxmlformats.org/drawingml/2006/main" marL="7315932">
        <a:buNone/>
        <a:defRPr>
          <a:latin typeface="+mn-lt"/>
          <a:ea typeface="+mn-lt"/>
          <a:cs typeface="+mn-lt"/>
        </a:defRPr>
      </a:lvl5pPr>
      <a:lvl6pPr xmlns:a="http://schemas.openxmlformats.org/drawingml/2006/main" marL="9144914">
        <a:buNone/>
        <a:defRPr>
          <a:latin typeface="+mn-lt"/>
          <a:ea typeface="+mn-lt"/>
          <a:cs typeface="+mn-lt"/>
        </a:defRPr>
      </a:lvl6pPr>
      <a:lvl7pPr xmlns:a="http://schemas.openxmlformats.org/drawingml/2006/main" marL="10973897">
        <a:buNone/>
        <a:defRPr>
          <a:latin typeface="+mn-lt"/>
          <a:ea typeface="+mn-lt"/>
          <a:cs typeface="+mn-lt"/>
        </a:defRPr>
      </a:lvl7pPr>
      <a:lvl8pPr xmlns:a="http://schemas.openxmlformats.org/drawingml/2006/main" marL="12802880">
        <a:buNone/>
        <a:defRPr>
          <a:latin typeface="+mn-lt"/>
          <a:ea typeface="+mn-lt"/>
          <a:cs typeface="+mn-lt"/>
        </a:defRPr>
      </a:lvl8pPr>
      <a:lvl9pPr xmlns:a="http://schemas.openxmlformats.org/drawingml/2006/main" marL="14631863">
        <a:buNone/>
        <a:defRPr>
          <a:latin typeface="+mn-lt"/>
          <a:ea typeface="+mn-lt"/>
          <a:cs typeface="+mn-lt"/>
        </a:defRPr>
      </a:lvl9pPr>
    </p:bodyStyle>
    <p:otherStyle>
      <a:lvl1pPr xmlns:a="http://schemas.openxmlformats.org/drawingml/2006/main" marL="0">
        <a:buNone/>
        <a:defRPr>
          <a:latin typeface="+mn-lt"/>
          <a:ea typeface="+mn-lt"/>
          <a:cs typeface="+mn-lt"/>
        </a:defRPr>
      </a:lvl1pPr>
      <a:lvl2pPr xmlns:a="http://schemas.openxmlformats.org/drawingml/2006/main" marL="1828983">
        <a:buNone/>
        <a:defRPr>
          <a:latin typeface="+mn-lt"/>
          <a:ea typeface="+mn-lt"/>
          <a:cs typeface="+mn-lt"/>
        </a:defRPr>
      </a:lvl2pPr>
      <a:lvl3pPr xmlns:a="http://schemas.openxmlformats.org/drawingml/2006/main" marL="3657966">
        <a:buNone/>
        <a:defRPr>
          <a:latin typeface="+mn-lt"/>
          <a:ea typeface="+mn-lt"/>
          <a:cs typeface="+mn-lt"/>
        </a:defRPr>
      </a:lvl3pPr>
      <a:lvl4pPr xmlns:a="http://schemas.openxmlformats.org/drawingml/2006/main" marL="5486949">
        <a:buNone/>
        <a:defRPr>
          <a:latin typeface="+mn-lt"/>
          <a:ea typeface="+mn-lt"/>
          <a:cs typeface="+mn-lt"/>
        </a:defRPr>
      </a:lvl4pPr>
      <a:lvl5pPr xmlns:a="http://schemas.openxmlformats.org/drawingml/2006/main" marL="7315932">
        <a:buNone/>
        <a:defRPr>
          <a:latin typeface="+mn-lt"/>
          <a:ea typeface="+mn-lt"/>
          <a:cs typeface="+mn-lt"/>
        </a:defRPr>
      </a:lvl5pPr>
      <a:lvl6pPr xmlns:a="http://schemas.openxmlformats.org/drawingml/2006/main" marL="9144914">
        <a:buNone/>
        <a:defRPr>
          <a:latin typeface="+mn-lt"/>
          <a:ea typeface="+mn-lt"/>
          <a:cs typeface="+mn-lt"/>
        </a:defRPr>
      </a:lvl6pPr>
      <a:lvl7pPr xmlns:a="http://schemas.openxmlformats.org/drawingml/2006/main" marL="10973897">
        <a:buNone/>
        <a:defRPr>
          <a:latin typeface="+mn-lt"/>
          <a:ea typeface="+mn-lt"/>
          <a:cs typeface="+mn-lt"/>
        </a:defRPr>
      </a:lvl7pPr>
      <a:lvl8pPr xmlns:a="http://schemas.openxmlformats.org/drawingml/2006/main" marL="12802880">
        <a:buNone/>
        <a:defRPr>
          <a:latin typeface="+mn-lt"/>
          <a:ea typeface="+mn-lt"/>
          <a:cs typeface="+mn-lt"/>
        </a:defRPr>
      </a:lvl8pPr>
      <a:lvl9pPr xmlns:a="http://schemas.openxmlformats.org/drawingml/2006/main" marL="14631863">
        <a:buNone/>
        <a:defRPr>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solidFill>
          <a:schemeClr val="dk1"/>
        </a:solidFill>
        <a:solidFill>
          <a:schemeClr val="accent1"/>
        </a:soli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3.xml" Id="Rd7c6f70376e74044" /><Relationship Type="http://schemas.openxmlformats.org/officeDocument/2006/relationships/image" Target="/ppt/media/image2.png" Id="R088349becd684f7c" /><Relationship Type="http://schemas.openxmlformats.org/officeDocument/2006/relationships/image" Target="/ppt/media/image.svg" Id="R52183ad6b515414f" /><Relationship Type="http://schemas.openxmlformats.org/officeDocument/2006/relationships/image" Target="/ppt/media/image.png" Id="R854deca3313f4531" /><Relationship Type="http://schemas.openxmlformats.org/officeDocument/2006/relationships/image" Target="/ppt/media/image2.svg" Id="R345ea5acdb034c96" /><Relationship Type="http://schemas.openxmlformats.org/officeDocument/2006/relationships/notesSlide" Target="/ppt/notesSlides/notesSlide1.xml" Id="R56af4764ddf44595"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1" name="그림 17"/>
          <p:cNvPicPr>
            <a:picLocks xmlns:a="http://schemas.openxmlformats.org/drawingml/2006/main" noChangeAspect="1"/>
          </p:cNvPicPr>
          <p:nvPr/>
        </p:nvPicPr>
        <p:blipFill>
          <a:blip xmlns:r="http://schemas.openxmlformats.org/officeDocument/2006/relationships" xmlns:a="http://schemas.openxmlformats.org/drawingml/2006/main" r:embed="R088349becd684f7c"/>
          <a:stretch xmlns:a="http://schemas.openxmlformats.org/drawingml/2006/main">
            <a:fillRect l="0" t="0" r="0" b="0"/>
          </a:stretch>
        </p:blipFill>
        <p:spPr>
          <a:xfrm xmlns:a="http://schemas.openxmlformats.org/drawingml/2006/main">
            <a:off x="24510206" y="2141178"/>
            <a:ext cx="5181573" cy="3470677"/>
          </a:xfrm>
          <a:prstGeom xmlns:a="http://schemas.openxmlformats.org/drawingml/2006/main" prst="rect">
            <a:avLst/>
          </a:prstGeom>
        </p:spPr>
      </p:pic>
      <p:sp>
        <p:nvSpPr>
          <p:cNvPr id="2" name="object 2">
            <a:extLst xmlns:a="http://schemas.openxmlformats.org/drawingml/2006/main">
              <a:ext uri="{FF2B5EF4-FFF2-40B4-BE49-F238E27FC236}">
                <a16:creationId xmlns:a16="http://schemas.microsoft.com/office/drawing/2014/main" id="{C7203565-1505-47A6-A9A4-2D0DC5CCF24A}"/>
              </a:ext>
            </a:extLst>
          </p:cNvPr>
          <p:cNvSpPr>
            <a:spLocks xmlns:a="http://schemas.openxmlformats.org/drawingml/2006/main" noGrp="1"/>
          </p:cNvSpPr>
          <p:nvPr>
            <p:ph type="title" idx="0"/>
          </p:nvPr>
        </p:nvSpPr>
        <p:spPr>
          <a:xfrm xmlns:a="http://schemas.openxmlformats.org/drawingml/2006/main">
            <a:off x="1194896" y="-110897"/>
            <a:ext cx="28039656" cy="4129425"/>
          </a:xfrm>
          <a:prstGeom xmlns:a="http://schemas.openxmlformats.org/drawingml/2006/main" prst="rect">
            <a:avLst/>
          </a:prstGeom>
        </p:spPr>
        <p:txBody>
          <a:bodyPr xmlns:a="http://schemas.openxmlformats.org/drawingml/2006/main" vert="horz" wrap="square" lIns="0" tIns="797649" rIns="0" bIns="0">
            <a:spAutoFit/>
          </a:bodyPr>
          <a:lstStyle xmlns:a="http://schemas.openxmlformats.org/drawingml/2006/main"/>
          <a:p xmlns:a="http://schemas.openxmlformats.org/drawingml/2006/main">
            <a:pPr algn="l">
              <a:spcBef>
                <a:spcPts val="1200"/>
              </a:spcBef>
              <a:buNone/>
            </a:pPr>
            <a:r>
              <a:rPr sz="8800">
                <a:latin typeface="맑은 고딕"/>
                <a:ea typeface="맑은 고딕"/>
                <a:cs typeface="맑은 고딕"/>
              </a:rPr>
              <a:t>경찰 수사정보용 동적</a:t>
            </a:r>
          </a:p>
          <a:p xmlns:a="http://schemas.openxmlformats.org/drawingml/2006/main">
            <a:pPr algn="l">
              <a:spcBef>
                <a:spcPts val="1200"/>
              </a:spcBef>
              <a:buNone/>
            </a:pPr>
            <a:r>
              <a:rPr sz="8800">
                <a:latin typeface="맑은 고딕"/>
                <a:ea typeface="맑은 고딕"/>
                <a:cs typeface="맑은 고딕"/>
              </a:rPr>
              <a:t>제로트러스트 접근제어 시스템</a:t>
            </a:r>
          </a:p>
        </p:txBody>
      </p:sp>
      <p:sp>
        <p:nvSpPr>
          <p:cNvPr id="13" name="직사각형 12">
            <a:extLst xmlns:a="http://schemas.openxmlformats.org/drawingml/2006/main">
              <a:ext uri="{FF2B5EF4-FFF2-40B4-BE49-F238E27FC236}">
                <a16:creationId xmlns:a16="http://schemas.microsoft.com/office/drawing/2014/main" id="{1A92AF71-3D27-4DBE-DF1D-864EF5DB3D12}"/>
              </a:ext>
            </a:extLst>
          </p:cNvPr>
          <p:cNvSpPr>
            <a:spLocks xmlns:a="http://schemas.openxmlformats.org/drawingml/2006/main" noGrp="1"/>
          </p:cNvSpPr>
          <p:nvPr/>
        </p:nvSpPr>
        <p:spPr>
          <a:xfrm xmlns:a="http://schemas.openxmlformats.org/drawingml/2006/main" flipV="1">
            <a:off x="704810" y="5663119"/>
            <a:ext cx="28865591" cy="122892"/>
          </a:xfrm>
          <a:prstGeom xmlns:a="http://schemas.openxmlformats.org/drawingml/2006/main" prst="rect">
            <a:avLst/>
          </a:prstGeom>
          <a:solidFill xmlns:a="http://schemas.openxmlformats.org/drawingml/2006/main">
            <a:srgbClr val="373362"/>
          </a:solidFill>
          <a:ln xmlns:a="http://schemas.openxmlformats.org/drawingml/2006/main">
            <a:solidFill>
              <a:srgbClr val="373362"/>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object 9">
            <a:extLst xmlns:a="http://schemas.openxmlformats.org/drawingml/2006/main">
              <a:ext uri="{FF2B5EF4-FFF2-40B4-BE49-F238E27FC236}">
                <a16:creationId xmlns:a16="http://schemas.microsoft.com/office/drawing/2014/main" id="{BE67EAB6-6A4A-44D2-BDB9-D4DA9A55D4AE}"/>
              </a:ext>
            </a:extLst>
          </p:cNvPr>
          <p:cNvSpPr>
            <a:spLocks xmlns:a="http://schemas.openxmlformats.org/drawingml/2006/main" noGrp="1"/>
          </p:cNvSpPr>
          <p:nvPr>
            <p:ph idx="3"/>
          </p:nvPr>
        </p:nvSpPr>
        <p:spPr>
          <a:xfrm xmlns:a="http://schemas.openxmlformats.org/drawingml/2006/main">
            <a:off x="435974" y="36413281"/>
            <a:ext cx="28798577" cy="5654077"/>
          </a:xfrm>
          <a:prstGeom xmlns:a="http://schemas.openxmlformats.org/drawingml/2006/main" prst="rect">
            <a:avLst/>
          </a:prstGeom>
        </p:spPr>
        <p:txBody>
          <a:bodyPr xmlns:a="http://schemas.openxmlformats.org/drawingml/2006/main" vert="horz" wrap="square" lIns="0" tIns="335317" rIns="0" bIns="0">
            <a:spAutoFit/>
          </a:bodyPr>
          <a:lstStyle xmlns:a="http://schemas.openxmlformats.org/drawingml/2006/main"/>
          <a:p xmlns:a="http://schemas.openxmlformats.org/drawingml/2006/main">
            <a:pPr marL="360000">
              <a:buNone/>
            </a:pPr>
            <a:r>
              <a:rPr sz="5400" b="0">
                <a:solidFill>
                  <a:srgbClr val="FFFFFF"/>
                </a:solidFill>
                <a:latin typeface="맑은 고딕"/>
                <a:ea typeface="맑은 고딕"/>
                <a:cs typeface="맑은 고딕"/>
              </a:rPr>
              <a:t>.</a:t>
            </a:r>
          </a:p>
        </p:txBody>
      </p:sp>
      <p:sp>
        <p:nvSpPr>
          <p:cNvPr id="3" name="object 6">
            <a:extLst xmlns:a="http://schemas.openxmlformats.org/drawingml/2006/main">
              <a:ext uri="{FF2B5EF4-FFF2-40B4-BE49-F238E27FC236}">
                <a16:creationId xmlns:a16="http://schemas.microsoft.com/office/drawing/2014/main" id="{C12336CF-AB29-0524-4A2E-6F190EABB3D1}"/>
              </a:ext>
            </a:extLst>
          </p:cNvPr>
          <p:cNvSpPr>
            <a:spLocks xmlns:a="http://schemas.openxmlformats.org/drawingml/2006/main" noGrp="1"/>
          </p:cNvSpPr>
          <p:nvPr/>
        </p:nvSpPr>
        <p:spPr>
          <a:xfrm xmlns:a="http://schemas.openxmlformats.org/drawingml/2006/main">
            <a:off x="14913476" y="6191564"/>
            <a:ext cx="14174289" cy="22813941"/>
          </a:xfrm>
          <a:prstGeom xmlns:a="http://schemas.openxmlformats.org/drawingml/2006/main" prst="rect">
            <a:avLst/>
          </a:prstGeom>
        </p:spPr>
        <p:txBody>
          <a:bodyPr xmlns:a="http://schemas.openxmlformats.org/drawingml/2006/main" vert="horz" wrap="square" lIns="0" tIns="58423" rIns="0" bIns="0">
            <a:spAutoFit/>
          </a:bodyPr>
          <a:lstStyle xmlns:a="http://schemas.openxmlformats.org/drawingml/2006/main"/>
          <a:p xmlns:a="http://schemas.openxmlformats.org/drawingml/2006/main">
            <a:pPr marL="1795463" indent="-542925">
              <a:spcBef>
                <a:spcPts val="2800"/>
              </a:spcBef>
              <a:buChar char="§"/>
            </a:pPr>
            <a:r>
              <a:rPr sz="3600" b="1">
                <a:solidFill>
                  <a:srgbClr val="FFFFFF"/>
                </a:solidFill>
                <a:latin typeface="맑은 고딕"/>
                <a:ea typeface="맑은 고딕"/>
                <a:cs typeface="맑은 고딕"/>
              </a:rPr>
              <a:t>.</a:t>
            </a:r>
          </a:p>
        </p:txBody>
      </p:sp>
      <p:sp>
        <p:nvSpPr>
          <p:cNvPr id="14" name="TextBox 13">
            <a:extLst xmlns:a="http://schemas.openxmlformats.org/drawingml/2006/main">
              <a:ext uri="{FF2B5EF4-FFF2-40B4-BE49-F238E27FC236}">
                <a16:creationId xmlns:a16="http://schemas.microsoft.com/office/drawing/2014/main" id="{FA81A7C5-982B-1946-AE2A-616455949AB2}"/>
              </a:ext>
            </a:extLst>
          </p:cNvPr>
          <p:cNvSpPr>
            <a:spLocks xmlns:a="http://schemas.openxmlformats.org/drawingml/2006/main" noGrp="1"/>
          </p:cNvSpPr>
          <p:nvPr/>
        </p:nvSpPr>
        <p:spPr>
          <a:xfrm xmlns:a="http://schemas.openxmlformats.org/drawingml/2006/main">
            <a:off x="435974" y="6276912"/>
            <a:ext cx="14096503" cy="15983863"/>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1274400" indent="-914400">
              <a:buAutoNum type="arabicPeriod"/>
            </a:pPr>
            <a:r>
              <a:rPr sz="5400">
                <a:solidFill>
                  <a:srgbClr val="FFFFFF"/>
                </a:solidFill>
                <a:latin typeface="Norwester"/>
                <a:ea typeface="Norwester"/>
                <a:cs typeface="Norwester"/>
              </a:rPr>
              <a:t>.</a:t>
            </a:r>
          </a:p>
        </p:txBody>
      </p:sp>
      <p:sp>
        <p:nvSpPr>
          <p:cNvPr id="22" name="직사각형 21">
            <a:extLst xmlns:a="http://schemas.openxmlformats.org/drawingml/2006/main">
              <a:ext uri="{FF2B5EF4-FFF2-40B4-BE49-F238E27FC236}">
                <a16:creationId xmlns:a16="http://schemas.microsoft.com/office/drawing/2014/main" id="{8035F0D2-FCAB-562F-E5DD-37681C67D371}"/>
              </a:ext>
            </a:extLst>
          </p:cNvPr>
          <p:cNvSpPr>
            <a:spLocks xmlns:a="http://schemas.openxmlformats.org/drawingml/2006/main" noGrp="1"/>
          </p:cNvSpPr>
          <p:nvPr/>
        </p:nvSpPr>
        <p:spPr>
          <a:xfrm xmlns:a="http://schemas.openxmlformats.org/drawingml/2006/main">
            <a:off x="1268289" y="34228687"/>
            <a:ext cx="27892869" cy="1915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rmAutofit fontScale="100000"/>
          </a:bodyPr>
          <a:lstStyle xmlns:a="http://schemas.openxmlformats.org/drawingml/2006/main"/>
          <a:p xmlns:a="http://schemas.openxmlformats.org/drawingml/2006/main">
            <a:pPr algn="ctr">
              <a:buNone/>
            </a:pPr>
            <a:r>
              <a:rPr sz="3600" b="1">
                <a:solidFill>
                  <a:srgbClr val="FFFFFF"/>
                </a:solidFill>
                <a:latin typeface="맑은 고딕"/>
                <a:ea typeface="맑은 고딕"/>
                <a:cs typeface="맑은 고딕"/>
              </a:rPr>
              <a:t>.</a:t>
            </a:r>
          </a:p>
        </p:txBody>
      </p:sp>
      <p:sp>
        <p:nvSpPr>
          <p:cNvPr id="5" name="TextBox 4">
            <a:extLst xmlns:a="http://schemas.openxmlformats.org/drawingml/2006/main">
              <a:ext uri="{FF2B5EF4-FFF2-40B4-BE49-F238E27FC236}">
                <a16:creationId xmlns:a16="http://schemas.microsoft.com/office/drawing/2014/main" id="{D5017946-4E8C-A50F-F98A-A4946BAD72A2}"/>
              </a:ext>
            </a:extLst>
          </p:cNvPr>
          <p:cNvSpPr>
            <a:spLocks xmlns:a="http://schemas.openxmlformats.org/drawingml/2006/main" noGrp="1"/>
          </p:cNvSpPr>
          <p:nvPr/>
        </p:nvSpPr>
        <p:spPr>
          <a:xfrm xmlns:a="http://schemas.openxmlformats.org/drawingml/2006/main">
            <a:off x="4047855" y="3502285"/>
            <a:ext cx="22167596" cy="182139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lnSpc>
                <a:spcPts val="7000"/>
              </a:lnSpc>
              <a:buNone/>
            </a:pPr>
            <a:r>
              <a:rPr sz="4800">
                <a:solidFill>
                  <a:srgbClr val="373362"/>
                </a:solidFill>
                <a:latin typeface="맑은 고딕"/>
                <a:ea typeface="맑은 고딕"/>
                <a:cs typeface="맑은 고딕"/>
              </a:rPr>
              <a:t>무신뢰 보안단  |  정재홍 · 허준 · 홍준원  (지도교수: 윤택영 교수)</a:t>
            </a:r>
          </a:p>
          <a:p xmlns:a="http://schemas.openxmlformats.org/drawingml/2006/main">
            <a:pPr algn="ctr">
              <a:lnSpc>
                <a:spcPts val="7000"/>
              </a:lnSpc>
              <a:buNone/>
            </a:pPr>
            <a:r>
              <a:rPr sz="4800">
                <a:solidFill>
                  <a:srgbClr val="373362"/>
                </a:solidFill>
                <a:latin typeface="맑은 고딕"/>
                <a:ea typeface="맑은 고딕"/>
                <a:cs typeface="맑은 고딕"/>
              </a:rPr>
              <a:t>단국대학교 사이버보안학과</a:t>
            </a:r>
          </a:p>
        </p:txBody>
      </p:sp>
      <p:sp>
        <p:nvSpPr>
          <p:cNvPr id="24" name="직사각형 23">
            <a:extLst xmlns:a="http://schemas.openxmlformats.org/drawingml/2006/main">
              <a:ext uri="{FF2B5EF4-FFF2-40B4-BE49-F238E27FC236}">
                <a16:creationId xmlns:a16="http://schemas.microsoft.com/office/drawing/2014/main" id="{7F0DF47E-C912-4489-2D0F-F9F898CA7124}"/>
              </a:ext>
            </a:extLst>
          </p:cNvPr>
          <p:cNvSpPr>
            <a:spLocks xmlns:a="http://schemas.openxmlformats.org/drawingml/2006/main" noGrp="1"/>
          </p:cNvSpPr>
          <p:nvPr/>
        </p:nvSpPr>
        <p:spPr>
          <a:xfrm xmlns:a="http://schemas.openxmlformats.org/drawingml/2006/main">
            <a:off x="126206" y="294481"/>
            <a:ext cx="30022800" cy="42214800"/>
          </a:xfrm>
          <a:prstGeom xmlns:a="http://schemas.openxmlformats.org/drawingml/2006/main" prst="rect">
            <a:avLst/>
          </a:prstGeom>
          <a:noFill xmlns:a="http://schemas.openxmlformats.org/drawingml/2006/main"/>
          <a:ln xmlns:a="http://schemas.openxmlformats.org/drawingml/2006/main" w="76200">
            <a:solidFill>
              <a:srgbClr val="373362"/>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pic>
        <p:nvPicPr>
          <p:cNvPr id="25" name="그림 43"/>
          <p:cNvPicPr>
            <a:picLocks xmlns:a="http://schemas.openxmlformats.org/drawingml/2006/main" noChangeAspect="1"/>
          </p:cNvPicPr>
          <p:nvPr/>
        </p:nvPicPr>
        <p:blipFill>
          <a:blip xmlns:r="http://schemas.openxmlformats.org/officeDocument/2006/relationships" xmlns:a="http://schemas.openxmlformats.org/drawingml/2006/main" r:embed="R854deca3313f4531">
            <a:extLst>
              <a:ext uri="{96DAC541-7B7A-43D3-8B79-37D633B846F1}">
                <asvg:svgBlip xmlns:asvg="http://schemas.microsoft.com/office/drawing/2016/SVG/main" r:embed="R52183ad6b515414f"/>
              </a:ext>
            </a:extLst>
          </a:blip>
          <a:stretch xmlns:a="http://schemas.openxmlformats.org/drawingml/2006/main">
            <a:fillRect l="0" t="0" r="0" b="0"/>
          </a:stretch>
        </p:blipFill>
        <p:spPr>
          <a:xfrm xmlns:a="http://schemas.openxmlformats.org/drawingml/2006/main">
            <a:off x="1194895" y="29326681"/>
            <a:ext cx="27892869" cy="4993218"/>
          </a:xfrm>
          <a:prstGeom xmlns:a="http://schemas.openxmlformats.org/drawingml/2006/main" prst="rect">
            <a:avLst/>
          </a:prstGeom>
        </p:spPr>
      </p:pic>
      <p:sp>
        <p:nvSpPr>
          <p:cNvPr id="26" name="직사각형 25">
            <a:extLst xmlns:a="http://schemas.openxmlformats.org/drawingml/2006/main">
              <a:ext uri="{FF2B5EF4-FFF2-40B4-BE49-F238E27FC236}">
                <a16:creationId xmlns:a16="http://schemas.microsoft.com/office/drawing/2014/main" id="{43BB195A-03B4-46ED-9490-B06A2951022E}"/>
              </a:ext>
            </a:extLst>
          </p:cNvPr>
          <p:cNvSpPr>
            <a:spLocks xmlns:a="http://schemas.openxmlformats.org/drawingml/2006/main" noGrp="1"/>
          </p:cNvSpPr>
          <p:nvPr/>
        </p:nvSpPr>
        <p:spPr>
          <a:xfrm xmlns:a="http://schemas.openxmlformats.org/drawingml/2006/main">
            <a:off x="795569" y="27867326"/>
            <a:ext cx="14701628" cy="113382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rmAutofit fontScale="100000"/>
          </a:bodyPr>
          <a:lstStyle xmlns:a="http://schemas.openxmlformats.org/drawingml/2006/main"/>
          <a:p xmlns:a="http://schemas.openxmlformats.org/drawingml/2006/main">
            <a:pPr algn="ctr">
              <a:buNone/>
            </a:pPr>
            <a:r>
              <a:rPr sz="3600" b="1">
                <a:solidFill>
                  <a:srgbClr val="FFFFFF"/>
                </a:solidFill>
                <a:latin typeface="맑은 고딕"/>
                <a:ea typeface="맑은 고딕"/>
                <a:cs typeface="맑은 고딕"/>
              </a:rPr>
              <a:t>.</a:t>
            </a:r>
          </a:p>
        </p:txBody>
      </p:sp>
      <p:sp>
        <p:nvSpPr>
          <p:cNvPr id="8" name="AutoShape 2">
            <a:extLst xmlns:a="http://schemas.openxmlformats.org/drawingml/2006/main">
              <a:ext uri="{FF2B5EF4-FFF2-40B4-BE49-F238E27FC236}">
                <a16:creationId xmlns:a16="http://schemas.microsoft.com/office/drawing/2014/main" id="{5AC33F30-6F74-4E68-B787-8797D72307B9}"/>
              </a:ext>
            </a:extLst>
          </p:cNvPr>
          <p:cNvSpPr>
            <a:spLocks xmlns:a="http://schemas.openxmlformats.org/drawingml/2006/main" noGrp="1"/>
          </p:cNvSpPr>
          <p:nvPr/>
        </p:nvSpPr>
        <p:spPr>
          <a:xfrm xmlns:a="http://schemas.openxmlformats.org/drawingml/2006/main" rot="0">
            <a:off x="14658623" y="23344618"/>
            <a:ext cx="301532" cy="196151"/>
          </a:xfrm>
          <a:prstGeom xmlns:a="http://schemas.openxmlformats.org/drawingml/2006/main" prst="rect">
            <a:avLst/>
          </a:prstGeom>
          <a:noFill xmlns:a="http://schemas.openxmlformats.org/drawingml/2006/main"/>
        </p:spPr>
        <p:txBody>
          <a:bodyPr xmlns:a="http://schemas.openxmlformats.org/drawingml/2006/main" vert="horz" wrap="square" lIns="91440" tIns="45720" rIns="91440" bIns="45720" anchor="t"/>
          <a:lstStyle xmlns:a="http://schemas.openxmlformats.org/drawingml/2006/main"/>
          <a:p xmlns:a="http://schemas.openxmlformats.org/drawingml/2006/main">
            <a:r>
              <a:rPr>
                <a:solidFill>
                  <a:srgbClr val="FFFFFF"/>
                </a:solidFill>
              </a:rPr>
              <a:t>.</a:t>
            </a:r>
          </a:p>
        </p:txBody>
      </p:sp>
      <p:cxnSp>
        <p:nvCxnSpPr>
          <p:cNvPr id="28" name="직선 연결선 8"/>
          <p:cNvCxnSpPr/>
          <p:nvPr/>
        </p:nvCxnSpPr>
        <p:spPr>
          <a:xfrm xmlns:a="http://schemas.openxmlformats.org/drawingml/2006/main" rot="0">
            <a:off x="1155167" y="25871818"/>
            <a:ext cx="13982440" cy="0"/>
          </a:xfrm>
          <a:prstGeom xmlns:a="http://schemas.openxmlformats.org/drawingml/2006/main" prst="line">
            <a:avLst/>
          </a:prstGeom>
          <a:ln xmlns:a="http://schemas.openxmlformats.org/drawingml/2006/main" w="76200">
            <a:solidFill>
              <a:srgbClr val="000000"/>
            </a:solidFill>
            <a:prstDash val="sysDash"/>
            <a:miter/>
          </a:ln>
        </p:spPr>
      </p:cxnSp>
      <p:sp>
        <p:nvSpPr>
          <p:cNvPr id="36" name="사각형: 둥근 모서리 9">
            <a:extLst xmlns:a="http://schemas.openxmlformats.org/drawingml/2006/main">
              <a:ext uri="{FF2B5EF4-FFF2-40B4-BE49-F238E27FC236}">
                <a16:creationId xmlns:a16="http://schemas.microsoft.com/office/drawing/2014/main" id="{607776B1-1921-47C0-B575-41F9237E30BB}"/>
              </a:ext>
            </a:extLst>
          </p:cNvPr>
          <p:cNvSpPr>
            <a:spLocks xmlns:a="http://schemas.openxmlformats.org/drawingml/2006/main" noGrp="1"/>
          </p:cNvSpPr>
          <p:nvPr/>
        </p:nvSpPr>
        <p:spPr>
          <a:xfrm xmlns:a="http://schemas.openxmlformats.org/drawingml/2006/main" rot="0">
            <a:off x="5280298" y="24310739"/>
            <a:ext cx="9828191" cy="1237906"/>
          </a:xfrm>
          <a:prstGeom xmlns:a="http://schemas.openxmlformats.org/drawingml/2006/main" prst="roundRect">
            <a:avLst>
              <a:gd name="adj" fmla="val 16667"/>
            </a:avLst>
          </a:prstGeom>
          <a:solidFill xmlns:a="http://schemas.openxmlformats.org/drawingml/2006/main">
            <a:schemeClr val="tx1"/>
          </a:solidFill>
          <a:ln xmlns:a="http://schemas.openxmlformats.org/drawingml/2006/main" w="12700">
            <a:solidFill>
              <a:srgbClr val="000000"/>
            </a:solidFill>
          </a:ln>
        </p:spPr>
        <p:txBody>
          <a:bodyPr xmlns:a="http://schemas.openxmlformats.org/drawingml/2006/main" anchor="ctr"/>
          <a:lstStyle xmlns:a="http://schemas.openxmlformats.org/drawingml/2006/main">
            <a:lvl1pPr>
              <a:buNone/>
              <a:defRPr>
                <a:solidFill>
                  <a:schemeClr val="tx1"/>
                </a:solidFill>
                <a:latin typeface="맑은 고딕"/>
                <a:ea typeface="맑은 고딕"/>
                <a:cs typeface="맑은 고딕"/>
              </a:defRPr>
            </a:lvl1pPr>
            <a:lvl2pPr marL="742950" indent="-285750">
              <a:buNone/>
              <a:defRPr>
                <a:solidFill>
                  <a:schemeClr val="tx1"/>
                </a:solidFill>
                <a:latin typeface="맑은 고딕"/>
                <a:ea typeface="맑은 고딕"/>
                <a:cs typeface="맑은 고딕"/>
              </a:defRPr>
            </a:lvl2pPr>
            <a:lvl3pPr marL="1143000" indent="-228600">
              <a:buNone/>
              <a:defRPr>
                <a:solidFill>
                  <a:schemeClr val="tx1"/>
                </a:solidFill>
                <a:latin typeface="맑은 고딕"/>
                <a:ea typeface="맑은 고딕"/>
                <a:cs typeface="맑은 고딕"/>
              </a:defRPr>
            </a:lvl3pPr>
            <a:lvl4pPr marL="1600200" indent="-228600">
              <a:buNone/>
              <a:defRPr>
                <a:solidFill>
                  <a:schemeClr val="tx1"/>
                </a:solidFill>
                <a:latin typeface="맑은 고딕"/>
                <a:ea typeface="맑은 고딕"/>
                <a:cs typeface="맑은 고딕"/>
              </a:defRPr>
            </a:lvl4pPr>
            <a:lvl5pPr marL="2057400" indent="-228600">
              <a:buNone/>
              <a:defRPr>
                <a:solidFill>
                  <a:schemeClr val="tx1"/>
                </a:solidFill>
                <a:latin typeface="맑은 고딕"/>
                <a:ea typeface="맑은 고딕"/>
                <a:cs typeface="맑은 고딕"/>
              </a:defRPr>
            </a:lvl5pPr>
            <a:lvl6pPr marL="2514600" indent="-228600">
              <a:spcBef>
                <a:spcPts val="0"/>
              </a:spcBef>
              <a:spcAft>
                <a:spcPts val="0"/>
              </a:spcAft>
              <a:buNone/>
              <a:defRPr>
                <a:solidFill>
                  <a:schemeClr val="tx1"/>
                </a:solidFill>
                <a:latin typeface="맑은 고딕"/>
                <a:ea typeface="맑은 고딕"/>
                <a:cs typeface="맑은 고딕"/>
              </a:defRPr>
            </a:lvl6pPr>
            <a:lvl7pPr marL="2971800" indent="-228600">
              <a:spcBef>
                <a:spcPts val="0"/>
              </a:spcBef>
              <a:spcAft>
                <a:spcPts val="0"/>
              </a:spcAft>
              <a:buNone/>
              <a:defRPr>
                <a:solidFill>
                  <a:schemeClr val="tx1"/>
                </a:solidFill>
                <a:latin typeface="맑은 고딕"/>
                <a:ea typeface="맑은 고딕"/>
                <a:cs typeface="맑은 고딕"/>
              </a:defRPr>
            </a:lvl7pPr>
            <a:lvl8pPr marL="3429000" indent="-228600">
              <a:spcBef>
                <a:spcPts val="0"/>
              </a:spcBef>
              <a:spcAft>
                <a:spcPts val="0"/>
              </a:spcAft>
              <a:buNone/>
              <a:defRPr>
                <a:solidFill>
                  <a:schemeClr val="tx1"/>
                </a:solidFill>
                <a:latin typeface="맑은 고딕"/>
                <a:ea typeface="맑은 고딕"/>
                <a:cs typeface="맑은 고딕"/>
              </a:defRPr>
            </a:lvl8pPr>
            <a:lvl9pPr marL="3886200" indent="-228600">
              <a:spcBef>
                <a:spcPts val="0"/>
              </a:spcBef>
              <a:spcAft>
                <a:spcPts val="0"/>
              </a:spcAft>
              <a:buNone/>
              <a:defRPr>
                <a:solidFill>
                  <a:schemeClr val="tx1"/>
                </a:solidFill>
                <a:latin typeface="맑은 고딕"/>
                <a:ea typeface="맑은 고딕"/>
                <a:cs typeface="맑은 고딕"/>
              </a:defRPr>
            </a:lvl9pPr>
          </a:lstStyle>
          <a:p xmlns:a="http://schemas.openxmlformats.org/drawingml/2006/main">
            <a:pPr algn="ctr">
              <a:buNone/>
            </a:pPr>
            <a:r>
              <a:rPr sz="4000">
                <a:solidFill>
                  <a:srgbClr val="FFFFFF"/>
                </a:solidFill>
                <a:latin typeface="맑은 고딕"/>
                <a:ea typeface="맑은 고딕"/>
                <a:cs typeface="맑은 고딕"/>
              </a:rPr>
              <a:t>.</a:t>
            </a:r>
          </a:p>
        </p:txBody>
      </p:sp>
      <p:sp>
        <p:nvSpPr>
          <p:cNvPr id="37" name="사각형: 둥근 모서리 10">
            <a:extLst xmlns:a="http://schemas.openxmlformats.org/drawingml/2006/main">
              <a:ext uri="{FF2B5EF4-FFF2-40B4-BE49-F238E27FC236}">
                <a16:creationId xmlns:a16="http://schemas.microsoft.com/office/drawing/2014/main" id="{62D808AE-BD80-40FE-98EF-C55B72DFE0A0}"/>
              </a:ext>
            </a:extLst>
          </p:cNvPr>
          <p:cNvSpPr>
            <a:spLocks xmlns:a="http://schemas.openxmlformats.org/drawingml/2006/main" noGrp="1"/>
          </p:cNvSpPr>
          <p:nvPr/>
        </p:nvSpPr>
        <p:spPr>
          <a:xfrm xmlns:a="http://schemas.openxmlformats.org/drawingml/2006/main" rot="0">
            <a:off x="1155162" y="26068269"/>
            <a:ext cx="13982444" cy="752641"/>
          </a:xfrm>
          <a:prstGeom xmlns:a="http://schemas.openxmlformats.org/drawingml/2006/main" prst="roundRect">
            <a:avLst>
              <a:gd name="adj" fmla="val 16667"/>
            </a:avLst>
          </a:prstGeom>
          <a:solidFill xmlns:a="http://schemas.openxmlformats.org/drawingml/2006/main">
            <a:srgbClr val="FFC000"/>
          </a:solidFill>
          <a:ln xmlns:a="http://schemas.openxmlformats.org/drawingml/2006/main" w="12700">
            <a:solidFill>
              <a:srgbClr val="2F528F"/>
            </a:solidFill>
          </a:ln>
        </p:spPr>
        <p:txBody>
          <a:bodyPr xmlns:a="http://schemas.openxmlformats.org/drawingml/2006/main" anchor="ctr"/>
          <a:lstStyle xmlns:a="http://schemas.openxmlformats.org/drawingml/2006/main">
            <a:lvl1pPr>
              <a:buNone/>
              <a:defRPr>
                <a:solidFill>
                  <a:schemeClr val="tx1"/>
                </a:solidFill>
                <a:latin typeface="맑은 고딕"/>
                <a:ea typeface="맑은 고딕"/>
                <a:cs typeface="맑은 고딕"/>
              </a:defRPr>
            </a:lvl1pPr>
            <a:lvl2pPr marL="742950" indent="-285750">
              <a:buNone/>
              <a:defRPr>
                <a:solidFill>
                  <a:schemeClr val="tx1"/>
                </a:solidFill>
                <a:latin typeface="맑은 고딕"/>
                <a:ea typeface="맑은 고딕"/>
                <a:cs typeface="맑은 고딕"/>
              </a:defRPr>
            </a:lvl2pPr>
            <a:lvl3pPr marL="1143000" indent="-228600">
              <a:buNone/>
              <a:defRPr>
                <a:solidFill>
                  <a:schemeClr val="tx1"/>
                </a:solidFill>
                <a:latin typeface="맑은 고딕"/>
                <a:ea typeface="맑은 고딕"/>
                <a:cs typeface="맑은 고딕"/>
              </a:defRPr>
            </a:lvl3pPr>
            <a:lvl4pPr marL="1600200" indent="-228600">
              <a:buNone/>
              <a:defRPr>
                <a:solidFill>
                  <a:schemeClr val="tx1"/>
                </a:solidFill>
                <a:latin typeface="맑은 고딕"/>
                <a:ea typeface="맑은 고딕"/>
                <a:cs typeface="맑은 고딕"/>
              </a:defRPr>
            </a:lvl4pPr>
            <a:lvl5pPr marL="2057400" indent="-228600">
              <a:buNone/>
              <a:defRPr>
                <a:solidFill>
                  <a:schemeClr val="tx1"/>
                </a:solidFill>
                <a:latin typeface="맑은 고딕"/>
                <a:ea typeface="맑은 고딕"/>
                <a:cs typeface="맑은 고딕"/>
              </a:defRPr>
            </a:lvl5pPr>
            <a:lvl6pPr marL="2514600" indent="-228600">
              <a:spcBef>
                <a:spcPts val="0"/>
              </a:spcBef>
              <a:spcAft>
                <a:spcPts val="0"/>
              </a:spcAft>
              <a:buNone/>
              <a:defRPr>
                <a:solidFill>
                  <a:schemeClr val="tx1"/>
                </a:solidFill>
                <a:latin typeface="맑은 고딕"/>
                <a:ea typeface="맑은 고딕"/>
                <a:cs typeface="맑은 고딕"/>
              </a:defRPr>
            </a:lvl6pPr>
            <a:lvl7pPr marL="2971800" indent="-228600">
              <a:spcBef>
                <a:spcPts val="0"/>
              </a:spcBef>
              <a:spcAft>
                <a:spcPts val="0"/>
              </a:spcAft>
              <a:buNone/>
              <a:defRPr>
                <a:solidFill>
                  <a:schemeClr val="tx1"/>
                </a:solidFill>
                <a:latin typeface="맑은 고딕"/>
                <a:ea typeface="맑은 고딕"/>
                <a:cs typeface="맑은 고딕"/>
              </a:defRPr>
            </a:lvl7pPr>
            <a:lvl8pPr marL="3429000" indent="-228600">
              <a:spcBef>
                <a:spcPts val="0"/>
              </a:spcBef>
              <a:spcAft>
                <a:spcPts val="0"/>
              </a:spcAft>
              <a:buNone/>
              <a:defRPr>
                <a:solidFill>
                  <a:schemeClr val="tx1"/>
                </a:solidFill>
                <a:latin typeface="맑은 고딕"/>
                <a:ea typeface="맑은 고딕"/>
                <a:cs typeface="맑은 고딕"/>
              </a:defRPr>
            </a:lvl8pPr>
            <a:lvl9pPr marL="3886200" indent="-228600">
              <a:spcBef>
                <a:spcPts val="0"/>
              </a:spcBef>
              <a:spcAft>
                <a:spcPts val="0"/>
              </a:spcAft>
              <a:buNone/>
              <a:defRPr>
                <a:solidFill>
                  <a:schemeClr val="tx1"/>
                </a:solidFill>
                <a:latin typeface="맑은 고딕"/>
                <a:ea typeface="맑은 고딕"/>
                <a:cs typeface="맑은 고딕"/>
              </a:defRPr>
            </a:lvl9pPr>
          </a:lstStyle>
          <a:p xmlns:a="http://schemas.openxmlformats.org/drawingml/2006/main">
            <a:pPr algn="ctr">
              <a:buNone/>
            </a:pPr>
            <a:r>
              <a:rPr sz="4000">
                <a:solidFill>
                  <a:srgbClr val="FFFFFF"/>
                </a:solidFill>
                <a:latin typeface="맑은 고딕"/>
                <a:ea typeface="맑은 고딕"/>
                <a:cs typeface="맑은 고딕"/>
              </a:rPr>
              <a:t>.</a:t>
            </a:r>
          </a:p>
        </p:txBody>
      </p:sp>
      <p:sp>
        <p:nvSpPr>
          <p:cNvPr id="38" name="사각형: 둥근 모서리 11">
            <a:extLst xmlns:a="http://schemas.openxmlformats.org/drawingml/2006/main">
              <a:ext uri="{FF2B5EF4-FFF2-40B4-BE49-F238E27FC236}">
                <a16:creationId xmlns:a16="http://schemas.microsoft.com/office/drawing/2014/main" id="{74362D0B-CDBC-45E2-9413-F24E00634D14}"/>
              </a:ext>
            </a:extLst>
          </p:cNvPr>
          <p:cNvSpPr>
            <a:spLocks xmlns:a="http://schemas.openxmlformats.org/drawingml/2006/main" noGrp="1"/>
          </p:cNvSpPr>
          <p:nvPr/>
        </p:nvSpPr>
        <p:spPr>
          <a:xfrm xmlns:a="http://schemas.openxmlformats.org/drawingml/2006/main" rot="0">
            <a:off x="1155162" y="26915309"/>
            <a:ext cx="11542347" cy="752641"/>
          </a:xfrm>
          <a:prstGeom xmlns:a="http://schemas.openxmlformats.org/drawingml/2006/main" prst="roundRect">
            <a:avLst>
              <a:gd name="adj" fmla="val 16667"/>
            </a:avLst>
          </a:prstGeom>
          <a:solidFill xmlns:a="http://schemas.openxmlformats.org/drawingml/2006/main">
            <a:srgbClr val="4472C4"/>
          </a:solidFill>
          <a:ln xmlns:a="http://schemas.openxmlformats.org/drawingml/2006/main" w="12700">
            <a:solidFill>
              <a:srgbClr val="2F528F"/>
            </a:solidFill>
          </a:ln>
        </p:spPr>
        <p:txBody>
          <a:bodyPr xmlns:a="http://schemas.openxmlformats.org/drawingml/2006/main" anchor="ctr"/>
          <a:lstStyle xmlns:a="http://schemas.openxmlformats.org/drawingml/2006/main">
            <a:lvl1pPr>
              <a:buNone/>
              <a:defRPr>
                <a:solidFill>
                  <a:schemeClr val="tx1"/>
                </a:solidFill>
                <a:latin typeface="맑은 고딕"/>
                <a:ea typeface="맑은 고딕"/>
                <a:cs typeface="맑은 고딕"/>
              </a:defRPr>
            </a:lvl1pPr>
            <a:lvl2pPr marL="742950" indent="-285750">
              <a:buNone/>
              <a:defRPr>
                <a:solidFill>
                  <a:schemeClr val="tx1"/>
                </a:solidFill>
                <a:latin typeface="맑은 고딕"/>
                <a:ea typeface="맑은 고딕"/>
                <a:cs typeface="맑은 고딕"/>
              </a:defRPr>
            </a:lvl2pPr>
            <a:lvl3pPr marL="1143000" indent="-228600">
              <a:buNone/>
              <a:defRPr>
                <a:solidFill>
                  <a:schemeClr val="tx1"/>
                </a:solidFill>
                <a:latin typeface="맑은 고딕"/>
                <a:ea typeface="맑은 고딕"/>
                <a:cs typeface="맑은 고딕"/>
              </a:defRPr>
            </a:lvl3pPr>
            <a:lvl4pPr marL="1600200" indent="-228600">
              <a:buNone/>
              <a:defRPr>
                <a:solidFill>
                  <a:schemeClr val="tx1"/>
                </a:solidFill>
                <a:latin typeface="맑은 고딕"/>
                <a:ea typeface="맑은 고딕"/>
                <a:cs typeface="맑은 고딕"/>
              </a:defRPr>
            </a:lvl4pPr>
            <a:lvl5pPr marL="2057400" indent="-228600">
              <a:buNone/>
              <a:defRPr>
                <a:solidFill>
                  <a:schemeClr val="tx1"/>
                </a:solidFill>
                <a:latin typeface="맑은 고딕"/>
                <a:ea typeface="맑은 고딕"/>
                <a:cs typeface="맑은 고딕"/>
              </a:defRPr>
            </a:lvl5pPr>
            <a:lvl6pPr marL="2514600" indent="-228600">
              <a:spcBef>
                <a:spcPts val="0"/>
              </a:spcBef>
              <a:spcAft>
                <a:spcPts val="0"/>
              </a:spcAft>
              <a:buNone/>
              <a:defRPr>
                <a:solidFill>
                  <a:schemeClr val="tx1"/>
                </a:solidFill>
                <a:latin typeface="맑은 고딕"/>
                <a:ea typeface="맑은 고딕"/>
                <a:cs typeface="맑은 고딕"/>
              </a:defRPr>
            </a:lvl6pPr>
            <a:lvl7pPr marL="2971800" indent="-228600">
              <a:spcBef>
                <a:spcPts val="0"/>
              </a:spcBef>
              <a:spcAft>
                <a:spcPts val="0"/>
              </a:spcAft>
              <a:buNone/>
              <a:defRPr>
                <a:solidFill>
                  <a:schemeClr val="tx1"/>
                </a:solidFill>
                <a:latin typeface="맑은 고딕"/>
                <a:ea typeface="맑은 고딕"/>
                <a:cs typeface="맑은 고딕"/>
              </a:defRPr>
            </a:lvl7pPr>
            <a:lvl8pPr marL="3429000" indent="-228600">
              <a:spcBef>
                <a:spcPts val="0"/>
              </a:spcBef>
              <a:spcAft>
                <a:spcPts val="0"/>
              </a:spcAft>
              <a:buNone/>
              <a:defRPr>
                <a:solidFill>
                  <a:schemeClr val="tx1"/>
                </a:solidFill>
                <a:latin typeface="맑은 고딕"/>
                <a:ea typeface="맑은 고딕"/>
                <a:cs typeface="맑은 고딕"/>
              </a:defRPr>
            </a:lvl8pPr>
            <a:lvl9pPr marL="3886200" indent="-228600">
              <a:spcBef>
                <a:spcPts val="0"/>
              </a:spcBef>
              <a:spcAft>
                <a:spcPts val="0"/>
              </a:spcAft>
              <a:buNone/>
              <a:defRPr>
                <a:solidFill>
                  <a:schemeClr val="tx1"/>
                </a:solidFill>
                <a:latin typeface="맑은 고딕"/>
                <a:ea typeface="맑은 고딕"/>
                <a:cs typeface="맑은 고딕"/>
              </a:defRPr>
            </a:lvl9pPr>
          </a:lstStyle>
          <a:p xmlns:a="http://schemas.openxmlformats.org/drawingml/2006/main">
            <a:pPr algn="ctr">
              <a:buNone/>
            </a:pPr>
            <a:r>
              <a:rPr sz="4000">
                <a:solidFill>
                  <a:srgbClr val="FFFFFF"/>
                </a:solidFill>
                <a:latin typeface="맑은 고딕"/>
                <a:ea typeface="맑은 고딕"/>
                <a:cs typeface="맑은 고딕"/>
              </a:rPr>
              <a:t>.</a:t>
            </a:r>
          </a:p>
        </p:txBody>
      </p:sp>
      <p:sp>
        <p:nvSpPr>
          <p:cNvPr id="39" name="사각형: 둥근 모서리 12">
            <a:extLst xmlns:a="http://schemas.openxmlformats.org/drawingml/2006/main">
              <a:ext uri="{FF2B5EF4-FFF2-40B4-BE49-F238E27FC236}">
                <a16:creationId xmlns:a16="http://schemas.microsoft.com/office/drawing/2014/main" id="{D71D34B9-417A-4F62-9CF5-FD80DAC1C25F}"/>
              </a:ext>
            </a:extLst>
          </p:cNvPr>
          <p:cNvSpPr>
            <a:spLocks xmlns:a="http://schemas.openxmlformats.org/drawingml/2006/main" noGrp="1"/>
          </p:cNvSpPr>
          <p:nvPr/>
        </p:nvSpPr>
        <p:spPr>
          <a:xfrm xmlns:a="http://schemas.openxmlformats.org/drawingml/2006/main" rot="0">
            <a:off x="13026679" y="26916937"/>
            <a:ext cx="2110928" cy="752640"/>
          </a:xfrm>
          <a:prstGeom xmlns:a="http://schemas.openxmlformats.org/drawingml/2006/main" prst="roundRect">
            <a:avLst>
              <a:gd name="adj" fmla="val 16667"/>
            </a:avLst>
          </a:prstGeom>
          <a:solidFill xmlns:a="http://schemas.openxmlformats.org/drawingml/2006/main">
            <a:srgbClr val="4472C4"/>
          </a:solidFill>
          <a:ln xmlns:a="http://schemas.openxmlformats.org/drawingml/2006/main" w="12700">
            <a:solidFill>
              <a:srgbClr val="2F528F"/>
            </a:solidFill>
          </a:ln>
        </p:spPr>
        <p:txBody>
          <a:bodyPr xmlns:a="http://schemas.openxmlformats.org/drawingml/2006/main" anchor="ctr"/>
          <a:lstStyle xmlns:a="http://schemas.openxmlformats.org/drawingml/2006/main">
            <a:lvl1pPr>
              <a:buNone/>
              <a:defRPr>
                <a:solidFill>
                  <a:schemeClr val="tx1"/>
                </a:solidFill>
                <a:latin typeface="맑은 고딕"/>
                <a:ea typeface="맑은 고딕"/>
                <a:cs typeface="맑은 고딕"/>
              </a:defRPr>
            </a:lvl1pPr>
            <a:lvl2pPr marL="742950" indent="-285750">
              <a:buNone/>
              <a:defRPr>
                <a:solidFill>
                  <a:schemeClr val="tx1"/>
                </a:solidFill>
                <a:latin typeface="맑은 고딕"/>
                <a:ea typeface="맑은 고딕"/>
                <a:cs typeface="맑은 고딕"/>
              </a:defRPr>
            </a:lvl2pPr>
            <a:lvl3pPr marL="1143000" indent="-228600">
              <a:buNone/>
              <a:defRPr>
                <a:solidFill>
                  <a:schemeClr val="tx1"/>
                </a:solidFill>
                <a:latin typeface="맑은 고딕"/>
                <a:ea typeface="맑은 고딕"/>
                <a:cs typeface="맑은 고딕"/>
              </a:defRPr>
            </a:lvl3pPr>
            <a:lvl4pPr marL="1600200" indent="-228600">
              <a:buNone/>
              <a:defRPr>
                <a:solidFill>
                  <a:schemeClr val="tx1"/>
                </a:solidFill>
                <a:latin typeface="맑은 고딕"/>
                <a:ea typeface="맑은 고딕"/>
                <a:cs typeface="맑은 고딕"/>
              </a:defRPr>
            </a:lvl4pPr>
            <a:lvl5pPr marL="2057400" indent="-228600">
              <a:buNone/>
              <a:defRPr>
                <a:solidFill>
                  <a:schemeClr val="tx1"/>
                </a:solidFill>
                <a:latin typeface="맑은 고딕"/>
                <a:ea typeface="맑은 고딕"/>
                <a:cs typeface="맑은 고딕"/>
              </a:defRPr>
            </a:lvl5pPr>
            <a:lvl6pPr marL="2514600" indent="-228600">
              <a:spcBef>
                <a:spcPts val="0"/>
              </a:spcBef>
              <a:spcAft>
                <a:spcPts val="0"/>
              </a:spcAft>
              <a:buNone/>
              <a:defRPr>
                <a:solidFill>
                  <a:schemeClr val="tx1"/>
                </a:solidFill>
                <a:latin typeface="맑은 고딕"/>
                <a:ea typeface="맑은 고딕"/>
                <a:cs typeface="맑은 고딕"/>
              </a:defRPr>
            </a:lvl6pPr>
            <a:lvl7pPr marL="2971800" indent="-228600">
              <a:spcBef>
                <a:spcPts val="0"/>
              </a:spcBef>
              <a:spcAft>
                <a:spcPts val="0"/>
              </a:spcAft>
              <a:buNone/>
              <a:defRPr>
                <a:solidFill>
                  <a:schemeClr val="tx1"/>
                </a:solidFill>
                <a:latin typeface="맑은 고딕"/>
                <a:ea typeface="맑은 고딕"/>
                <a:cs typeface="맑은 고딕"/>
              </a:defRPr>
            </a:lvl7pPr>
            <a:lvl8pPr marL="3429000" indent="-228600">
              <a:spcBef>
                <a:spcPts val="0"/>
              </a:spcBef>
              <a:spcAft>
                <a:spcPts val="0"/>
              </a:spcAft>
              <a:buNone/>
              <a:defRPr>
                <a:solidFill>
                  <a:schemeClr val="tx1"/>
                </a:solidFill>
                <a:latin typeface="맑은 고딕"/>
                <a:ea typeface="맑은 고딕"/>
                <a:cs typeface="맑은 고딕"/>
              </a:defRPr>
            </a:lvl8pPr>
            <a:lvl9pPr marL="3886200" indent="-228600">
              <a:spcBef>
                <a:spcPts val="0"/>
              </a:spcBef>
              <a:spcAft>
                <a:spcPts val="0"/>
              </a:spcAft>
              <a:buNone/>
              <a:defRPr>
                <a:solidFill>
                  <a:schemeClr val="tx1"/>
                </a:solidFill>
                <a:latin typeface="맑은 고딕"/>
                <a:ea typeface="맑은 고딕"/>
                <a:cs typeface="맑은 고딕"/>
              </a:defRPr>
            </a:lvl9pPr>
          </a:lstStyle>
          <a:p xmlns:a="http://schemas.openxmlformats.org/drawingml/2006/main">
            <a:pPr algn="ctr">
              <a:buNone/>
            </a:pPr>
            <a:r>
              <a:rPr sz="4000">
                <a:solidFill>
                  <a:srgbClr val="FFFFFF"/>
                </a:solidFill>
                <a:latin typeface="맑은 고딕"/>
                <a:ea typeface="맑은 고딕"/>
                <a:cs typeface="맑은 고딕"/>
              </a:rPr>
              <a:t>.</a:t>
            </a:r>
          </a:p>
        </p:txBody>
      </p:sp>
      <p:sp>
        <p:nvSpPr>
          <p:cNvPr id="40" name="사각형: 둥근 모서리 13">
            <a:extLst xmlns:a="http://schemas.openxmlformats.org/drawingml/2006/main">
              <a:ext uri="{FF2B5EF4-FFF2-40B4-BE49-F238E27FC236}">
                <a16:creationId xmlns:a16="http://schemas.microsoft.com/office/drawing/2014/main" id="{F217A805-5DF0-4D0C-8EEC-7FF12F8285B0}"/>
              </a:ext>
            </a:extLst>
          </p:cNvPr>
          <p:cNvSpPr>
            <a:spLocks xmlns:a="http://schemas.openxmlformats.org/drawingml/2006/main" noGrp="1"/>
          </p:cNvSpPr>
          <p:nvPr/>
        </p:nvSpPr>
        <p:spPr>
          <a:xfrm xmlns:a="http://schemas.openxmlformats.org/drawingml/2006/main" rot="0">
            <a:off x="1155162" y="24280718"/>
            <a:ext cx="3705536" cy="1237906"/>
          </a:xfrm>
          <a:prstGeom xmlns:a="http://schemas.openxmlformats.org/drawingml/2006/main" prst="roundRect">
            <a:avLst>
              <a:gd name="adj" fmla="val 16667"/>
            </a:avLst>
          </a:prstGeom>
          <a:solidFill xmlns:a="http://schemas.openxmlformats.org/drawingml/2006/main">
            <a:srgbClr val="C00000"/>
          </a:solidFill>
          <a:ln xmlns:a="http://schemas.openxmlformats.org/drawingml/2006/main" w="12700">
            <a:solidFill>
              <a:srgbClr val="2F528F"/>
            </a:solidFill>
          </a:ln>
        </p:spPr>
        <p:txBody>
          <a:bodyPr xmlns:a="http://schemas.openxmlformats.org/drawingml/2006/main" anchor="ctr"/>
          <a:lstStyle xmlns:a="http://schemas.openxmlformats.org/drawingml/2006/main">
            <a:lvl1pPr>
              <a:buNone/>
              <a:defRPr>
                <a:solidFill>
                  <a:schemeClr val="tx1"/>
                </a:solidFill>
                <a:latin typeface="맑은 고딕"/>
                <a:ea typeface="맑은 고딕"/>
                <a:cs typeface="맑은 고딕"/>
              </a:defRPr>
            </a:lvl1pPr>
            <a:lvl2pPr marL="742950" indent="-285750">
              <a:buNone/>
              <a:defRPr>
                <a:solidFill>
                  <a:schemeClr val="tx1"/>
                </a:solidFill>
                <a:latin typeface="맑은 고딕"/>
                <a:ea typeface="맑은 고딕"/>
                <a:cs typeface="맑은 고딕"/>
              </a:defRPr>
            </a:lvl2pPr>
            <a:lvl3pPr marL="1143000" indent="-228600">
              <a:buNone/>
              <a:defRPr>
                <a:solidFill>
                  <a:schemeClr val="tx1"/>
                </a:solidFill>
                <a:latin typeface="맑은 고딕"/>
                <a:ea typeface="맑은 고딕"/>
                <a:cs typeface="맑은 고딕"/>
              </a:defRPr>
            </a:lvl3pPr>
            <a:lvl4pPr marL="1600200" indent="-228600">
              <a:buNone/>
              <a:defRPr>
                <a:solidFill>
                  <a:schemeClr val="tx1"/>
                </a:solidFill>
                <a:latin typeface="맑은 고딕"/>
                <a:ea typeface="맑은 고딕"/>
                <a:cs typeface="맑은 고딕"/>
              </a:defRPr>
            </a:lvl4pPr>
            <a:lvl5pPr marL="2057400" indent="-228600">
              <a:buNone/>
              <a:defRPr>
                <a:solidFill>
                  <a:schemeClr val="tx1"/>
                </a:solidFill>
                <a:latin typeface="맑은 고딕"/>
                <a:ea typeface="맑은 고딕"/>
                <a:cs typeface="맑은 고딕"/>
              </a:defRPr>
            </a:lvl5pPr>
            <a:lvl6pPr marL="2514600" indent="-228600">
              <a:spcBef>
                <a:spcPts val="0"/>
              </a:spcBef>
              <a:spcAft>
                <a:spcPts val="0"/>
              </a:spcAft>
              <a:buNone/>
              <a:defRPr>
                <a:solidFill>
                  <a:schemeClr val="tx1"/>
                </a:solidFill>
                <a:latin typeface="맑은 고딕"/>
                <a:ea typeface="맑은 고딕"/>
                <a:cs typeface="맑은 고딕"/>
              </a:defRPr>
            </a:lvl6pPr>
            <a:lvl7pPr marL="2971800" indent="-228600">
              <a:spcBef>
                <a:spcPts val="0"/>
              </a:spcBef>
              <a:spcAft>
                <a:spcPts val="0"/>
              </a:spcAft>
              <a:buNone/>
              <a:defRPr>
                <a:solidFill>
                  <a:schemeClr val="tx1"/>
                </a:solidFill>
                <a:latin typeface="맑은 고딕"/>
                <a:ea typeface="맑은 고딕"/>
                <a:cs typeface="맑은 고딕"/>
              </a:defRPr>
            </a:lvl7pPr>
            <a:lvl8pPr marL="3429000" indent="-228600">
              <a:spcBef>
                <a:spcPts val="0"/>
              </a:spcBef>
              <a:spcAft>
                <a:spcPts val="0"/>
              </a:spcAft>
              <a:buNone/>
              <a:defRPr>
                <a:solidFill>
                  <a:schemeClr val="tx1"/>
                </a:solidFill>
                <a:latin typeface="맑은 고딕"/>
                <a:ea typeface="맑은 고딕"/>
                <a:cs typeface="맑은 고딕"/>
              </a:defRPr>
            </a:lvl8pPr>
            <a:lvl9pPr marL="3886200" indent="-228600">
              <a:spcBef>
                <a:spcPts val="0"/>
              </a:spcBef>
              <a:spcAft>
                <a:spcPts val="0"/>
              </a:spcAft>
              <a:buNone/>
              <a:defRPr>
                <a:solidFill>
                  <a:schemeClr val="tx1"/>
                </a:solidFill>
                <a:latin typeface="맑은 고딕"/>
                <a:ea typeface="맑은 고딕"/>
                <a:cs typeface="맑은 고딕"/>
              </a:defRPr>
            </a:lvl9pPr>
          </a:lstStyle>
          <a:p xmlns:a="http://schemas.openxmlformats.org/drawingml/2006/main">
            <a:pPr algn="ctr">
              <a:buNone/>
            </a:pPr>
            <a:r>
              <a:rPr sz="4000">
                <a:solidFill>
                  <a:srgbClr val="FFFFFF"/>
                </a:solidFill>
                <a:latin typeface="맑은 고딕"/>
                <a:ea typeface="맑은 고딕"/>
                <a:cs typeface="맑은 고딕"/>
              </a:rPr>
              <a:t>.</a:t>
            </a:r>
          </a:p>
        </p:txBody>
      </p:sp>
      <p:cxnSp>
        <p:nvCxnSpPr>
          <p:cNvPr id="41" name="직선 연결선 17"/>
          <p:cNvCxnSpPr/>
          <p:nvPr/>
        </p:nvCxnSpPr>
        <p:spPr>
          <a:xfrm xmlns:a="http://schemas.openxmlformats.org/drawingml/2006/main" rot="0">
            <a:off x="3952861" y="25594534"/>
            <a:ext cx="0" cy="1697095"/>
          </a:xfrm>
          <a:prstGeom xmlns:a="http://schemas.openxmlformats.org/drawingml/2006/main" prst="line">
            <a:avLst/>
          </a:prstGeom>
          <a:ln xmlns:a="http://schemas.openxmlformats.org/drawingml/2006/main" w="76200">
            <a:solidFill>
              <a:srgbClr val="000000"/>
            </a:solidFill>
            <a:miter/>
            <a:headEnd type="triangle" w="med" len="med"/>
            <a:tailEnd type="triangle" w="med" len="med"/>
          </a:ln>
        </p:spPr>
      </p:cxnSp>
      <p:cxnSp>
        <p:nvCxnSpPr>
          <p:cNvPr id="42" name="직선 연결선 17"/>
          <p:cNvCxnSpPr/>
          <p:nvPr/>
        </p:nvCxnSpPr>
        <p:spPr>
          <a:xfrm xmlns:a="http://schemas.openxmlformats.org/drawingml/2006/main" rot="0">
            <a:off x="12018403" y="25591956"/>
            <a:ext cx="0" cy="1697095"/>
          </a:xfrm>
          <a:prstGeom xmlns:a="http://schemas.openxmlformats.org/drawingml/2006/main" prst="line">
            <a:avLst/>
          </a:prstGeom>
          <a:ln xmlns:a="http://schemas.openxmlformats.org/drawingml/2006/main" w="76200">
            <a:solidFill>
              <a:srgbClr val="000000"/>
            </a:solidFill>
            <a:miter/>
            <a:headEnd type="triangle" w="med" len="med"/>
            <a:tailEnd type="triangle" w="med" len="med"/>
          </a:ln>
        </p:spPr>
      </p:cxnSp>
      <p:cxnSp>
        <p:nvCxnSpPr>
          <p:cNvPr id="43" name="연결선: 구부러짐 136"/>
          <p:cNvCxnSpPr/>
          <p:nvPr/>
        </p:nvCxnSpPr>
        <p:spPr>
          <a:xfrm xmlns:a="http://schemas.openxmlformats.org/drawingml/2006/main" rot="21600000" flipH="1">
            <a:off x="1073440" y="23006791"/>
            <a:ext cx="2499" cy="1922902"/>
          </a:xfrm>
          <a:prstGeom xmlns:a="http://schemas.openxmlformats.org/drawingml/2006/main" prst="curvedConnector3">
            <a:avLst>
              <a:gd name="adj1" fmla="val 28244044"/>
            </a:avLst>
          </a:prstGeom>
          <a:ln xmlns:a="http://schemas.openxmlformats.org/drawingml/2006/main" w="76200">
            <a:headEnd type="triangle"/>
            <a:tailEnd type="triangle"/>
          </a:ln>
        </p:spPr>
        <p:style>
          <a:lnRef xmlns:a="http://schemas.openxmlformats.org/drawingml/2006/main" idx="1">
            <a:schemeClr val="dk1"/>
          </a:lnRef>
          <a:fillRef xmlns:a="http://schemas.openxmlformats.org/drawingml/2006/main" idx="0">
            <a:schemeClr val="dk1"/>
          </a:fillRef>
          <a:effectRef xmlns:a="http://schemas.openxmlformats.org/drawingml/2006/main" idx="0">
            <a:schemeClr val="dk1"/>
          </a:effectRef>
          <a:fontRef xmlns:a="http://schemas.openxmlformats.org/drawingml/2006/main" idx="minor">
            <a:schemeClr val="tx1"/>
          </a:fontRef>
        </p:style>
      </p:cxnSp>
      <p:sp>
        <p:nvSpPr>
          <p:cNvPr id="46" name="">
            <a:extLst xmlns:a="http://schemas.openxmlformats.org/drawingml/2006/main">
              <a:ext uri="{FF2B5EF4-FFF2-40B4-BE49-F238E27FC236}">
                <a16:creationId xmlns:a16="http://schemas.microsoft.com/office/drawing/2014/main" id="{8858E268-A337-47D3-9DD3-D6A9D7E94F91}"/>
              </a:ext>
            </a:extLst>
          </p:cNvPr>
          <p:cNvSpPr>
            <a:spLocks xmlns:a="http://schemas.openxmlformats.org/drawingml/2006/main" noGrp="1"/>
          </p:cNvSpPr>
          <p:nvPr/>
        </p:nvSpPr>
        <p:spPr>
          <a:xfrm xmlns:a="http://schemas.openxmlformats.org/drawingml/2006/main">
            <a:off x="400050" y="6038850"/>
            <a:ext cx="14287500" cy="164782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47" name="">
            <a:extLst xmlns:a="http://schemas.openxmlformats.org/drawingml/2006/main">
              <a:ext uri="{FF2B5EF4-FFF2-40B4-BE49-F238E27FC236}">
                <a16:creationId xmlns:a16="http://schemas.microsoft.com/office/drawing/2014/main" id="{F823385D-C382-4A3E-A330-B523A3DC4442}"/>
              </a:ext>
            </a:extLst>
          </p:cNvPr>
          <p:cNvSpPr>
            <a:spLocks xmlns:a="http://schemas.openxmlformats.org/drawingml/2006/main" noGrp="1"/>
          </p:cNvSpPr>
          <p:nvPr/>
        </p:nvSpPr>
        <p:spPr>
          <a:xfrm xmlns:a="http://schemas.openxmlformats.org/drawingml/2006/main">
            <a:off x="438150" y="6191250"/>
            <a:ext cx="13811250"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lstStyle xmlns:a="http://schemas.openxmlformats.org/drawingml/2006/main"/>
          <a:p xmlns:a="http://schemas.openxmlformats.org/drawingml/2006/main">
            <a:r>
              <a:rPr sz="3750" b="0">
                <a:solidFill>
                  <a:srgbClr val="FFFFFF"/>
                </a:solidFill>
                <a:latin typeface="Malgun Gothic"/>
                <a:ea typeface="Malgun Gothic"/>
                <a:cs typeface="Malgun Gothic"/>
              </a:rPr>
              <a:t>.</a:t>
            </a:r>
          </a:p>
        </p:txBody>
      </p:sp>
      <p:sp>
        <p:nvSpPr>
          <p:cNvPr id="48" name="">
            <a:extLst xmlns:a="http://schemas.openxmlformats.org/drawingml/2006/main">
              <a:ext uri="{FF2B5EF4-FFF2-40B4-BE49-F238E27FC236}">
                <a16:creationId xmlns:a16="http://schemas.microsoft.com/office/drawing/2014/main" id="{E504FF6C-E94A-4591-B1B5-13348A9B1BD7}"/>
              </a:ext>
            </a:extLst>
          </p:cNvPr>
          <p:cNvSpPr>
            <a:spLocks xmlns:a="http://schemas.openxmlformats.org/drawingml/2006/main" noGrp="1"/>
          </p:cNvSpPr>
          <p:nvPr/>
        </p:nvSpPr>
        <p:spPr>
          <a:xfrm xmlns:a="http://schemas.openxmlformats.org/drawingml/2006/main">
            <a:off x="676275" y="7029450"/>
            <a:ext cx="3238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lstStyle xmlns:a="http://schemas.openxmlformats.org/drawingml/2006/main"/>
          <a:p xmlns:a="http://schemas.openxmlformats.org/drawingml/2006/main">
            <a:r>
              <a:rPr sz="3000" b="1">
                <a:solidFill>
                  <a:srgbClr val="FFFFFF"/>
                </a:solidFill>
                <a:latin typeface="Malgun Gothic"/>
                <a:ea typeface="Malgun Gothic"/>
                <a:cs typeface="Malgun Gothic"/>
              </a:rPr>
              <a:t>.</a:t>
            </a:r>
          </a:p>
        </p:txBody>
      </p:sp>
      <p:sp>
        <p:nvSpPr>
          <p:cNvPr id="49" name="">
            <a:extLst xmlns:a="http://schemas.openxmlformats.org/drawingml/2006/main">
              <a:ext uri="{FF2B5EF4-FFF2-40B4-BE49-F238E27FC236}">
                <a16:creationId xmlns:a16="http://schemas.microsoft.com/office/drawing/2014/main" id="{E4E29AD4-ADF9-432B-97C4-78286FD2862B}"/>
              </a:ext>
            </a:extLst>
          </p:cNvPr>
          <p:cNvSpPr>
            <a:spLocks xmlns:a="http://schemas.openxmlformats.org/drawingml/2006/main" noGrp="1"/>
          </p:cNvSpPr>
          <p:nvPr/>
        </p:nvSpPr>
        <p:spPr>
          <a:xfrm xmlns:a="http://schemas.openxmlformats.org/drawingml/2006/main">
            <a:off x="1104900" y="7010400"/>
            <a:ext cx="13430250" cy="1085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lstStyle xmlns:a="http://schemas.openxmlformats.org/drawingml/2006/main"/>
          <a:p xmlns:a="http://schemas.openxmlformats.org/drawingml/2006/main">
            <a:r>
              <a:rPr sz="2850" b="0">
                <a:solidFill>
                  <a:srgbClr val="FFFFFF"/>
                </a:solidFill>
                <a:latin typeface="Malgun Gothic"/>
                <a:ea typeface="Malgun Gothic"/>
                <a:cs typeface="Malgun Gothic"/>
              </a:rPr>
              <a:t>.</a:t>
            </a:r>
          </a:p>
        </p:txBody>
      </p:sp>
      <p:sp>
        <p:nvSpPr>
          <p:cNvPr id="50" name="">
            <a:extLst xmlns:a="http://schemas.openxmlformats.org/drawingml/2006/main">
              <a:ext uri="{FF2B5EF4-FFF2-40B4-BE49-F238E27FC236}">
                <a16:creationId xmlns:a16="http://schemas.microsoft.com/office/drawing/2014/main" id="{727C92A9-8362-4F30-B3C6-DB00E3717382}"/>
              </a:ext>
            </a:extLst>
          </p:cNvPr>
          <p:cNvSpPr>
            <a:spLocks xmlns:a="http://schemas.openxmlformats.org/drawingml/2006/main" noGrp="1"/>
          </p:cNvSpPr>
          <p:nvPr/>
        </p:nvSpPr>
        <p:spPr>
          <a:xfrm xmlns:a="http://schemas.openxmlformats.org/drawingml/2006/main">
            <a:off x="676275" y="8401050"/>
            <a:ext cx="3238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lstStyle xmlns:a="http://schemas.openxmlformats.org/drawingml/2006/main"/>
          <a:p xmlns:a="http://schemas.openxmlformats.org/drawingml/2006/main">
            <a:r>
              <a:rPr sz="3000" b="1">
                <a:solidFill>
                  <a:srgbClr val="FFFFFF"/>
                </a:solidFill>
                <a:latin typeface="Malgun Gothic"/>
                <a:ea typeface="Malgun Gothic"/>
                <a:cs typeface="Malgun Gothic"/>
              </a:rPr>
              <a:t>.</a:t>
            </a:r>
          </a:p>
        </p:txBody>
      </p:sp>
      <p:sp>
        <p:nvSpPr>
          <p:cNvPr id="51" name="">
            <a:extLst xmlns:a="http://schemas.openxmlformats.org/drawingml/2006/main">
              <a:ext uri="{FF2B5EF4-FFF2-40B4-BE49-F238E27FC236}">
                <a16:creationId xmlns:a16="http://schemas.microsoft.com/office/drawing/2014/main" id="{0305CA9B-17EC-460C-A262-58DE4A0B2978}"/>
              </a:ext>
            </a:extLst>
          </p:cNvPr>
          <p:cNvSpPr>
            <a:spLocks xmlns:a="http://schemas.openxmlformats.org/drawingml/2006/main" noGrp="1"/>
          </p:cNvSpPr>
          <p:nvPr/>
        </p:nvSpPr>
        <p:spPr>
          <a:xfrm xmlns:a="http://schemas.openxmlformats.org/drawingml/2006/main">
            <a:off x="1104900" y="8382000"/>
            <a:ext cx="13430250" cy="1085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lstStyle xmlns:a="http://schemas.openxmlformats.org/drawingml/2006/main"/>
          <a:p xmlns:a="http://schemas.openxmlformats.org/drawingml/2006/main">
            <a:r>
              <a:rPr sz="2850" b="0">
                <a:solidFill>
                  <a:srgbClr val="FFFFFF"/>
                </a:solidFill>
                <a:latin typeface="Malgun Gothic"/>
                <a:ea typeface="Malgun Gothic"/>
                <a:cs typeface="Malgun Gothic"/>
              </a:rPr>
              <a:t>.</a:t>
            </a:r>
          </a:p>
        </p:txBody>
      </p:sp>
      <p:sp>
        <p:nvSpPr>
          <p:cNvPr id="52" name="">
            <a:extLst xmlns:a="http://schemas.openxmlformats.org/drawingml/2006/main">
              <a:ext uri="{FF2B5EF4-FFF2-40B4-BE49-F238E27FC236}">
                <a16:creationId xmlns:a16="http://schemas.microsoft.com/office/drawing/2014/main" id="{4646034A-ACD3-40D6-90AE-250BDD53A513}"/>
              </a:ext>
            </a:extLst>
          </p:cNvPr>
          <p:cNvSpPr>
            <a:spLocks xmlns:a="http://schemas.openxmlformats.org/drawingml/2006/main" noGrp="1"/>
          </p:cNvSpPr>
          <p:nvPr/>
        </p:nvSpPr>
        <p:spPr>
          <a:xfrm xmlns:a="http://schemas.openxmlformats.org/drawingml/2006/main">
            <a:off x="676275" y="9772650"/>
            <a:ext cx="3238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lstStyle xmlns:a="http://schemas.openxmlformats.org/drawingml/2006/main"/>
          <a:p xmlns:a="http://schemas.openxmlformats.org/drawingml/2006/main">
            <a:r>
              <a:rPr sz="3000" b="1">
                <a:solidFill>
                  <a:srgbClr val="FFFFFF"/>
                </a:solidFill>
                <a:latin typeface="Malgun Gothic"/>
                <a:ea typeface="Malgun Gothic"/>
                <a:cs typeface="Malgun Gothic"/>
              </a:rPr>
              <a:t>.</a:t>
            </a:r>
          </a:p>
        </p:txBody>
      </p:sp>
      <p:sp>
        <p:nvSpPr>
          <p:cNvPr id="53" name="">
            <a:extLst xmlns:a="http://schemas.openxmlformats.org/drawingml/2006/main">
              <a:ext uri="{FF2B5EF4-FFF2-40B4-BE49-F238E27FC236}">
                <a16:creationId xmlns:a16="http://schemas.microsoft.com/office/drawing/2014/main" id="{EDD48CD8-D215-4A6E-80A1-068A35209CEE}"/>
              </a:ext>
            </a:extLst>
          </p:cNvPr>
          <p:cNvSpPr>
            <a:spLocks xmlns:a="http://schemas.openxmlformats.org/drawingml/2006/main" noGrp="1"/>
          </p:cNvSpPr>
          <p:nvPr/>
        </p:nvSpPr>
        <p:spPr>
          <a:xfrm xmlns:a="http://schemas.openxmlformats.org/drawingml/2006/main">
            <a:off x="1104900" y="9753600"/>
            <a:ext cx="13430250" cy="1085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lstStyle xmlns:a="http://schemas.openxmlformats.org/drawingml/2006/main"/>
          <a:p xmlns:a="http://schemas.openxmlformats.org/drawingml/2006/main">
            <a:r>
              <a:rPr sz="2850" b="0">
                <a:solidFill>
                  <a:srgbClr val="FFFFFF"/>
                </a:solidFill>
                <a:latin typeface="Malgun Gothic"/>
                <a:ea typeface="Malgun Gothic"/>
                <a:cs typeface="Malgun Gothic"/>
              </a:rPr>
              <a:t>.</a:t>
            </a:r>
          </a:p>
        </p:txBody>
      </p:sp>
      <p:sp>
        <p:nvSpPr>
          <p:cNvPr id="54" name="">
            <a:extLst xmlns:a="http://schemas.openxmlformats.org/drawingml/2006/main">
              <a:ext uri="{FF2B5EF4-FFF2-40B4-BE49-F238E27FC236}">
                <a16:creationId xmlns:a16="http://schemas.microsoft.com/office/drawing/2014/main" id="{28269851-47EB-4CA0-AE59-DA84DEE8478E}"/>
              </a:ext>
            </a:extLst>
          </p:cNvPr>
          <p:cNvSpPr>
            <a:spLocks xmlns:a="http://schemas.openxmlformats.org/drawingml/2006/main" noGrp="1"/>
          </p:cNvSpPr>
          <p:nvPr/>
        </p:nvSpPr>
        <p:spPr>
          <a:xfrm xmlns:a="http://schemas.openxmlformats.org/drawingml/2006/main">
            <a:off x="438150" y="11334750"/>
            <a:ext cx="13811250"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lstStyle xmlns:a="http://schemas.openxmlformats.org/drawingml/2006/main"/>
          <a:p xmlns:a="http://schemas.openxmlformats.org/drawingml/2006/main">
            <a:r>
              <a:rPr sz="3750" b="0">
                <a:solidFill>
                  <a:srgbClr val="FFFFFF"/>
                </a:solidFill>
                <a:latin typeface="Malgun Gothic"/>
                <a:ea typeface="Malgun Gothic"/>
                <a:cs typeface="Malgun Gothic"/>
              </a:rPr>
              <a:t>.</a:t>
            </a:r>
          </a:p>
        </p:txBody>
      </p:sp>
      <p:sp>
        <p:nvSpPr>
          <p:cNvPr id="55" name="">
            <a:extLst xmlns:a="http://schemas.openxmlformats.org/drawingml/2006/main">
              <a:ext uri="{FF2B5EF4-FFF2-40B4-BE49-F238E27FC236}">
                <a16:creationId xmlns:a16="http://schemas.microsoft.com/office/drawing/2014/main" id="{742D5CAC-3FB8-4C21-AD0F-C5BF100A21B2}"/>
              </a:ext>
            </a:extLst>
          </p:cNvPr>
          <p:cNvSpPr>
            <a:spLocks xmlns:a="http://schemas.openxmlformats.org/drawingml/2006/main" noGrp="1"/>
          </p:cNvSpPr>
          <p:nvPr/>
        </p:nvSpPr>
        <p:spPr>
          <a:xfrm xmlns:a="http://schemas.openxmlformats.org/drawingml/2006/main">
            <a:off x="676275" y="12172950"/>
            <a:ext cx="3238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lstStyle xmlns:a="http://schemas.openxmlformats.org/drawingml/2006/main"/>
          <a:p xmlns:a="http://schemas.openxmlformats.org/drawingml/2006/main">
            <a:r>
              <a:rPr sz="3000" b="1">
                <a:solidFill>
                  <a:srgbClr val="FFFFFF"/>
                </a:solidFill>
                <a:latin typeface="Malgun Gothic"/>
                <a:ea typeface="Malgun Gothic"/>
                <a:cs typeface="Malgun Gothic"/>
              </a:rPr>
              <a:t>.</a:t>
            </a:r>
          </a:p>
        </p:txBody>
      </p:sp>
      <p:sp>
        <p:nvSpPr>
          <p:cNvPr id="56" name="">
            <a:extLst xmlns:a="http://schemas.openxmlformats.org/drawingml/2006/main">
              <a:ext uri="{FF2B5EF4-FFF2-40B4-BE49-F238E27FC236}">
                <a16:creationId xmlns:a16="http://schemas.microsoft.com/office/drawing/2014/main" id="{2171C71D-90BB-4743-8394-3D09C9921687}"/>
              </a:ext>
            </a:extLst>
          </p:cNvPr>
          <p:cNvSpPr>
            <a:spLocks xmlns:a="http://schemas.openxmlformats.org/drawingml/2006/main" noGrp="1"/>
          </p:cNvSpPr>
          <p:nvPr/>
        </p:nvSpPr>
        <p:spPr>
          <a:xfrm xmlns:a="http://schemas.openxmlformats.org/drawingml/2006/main">
            <a:off x="1104900" y="12153900"/>
            <a:ext cx="13430250" cy="1085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lstStyle xmlns:a="http://schemas.openxmlformats.org/drawingml/2006/main"/>
          <a:p xmlns:a="http://schemas.openxmlformats.org/drawingml/2006/main">
            <a:r>
              <a:rPr sz="2850" b="0">
                <a:solidFill>
                  <a:srgbClr val="FFFFFF"/>
                </a:solidFill>
                <a:latin typeface="Malgun Gothic"/>
                <a:ea typeface="Malgun Gothic"/>
                <a:cs typeface="Malgun Gothic"/>
              </a:rPr>
              <a:t>.</a:t>
            </a:r>
          </a:p>
        </p:txBody>
      </p:sp>
      <p:sp>
        <p:nvSpPr>
          <p:cNvPr id="57" name="">
            <a:extLst xmlns:a="http://schemas.openxmlformats.org/drawingml/2006/main">
              <a:ext uri="{FF2B5EF4-FFF2-40B4-BE49-F238E27FC236}">
                <a16:creationId xmlns:a16="http://schemas.microsoft.com/office/drawing/2014/main" id="{1DDBBC48-AA1E-44EB-B259-45193DCD94D4}"/>
              </a:ext>
            </a:extLst>
          </p:cNvPr>
          <p:cNvSpPr>
            <a:spLocks xmlns:a="http://schemas.openxmlformats.org/drawingml/2006/main" noGrp="1"/>
          </p:cNvSpPr>
          <p:nvPr/>
        </p:nvSpPr>
        <p:spPr>
          <a:xfrm xmlns:a="http://schemas.openxmlformats.org/drawingml/2006/main">
            <a:off x="676275" y="13544550"/>
            <a:ext cx="3238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lstStyle xmlns:a="http://schemas.openxmlformats.org/drawingml/2006/main"/>
          <a:p xmlns:a="http://schemas.openxmlformats.org/drawingml/2006/main">
            <a:r>
              <a:rPr sz="3000" b="1">
                <a:solidFill>
                  <a:srgbClr val="FFFFFF"/>
                </a:solidFill>
                <a:latin typeface="Malgun Gothic"/>
                <a:ea typeface="Malgun Gothic"/>
                <a:cs typeface="Malgun Gothic"/>
              </a:rPr>
              <a:t>.</a:t>
            </a:r>
          </a:p>
        </p:txBody>
      </p:sp>
      <p:sp>
        <p:nvSpPr>
          <p:cNvPr id="58" name="">
            <a:extLst xmlns:a="http://schemas.openxmlformats.org/drawingml/2006/main">
              <a:ext uri="{FF2B5EF4-FFF2-40B4-BE49-F238E27FC236}">
                <a16:creationId xmlns:a16="http://schemas.microsoft.com/office/drawing/2014/main" id="{A57AF598-0019-4799-AC12-DA3C96ED6094}"/>
              </a:ext>
            </a:extLst>
          </p:cNvPr>
          <p:cNvSpPr>
            <a:spLocks xmlns:a="http://schemas.openxmlformats.org/drawingml/2006/main" noGrp="1"/>
          </p:cNvSpPr>
          <p:nvPr/>
        </p:nvSpPr>
        <p:spPr>
          <a:xfrm xmlns:a="http://schemas.openxmlformats.org/drawingml/2006/main">
            <a:off x="1104900" y="13525500"/>
            <a:ext cx="13430250" cy="1085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lstStyle xmlns:a="http://schemas.openxmlformats.org/drawingml/2006/main"/>
          <a:p xmlns:a="http://schemas.openxmlformats.org/drawingml/2006/main">
            <a:r>
              <a:rPr sz="2850" b="0">
                <a:solidFill>
                  <a:srgbClr val="FFFFFF"/>
                </a:solidFill>
                <a:latin typeface="Malgun Gothic"/>
                <a:ea typeface="Malgun Gothic"/>
                <a:cs typeface="Malgun Gothic"/>
              </a:rPr>
              <a:t>.</a:t>
            </a:r>
          </a:p>
        </p:txBody>
      </p:sp>
      <p:sp>
        <p:nvSpPr>
          <p:cNvPr id="59" name="">
            <a:extLst xmlns:a="http://schemas.openxmlformats.org/drawingml/2006/main">
              <a:ext uri="{FF2B5EF4-FFF2-40B4-BE49-F238E27FC236}">
                <a16:creationId xmlns:a16="http://schemas.microsoft.com/office/drawing/2014/main" id="{065D2859-BE29-4B8F-924A-4CFDD7A09341}"/>
              </a:ext>
            </a:extLst>
          </p:cNvPr>
          <p:cNvSpPr>
            <a:spLocks xmlns:a="http://schemas.openxmlformats.org/drawingml/2006/main" noGrp="1"/>
          </p:cNvSpPr>
          <p:nvPr/>
        </p:nvSpPr>
        <p:spPr>
          <a:xfrm xmlns:a="http://schemas.openxmlformats.org/drawingml/2006/main">
            <a:off x="1104900" y="14897100"/>
            <a:ext cx="1343025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lstStyle xmlns:a="http://schemas.openxmlformats.org/drawingml/2006/main"/>
          <a:p xmlns:a="http://schemas.openxmlformats.org/drawingml/2006/main">
            <a:r>
              <a:rPr sz="2850" b="1">
                <a:solidFill>
                  <a:srgbClr val="FFFFFF"/>
                </a:solidFill>
                <a:latin typeface="Malgun Gothic"/>
                <a:ea typeface="Malgun Gothic"/>
                <a:cs typeface="Malgun Gothic"/>
              </a:rPr>
              <a:t>.</a:t>
            </a:r>
          </a:p>
        </p:txBody>
      </p:sp>
      <p:sp>
        <p:nvSpPr>
          <p:cNvPr id="60" name="">
            <a:extLst xmlns:a="http://schemas.openxmlformats.org/drawingml/2006/main">
              <a:ext uri="{FF2B5EF4-FFF2-40B4-BE49-F238E27FC236}">
                <a16:creationId xmlns:a16="http://schemas.microsoft.com/office/drawing/2014/main" id="{3A7ED752-4031-4E88-B402-8DBA9F69F408}"/>
              </a:ext>
            </a:extLst>
          </p:cNvPr>
          <p:cNvSpPr>
            <a:spLocks xmlns:a="http://schemas.openxmlformats.org/drawingml/2006/main" noGrp="1"/>
          </p:cNvSpPr>
          <p:nvPr/>
        </p:nvSpPr>
        <p:spPr>
          <a:xfrm xmlns:a="http://schemas.openxmlformats.org/drawingml/2006/main">
            <a:off x="962025" y="15449550"/>
            <a:ext cx="3238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lstStyle xmlns:a="http://schemas.openxmlformats.org/drawingml/2006/main"/>
          <a:p xmlns:a="http://schemas.openxmlformats.org/drawingml/2006/main">
            <a:r>
              <a:rPr sz="2700" b="1">
                <a:solidFill>
                  <a:srgbClr val="FFFFFF"/>
                </a:solidFill>
                <a:latin typeface="Malgun Gothic"/>
                <a:ea typeface="Malgun Gothic"/>
                <a:cs typeface="Malgun Gothic"/>
              </a:rPr>
              <a:t>.</a:t>
            </a:r>
          </a:p>
        </p:txBody>
      </p:sp>
      <p:sp>
        <p:nvSpPr>
          <p:cNvPr id="61" name="">
            <a:extLst xmlns:a="http://schemas.openxmlformats.org/drawingml/2006/main">
              <a:ext uri="{FF2B5EF4-FFF2-40B4-BE49-F238E27FC236}">
                <a16:creationId xmlns:a16="http://schemas.microsoft.com/office/drawing/2014/main" id="{9C0BA9AE-C13A-4228-ACB1-D8219330978C}"/>
              </a:ext>
            </a:extLst>
          </p:cNvPr>
          <p:cNvSpPr>
            <a:spLocks xmlns:a="http://schemas.openxmlformats.org/drawingml/2006/main" noGrp="1"/>
          </p:cNvSpPr>
          <p:nvPr/>
        </p:nvSpPr>
        <p:spPr>
          <a:xfrm xmlns:a="http://schemas.openxmlformats.org/drawingml/2006/main">
            <a:off x="1485900" y="15430500"/>
            <a:ext cx="13049250" cy="5619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lstStyle xmlns:a="http://schemas.openxmlformats.org/drawingml/2006/main"/>
          <a:p xmlns:a="http://schemas.openxmlformats.org/drawingml/2006/main">
            <a:r>
              <a:rPr sz="2550" b="1">
                <a:solidFill>
                  <a:srgbClr val="FFFFFF"/>
                </a:solidFill>
                <a:latin typeface="Malgun Gothic"/>
                <a:ea typeface="Malgun Gothic"/>
                <a:cs typeface="Malgun Gothic"/>
              </a:rPr>
              <a:t>.</a:t>
            </a:r>
          </a:p>
        </p:txBody>
      </p:sp>
      <p:sp>
        <p:nvSpPr>
          <p:cNvPr id="62" name="">
            <a:extLst xmlns:a="http://schemas.openxmlformats.org/drawingml/2006/main">
              <a:ext uri="{FF2B5EF4-FFF2-40B4-BE49-F238E27FC236}">
                <a16:creationId xmlns:a16="http://schemas.microsoft.com/office/drawing/2014/main" id="{95B7339E-3DAB-4A71-BBBB-072C3A33D74B}"/>
              </a:ext>
            </a:extLst>
          </p:cNvPr>
          <p:cNvSpPr>
            <a:spLocks xmlns:a="http://schemas.openxmlformats.org/drawingml/2006/main" noGrp="1"/>
          </p:cNvSpPr>
          <p:nvPr/>
        </p:nvSpPr>
        <p:spPr>
          <a:xfrm xmlns:a="http://schemas.openxmlformats.org/drawingml/2006/main">
            <a:off x="962025" y="16163925"/>
            <a:ext cx="3238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lstStyle xmlns:a="http://schemas.openxmlformats.org/drawingml/2006/main"/>
          <a:p xmlns:a="http://schemas.openxmlformats.org/drawingml/2006/main">
            <a:r>
              <a:rPr sz="2700" b="1">
                <a:solidFill>
                  <a:srgbClr val="FFFFFF"/>
                </a:solidFill>
                <a:latin typeface="Malgun Gothic"/>
                <a:ea typeface="Malgun Gothic"/>
                <a:cs typeface="Malgun Gothic"/>
              </a:rPr>
              <a:t>.</a:t>
            </a:r>
          </a:p>
        </p:txBody>
      </p:sp>
      <p:sp>
        <p:nvSpPr>
          <p:cNvPr id="63" name="">
            <a:extLst xmlns:a="http://schemas.openxmlformats.org/drawingml/2006/main">
              <a:ext uri="{FF2B5EF4-FFF2-40B4-BE49-F238E27FC236}">
                <a16:creationId xmlns:a16="http://schemas.microsoft.com/office/drawing/2014/main" id="{018BBE69-CDE7-4A3C-927B-B041199645A1}"/>
              </a:ext>
            </a:extLst>
          </p:cNvPr>
          <p:cNvSpPr>
            <a:spLocks xmlns:a="http://schemas.openxmlformats.org/drawingml/2006/main" noGrp="1"/>
          </p:cNvSpPr>
          <p:nvPr/>
        </p:nvSpPr>
        <p:spPr>
          <a:xfrm xmlns:a="http://schemas.openxmlformats.org/drawingml/2006/main">
            <a:off x="1485900" y="16144875"/>
            <a:ext cx="13049250" cy="5619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lstStyle xmlns:a="http://schemas.openxmlformats.org/drawingml/2006/main"/>
          <a:p xmlns:a="http://schemas.openxmlformats.org/drawingml/2006/main">
            <a:r>
              <a:rPr sz="2550" b="0">
                <a:solidFill>
                  <a:srgbClr val="FFFFFF"/>
                </a:solidFill>
                <a:latin typeface="Malgun Gothic"/>
                <a:ea typeface="Malgun Gothic"/>
                <a:cs typeface="Malgun Gothic"/>
              </a:rPr>
              <a:t>.</a:t>
            </a:r>
          </a:p>
        </p:txBody>
      </p:sp>
      <p:pic>
        <p:nvPicPr>
          <p:cNvPr id="64" name=""/>
          <p:cNvPicPr>
            <a:picLocks xmlns:a="http://schemas.openxmlformats.org/drawingml/2006/main" noChangeAspect="1"/>
          </p:cNvPicPr>
          <p:nvPr/>
        </p:nvPicPr>
        <p:blipFill>
          <a:blip xmlns:r="http://schemas.openxmlformats.org/officeDocument/2006/relationships" xmlns:a="http://schemas.openxmlformats.org/drawingml/2006/main" r:embed="R088349becd684f7c">
            <a:extLst>
              <a:ext uri="{96DAC541-7B7A-43D3-8B79-37D633B846F1}">
                <asvg:svgBlip xmlns:asvg="http://schemas.microsoft.com/office/drawing/2016/SVG/main" r:embed="R345ea5acdb034c96"/>
              </a:ext>
            </a:extLst>
          </a:blip>
          <a:stretch xmlns:a="http://schemas.openxmlformats.org/drawingml/2006/main"/>
        </p:blipFill>
        <p:spPr>
          <a:xfrm xmlns:a="http://schemas.openxmlformats.org/drawingml/2006/main">
            <a:off x="914400" y="23764875"/>
            <a:ext cx="14382750" cy="4038600"/>
          </a:xfrm>
          <a:prstGeom xmlns:a="http://schemas.openxmlformats.org/drawingml/2006/main" prst="rect">
            <a:avLst/>
          </a:prstGeom>
        </p:spPr>
      </p:pic>
      <p:sp>
        <p:nvSpPr>
          <p:cNvPr id="67" name="">
            <a:extLst xmlns:a="http://schemas.openxmlformats.org/drawingml/2006/main">
              <a:ext uri="{FF2B5EF4-FFF2-40B4-BE49-F238E27FC236}">
                <a16:creationId xmlns:a16="http://schemas.microsoft.com/office/drawing/2014/main" id="{2F6D4F97-2E31-4B86-BE0A-7C07DB4BDABC}"/>
              </a:ext>
            </a:extLst>
          </p:cNvPr>
          <p:cNvSpPr>
            <a:spLocks xmlns:a="http://schemas.openxmlformats.org/drawingml/2006/main" noGrp="1"/>
          </p:cNvSpPr>
          <p:nvPr/>
        </p:nvSpPr>
        <p:spPr>
          <a:xfrm xmlns:a="http://schemas.openxmlformats.org/drawingml/2006/main">
            <a:off x="0" y="5810250"/>
            <a:ext cx="30480000" cy="3729037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68" name="">
            <a:extLst xmlns:a="http://schemas.openxmlformats.org/drawingml/2006/main">
              <a:ext uri="{FF2B5EF4-FFF2-40B4-BE49-F238E27FC236}">
                <a16:creationId xmlns:a16="http://schemas.microsoft.com/office/drawing/2014/main" id="{38BDBB34-4CF2-40FB-AC4A-754166691B09}"/>
              </a:ext>
            </a:extLst>
          </p:cNvPr>
          <p:cNvSpPr>
            <a:spLocks xmlns:a="http://schemas.openxmlformats.org/drawingml/2006/main" noGrp="1"/>
          </p:cNvSpPr>
          <p:nvPr/>
        </p:nvSpPr>
        <p:spPr>
          <a:xfrm xmlns:a="http://schemas.openxmlformats.org/drawingml/2006/main">
            <a:off x="666750" y="5638800"/>
            <a:ext cx="29146500" cy="76200"/>
          </a:xfrm>
          <a:prstGeom xmlns:a="http://schemas.openxmlformats.org/drawingml/2006/main" prst="rect">
            <a:avLst/>
          </a:prstGeom>
          <a:solidFill xmlns:a="http://schemas.openxmlformats.org/drawingml/2006/main">
            <a:srgbClr val="25214E"/>
          </a:solidFill>
          <a:ln xmlns:a="http://schemas.openxmlformats.org/drawingml/2006/main" w="0">
            <a:solidFill>
              <a:srgbClr val="25214E"/>
            </a:solidFill>
            <a:prstDash val="solid"/>
          </a:ln>
        </p:spPr>
      </p:sp>
      <p:sp>
        <p:nvSpPr>
          <p:cNvPr id="69" name="">
            <a:extLst xmlns:a="http://schemas.openxmlformats.org/drawingml/2006/main">
              <a:ext uri="{FF2B5EF4-FFF2-40B4-BE49-F238E27FC236}">
                <a16:creationId xmlns:a16="http://schemas.microsoft.com/office/drawing/2014/main" id="{7D2055C9-AF50-44F0-BDE4-8BC7CD8FA3EE}"/>
              </a:ext>
            </a:extLst>
          </p:cNvPr>
          <p:cNvSpPr>
            <a:spLocks xmlns:a="http://schemas.openxmlformats.org/drawingml/2006/main" noGrp="1"/>
          </p:cNvSpPr>
          <p:nvPr/>
        </p:nvSpPr>
        <p:spPr>
          <a:xfrm xmlns:a="http://schemas.openxmlformats.org/drawingml/2006/main">
            <a:off x="95250" y="95250"/>
            <a:ext cx="30289500" cy="42910125"/>
          </a:xfrm>
          <a:prstGeom xmlns:a="http://schemas.openxmlformats.org/drawingml/2006/main" prst="rect">
            <a:avLst/>
          </a:prstGeom>
          <a:solidFill xmlns:a="http://schemas.openxmlformats.org/drawingml/2006/main">
            <a:srgbClr val="000000">
              <a:alpha val="0"/>
            </a:srgbClr>
          </a:solidFill>
          <a:ln xmlns:a="http://schemas.openxmlformats.org/drawingml/2006/main" w="38100">
            <a:solidFill>
              <a:srgbClr val="25214E"/>
            </a:solidFill>
            <a:prstDash val="solid"/>
          </a:ln>
        </p:spPr>
      </p:sp>
      <p:sp>
        <p:nvSpPr>
          <p:cNvPr id="70" name="">
            <a:extLst xmlns:a="http://schemas.openxmlformats.org/drawingml/2006/main">
              <a:ext uri="{FF2B5EF4-FFF2-40B4-BE49-F238E27FC236}">
                <a16:creationId xmlns:a16="http://schemas.microsoft.com/office/drawing/2014/main" id="{2FD46EEC-E628-48EA-8C8C-8A6913C4E672}"/>
              </a:ext>
            </a:extLst>
          </p:cNvPr>
          <p:cNvSpPr>
            <a:spLocks xmlns:a="http://schemas.openxmlformats.org/drawingml/2006/main" noGrp="1"/>
          </p:cNvSpPr>
          <p:nvPr/>
        </p:nvSpPr>
        <p:spPr>
          <a:xfrm xmlns:a="http://schemas.openxmlformats.org/drawingml/2006/main">
            <a:off x="952500" y="6429375"/>
            <a:ext cx="28575000" cy="3333750"/>
          </a:xfrm>
          <a:prstGeom xmlns:a="http://schemas.openxmlformats.org/drawingml/2006/main" prst="rect">
            <a:avLst/>
          </a:prstGeom>
          <a:solidFill xmlns:a="http://schemas.openxmlformats.org/drawingml/2006/main">
            <a:srgbClr val="F6F8FC"/>
          </a:solidFill>
          <a:ln xmlns:a="http://schemas.openxmlformats.org/drawingml/2006/main" w="19050">
            <a:solidFill>
              <a:srgbClr val="D9E2F1"/>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71" name="">
            <a:extLst xmlns:a="http://schemas.openxmlformats.org/drawingml/2006/main">
              <a:ext uri="{FF2B5EF4-FFF2-40B4-BE49-F238E27FC236}">
                <a16:creationId xmlns:a16="http://schemas.microsoft.com/office/drawing/2014/main" id="{4BE49418-3F7F-425E-919B-2AD9386BA157}"/>
              </a:ext>
            </a:extLst>
          </p:cNvPr>
          <p:cNvSpPr>
            <a:spLocks xmlns:a="http://schemas.openxmlformats.org/drawingml/2006/main" noGrp="1"/>
          </p:cNvSpPr>
          <p:nvPr/>
        </p:nvSpPr>
        <p:spPr>
          <a:xfrm xmlns:a="http://schemas.openxmlformats.org/drawingml/2006/main">
            <a:off x="952500" y="6429375"/>
            <a:ext cx="171450" cy="3333750"/>
          </a:xfrm>
          <a:prstGeom xmlns:a="http://schemas.openxmlformats.org/drawingml/2006/main" prst="rect">
            <a:avLst/>
          </a:prstGeom>
          <a:solidFill xmlns:a="http://schemas.openxmlformats.org/drawingml/2006/main">
            <a:srgbClr val="C91414"/>
          </a:solidFill>
          <a:ln xmlns:a="http://schemas.openxmlformats.org/drawingml/2006/main" w="0">
            <a:solidFill>
              <a:srgbClr val="C91414"/>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72" name="">
            <a:extLst xmlns:a="http://schemas.openxmlformats.org/drawingml/2006/main">
              <a:ext uri="{FF2B5EF4-FFF2-40B4-BE49-F238E27FC236}">
                <a16:creationId xmlns:a16="http://schemas.microsoft.com/office/drawing/2014/main" id="{B8BB8DE7-F14B-49C4-BF39-050968853E5F}"/>
              </a:ext>
            </a:extLst>
          </p:cNvPr>
          <p:cNvSpPr>
            <a:spLocks xmlns:a="http://schemas.openxmlformats.org/drawingml/2006/main" noGrp="1"/>
          </p:cNvSpPr>
          <p:nvPr/>
        </p:nvSpPr>
        <p:spPr>
          <a:xfrm xmlns:a="http://schemas.openxmlformats.org/drawingml/2006/main">
            <a:off x="1381125" y="6858000"/>
            <a:ext cx="342900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400" b="1">
                <a:solidFill>
                  <a:srgbClr val="C91414"/>
                </a:solidFill>
                <a:latin typeface="Malgun Gothic"/>
                <a:ea typeface="Malgun Gothic"/>
                <a:cs typeface="Malgun Gothic"/>
              </a:defRPr>
            </a:pPr>
            <a:r>
              <a:rPr sz="2400" b="1">
                <a:solidFill>
                  <a:srgbClr val="FFFFFF"/>
                </a:solidFill>
                <a:latin typeface="Malgun Gothic"/>
                <a:ea typeface="Malgun Gothic"/>
                <a:cs typeface="Malgun Gothic"/>
              </a:rPr>
              <a:t>.</a:t>
            </a:r>
          </a:p>
        </p:txBody>
      </p:sp>
      <p:sp>
        <p:nvSpPr>
          <p:cNvPr id="73" name="">
            <a:extLst xmlns:a="http://schemas.openxmlformats.org/drawingml/2006/main">
              <a:ext uri="{FF2B5EF4-FFF2-40B4-BE49-F238E27FC236}">
                <a16:creationId xmlns:a16="http://schemas.microsoft.com/office/drawing/2014/main" id="{A334E6F1-0CD7-4CDA-8599-10567AE4C787}"/>
              </a:ext>
            </a:extLst>
          </p:cNvPr>
          <p:cNvSpPr>
            <a:spLocks xmlns:a="http://schemas.openxmlformats.org/drawingml/2006/main" noGrp="1"/>
          </p:cNvSpPr>
          <p:nvPr/>
        </p:nvSpPr>
        <p:spPr>
          <a:xfrm xmlns:a="http://schemas.openxmlformats.org/drawingml/2006/main">
            <a:off x="1381125" y="7381875"/>
            <a:ext cx="23050500" cy="914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3900" b="1">
                <a:solidFill>
                  <a:srgbClr val="2B2A55"/>
                </a:solidFill>
                <a:latin typeface="Malgun Gothic"/>
                <a:ea typeface="Malgun Gothic"/>
                <a:cs typeface="Malgun Gothic"/>
              </a:defRPr>
            </a:pPr>
            <a:r>
              <a:rPr sz="3900" b="1">
                <a:solidFill>
                  <a:srgbClr val="FFFFFF"/>
                </a:solidFill>
                <a:latin typeface="Malgun Gothic"/>
                <a:ea typeface="Malgun Gothic"/>
                <a:cs typeface="Malgun Gothic"/>
              </a:rPr>
              <a:t>.</a:t>
            </a:r>
          </a:p>
        </p:txBody>
      </p:sp>
      <p:sp>
        <p:nvSpPr>
          <p:cNvPr id="74" name="">
            <a:extLst xmlns:a="http://schemas.openxmlformats.org/drawingml/2006/main">
              <a:ext uri="{FF2B5EF4-FFF2-40B4-BE49-F238E27FC236}">
                <a16:creationId xmlns:a16="http://schemas.microsoft.com/office/drawing/2014/main" id="{C0B98E22-3F61-4058-981B-6378E3DE194E}"/>
              </a:ext>
            </a:extLst>
          </p:cNvPr>
          <p:cNvSpPr>
            <a:spLocks xmlns:a="http://schemas.openxmlformats.org/drawingml/2006/main" noGrp="1"/>
          </p:cNvSpPr>
          <p:nvPr/>
        </p:nvSpPr>
        <p:spPr>
          <a:xfrm xmlns:a="http://schemas.openxmlformats.org/drawingml/2006/main">
            <a:off x="1381125" y="8477250"/>
            <a:ext cx="26289000"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175" b="0">
                <a:solidFill>
                  <a:srgbClr val="4C4F73"/>
                </a:solidFill>
                <a:latin typeface="Malgun Gothic"/>
                <a:ea typeface="Malgun Gothic"/>
                <a:cs typeface="Malgun Gothic"/>
              </a:defRPr>
            </a:pPr>
            <a:r>
              <a:rPr sz="2175" b="0">
                <a:solidFill>
                  <a:srgbClr val="FFFFFF"/>
                </a:solidFill>
                <a:latin typeface="Malgun Gothic"/>
                <a:ea typeface="Malgun Gothic"/>
                <a:cs typeface="Malgun Gothic"/>
              </a:rPr>
              <a:t>.</a:t>
            </a:r>
          </a:p>
        </p:txBody>
      </p:sp>
      <p:sp>
        <p:nvSpPr>
          <p:cNvPr id="75" name="">
            <a:extLst xmlns:a="http://schemas.openxmlformats.org/drawingml/2006/main">
              <a:ext uri="{FF2B5EF4-FFF2-40B4-BE49-F238E27FC236}">
                <a16:creationId xmlns:a16="http://schemas.microsoft.com/office/drawing/2014/main" id="{EC56518A-BE3F-40D3-912A-9539564CAB83}"/>
              </a:ext>
            </a:extLst>
          </p:cNvPr>
          <p:cNvSpPr>
            <a:spLocks xmlns:a="http://schemas.openxmlformats.org/drawingml/2006/main" noGrp="1"/>
          </p:cNvSpPr>
          <p:nvPr/>
        </p:nvSpPr>
        <p:spPr>
          <a:xfrm xmlns:a="http://schemas.openxmlformats.org/drawingml/2006/main">
            <a:off x="20002500" y="6858000"/>
            <a:ext cx="3524250" cy="571500"/>
          </a:xfrm>
          <a:prstGeom xmlns:a="http://schemas.openxmlformats.org/drawingml/2006/main" prst="rect">
            <a:avLst/>
          </a:prstGeom>
          <a:solidFill xmlns:a="http://schemas.openxmlformats.org/drawingml/2006/main">
            <a:srgbClr val="C91414"/>
          </a:solidFill>
          <a:ln xmlns:a="http://schemas.openxmlformats.org/drawingml/2006/main" w="9525">
            <a:solidFill>
              <a:srgbClr val="FFFFFF"/>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76" name="">
            <a:extLst xmlns:a="http://schemas.openxmlformats.org/drawingml/2006/main">
              <a:ext uri="{FF2B5EF4-FFF2-40B4-BE49-F238E27FC236}">
                <a16:creationId xmlns:a16="http://schemas.microsoft.com/office/drawing/2014/main" id="{925800D9-1297-4ABD-BFF2-94A8B0A11DE3}"/>
              </a:ext>
            </a:extLst>
          </p:cNvPr>
          <p:cNvSpPr>
            <a:spLocks xmlns:a="http://schemas.openxmlformats.org/drawingml/2006/main" noGrp="1"/>
          </p:cNvSpPr>
          <p:nvPr/>
        </p:nvSpPr>
        <p:spPr>
          <a:xfrm xmlns:a="http://schemas.openxmlformats.org/drawingml/2006/main">
            <a:off x="20002500" y="6962775"/>
            <a:ext cx="35242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buNone/>
              <a:defRPr sz="2100" b="1">
                <a:solidFill>
                  <a:srgbClr val="FFFFFF"/>
                </a:solidFill>
                <a:latin typeface="Malgun Gothic"/>
                <a:ea typeface="Malgun Gothic"/>
                <a:cs typeface="Malgun Gothic"/>
              </a:defRPr>
            </a:pPr>
            <a:r>
              <a:rPr sz="2100" b="1">
                <a:solidFill>
                  <a:srgbClr val="FFFFFF"/>
                </a:solidFill>
                <a:latin typeface="Malgun Gothic"/>
                <a:ea typeface="Malgun Gothic"/>
                <a:cs typeface="Malgun Gothic"/>
              </a:rPr>
              <a:t>.</a:t>
            </a:r>
          </a:p>
        </p:txBody>
      </p:sp>
      <p:sp>
        <p:nvSpPr>
          <p:cNvPr id="77" name="">
            <a:extLst xmlns:a="http://schemas.openxmlformats.org/drawingml/2006/main">
              <a:ext uri="{FF2B5EF4-FFF2-40B4-BE49-F238E27FC236}">
                <a16:creationId xmlns:a16="http://schemas.microsoft.com/office/drawing/2014/main" id="{4FADFE07-AA0A-4DA5-8EB5-AA5F7F2A705A}"/>
              </a:ext>
            </a:extLst>
          </p:cNvPr>
          <p:cNvSpPr>
            <a:spLocks xmlns:a="http://schemas.openxmlformats.org/drawingml/2006/main" noGrp="1"/>
          </p:cNvSpPr>
          <p:nvPr/>
        </p:nvSpPr>
        <p:spPr>
          <a:xfrm xmlns:a="http://schemas.openxmlformats.org/drawingml/2006/main">
            <a:off x="24003000" y="6858000"/>
            <a:ext cx="3524250" cy="571500"/>
          </a:xfrm>
          <a:prstGeom xmlns:a="http://schemas.openxmlformats.org/drawingml/2006/main" prst="rect">
            <a:avLst/>
          </a:prstGeom>
          <a:solidFill xmlns:a="http://schemas.openxmlformats.org/drawingml/2006/main">
            <a:srgbClr val="4472C4"/>
          </a:solidFill>
          <a:ln xmlns:a="http://schemas.openxmlformats.org/drawingml/2006/main" w="9525">
            <a:solidFill>
              <a:srgbClr val="FFFFFF"/>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78" name="">
            <a:extLst xmlns:a="http://schemas.openxmlformats.org/drawingml/2006/main">
              <a:ext uri="{FF2B5EF4-FFF2-40B4-BE49-F238E27FC236}">
                <a16:creationId xmlns:a16="http://schemas.microsoft.com/office/drawing/2014/main" id="{3B1F6599-D690-419B-9B9E-881AF32D38CE}"/>
              </a:ext>
            </a:extLst>
          </p:cNvPr>
          <p:cNvSpPr>
            <a:spLocks xmlns:a="http://schemas.openxmlformats.org/drawingml/2006/main" noGrp="1"/>
          </p:cNvSpPr>
          <p:nvPr/>
        </p:nvSpPr>
        <p:spPr>
          <a:xfrm xmlns:a="http://schemas.openxmlformats.org/drawingml/2006/main">
            <a:off x="24003000" y="6962775"/>
            <a:ext cx="35242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buNone/>
              <a:defRPr sz="2100" b="1">
                <a:solidFill>
                  <a:srgbClr val="FFFFFF"/>
                </a:solidFill>
                <a:latin typeface="Malgun Gothic"/>
                <a:ea typeface="Malgun Gothic"/>
                <a:cs typeface="Malgun Gothic"/>
              </a:defRPr>
            </a:pPr>
            <a:r>
              <a:rPr sz="2100" b="1">
                <a:solidFill>
                  <a:srgbClr val="FFFFFF"/>
                </a:solidFill>
                <a:latin typeface="Malgun Gothic"/>
                <a:ea typeface="Malgun Gothic"/>
                <a:cs typeface="Malgun Gothic"/>
              </a:rPr>
              <a:t>.</a:t>
            </a:r>
          </a:p>
        </p:txBody>
      </p:sp>
      <p:sp>
        <p:nvSpPr>
          <p:cNvPr id="79" name="">
            <a:extLst xmlns:a="http://schemas.openxmlformats.org/drawingml/2006/main">
              <a:ext uri="{FF2B5EF4-FFF2-40B4-BE49-F238E27FC236}">
                <a16:creationId xmlns:a16="http://schemas.microsoft.com/office/drawing/2014/main" id="{7A0ABD31-F71D-4CDB-A6F8-61444FA60375}"/>
              </a:ext>
            </a:extLst>
          </p:cNvPr>
          <p:cNvSpPr>
            <a:spLocks xmlns:a="http://schemas.openxmlformats.org/drawingml/2006/main" noGrp="1"/>
          </p:cNvSpPr>
          <p:nvPr/>
        </p:nvSpPr>
        <p:spPr>
          <a:xfrm xmlns:a="http://schemas.openxmlformats.org/drawingml/2006/main">
            <a:off x="20002500" y="7639050"/>
            <a:ext cx="3524250" cy="571500"/>
          </a:xfrm>
          <a:prstGeom xmlns:a="http://schemas.openxmlformats.org/drawingml/2006/main" prst="rect">
            <a:avLst/>
          </a:prstGeom>
          <a:solidFill xmlns:a="http://schemas.openxmlformats.org/drawingml/2006/main">
            <a:srgbClr val="F4B321"/>
          </a:solidFill>
          <a:ln xmlns:a="http://schemas.openxmlformats.org/drawingml/2006/main" w="9525">
            <a:solidFill>
              <a:srgbClr val="FFFFFF"/>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80" name="">
            <a:extLst xmlns:a="http://schemas.openxmlformats.org/drawingml/2006/main">
              <a:ext uri="{FF2B5EF4-FFF2-40B4-BE49-F238E27FC236}">
                <a16:creationId xmlns:a16="http://schemas.microsoft.com/office/drawing/2014/main" id="{E9F5449C-6A0E-4C6B-99F0-59EA948EF55E}"/>
              </a:ext>
            </a:extLst>
          </p:cNvPr>
          <p:cNvSpPr>
            <a:spLocks xmlns:a="http://schemas.openxmlformats.org/drawingml/2006/main" noGrp="1"/>
          </p:cNvSpPr>
          <p:nvPr/>
        </p:nvSpPr>
        <p:spPr>
          <a:xfrm xmlns:a="http://schemas.openxmlformats.org/drawingml/2006/main">
            <a:off x="20002500" y="7743825"/>
            <a:ext cx="35242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buNone/>
              <a:defRPr sz="2100" b="1">
                <a:solidFill>
                  <a:srgbClr val="FFFFFF"/>
                </a:solidFill>
                <a:latin typeface="Malgun Gothic"/>
                <a:ea typeface="Malgun Gothic"/>
                <a:cs typeface="Malgun Gothic"/>
              </a:defRPr>
            </a:pPr>
            <a:r>
              <a:rPr sz="2100" b="1">
                <a:solidFill>
                  <a:srgbClr val="FFFFFF"/>
                </a:solidFill>
                <a:latin typeface="Malgun Gothic"/>
                <a:ea typeface="Malgun Gothic"/>
                <a:cs typeface="Malgun Gothic"/>
              </a:rPr>
              <a:t>.</a:t>
            </a:r>
          </a:p>
        </p:txBody>
      </p:sp>
      <p:sp>
        <p:nvSpPr>
          <p:cNvPr id="81" name="">
            <a:extLst xmlns:a="http://schemas.openxmlformats.org/drawingml/2006/main">
              <a:ext uri="{FF2B5EF4-FFF2-40B4-BE49-F238E27FC236}">
                <a16:creationId xmlns:a16="http://schemas.microsoft.com/office/drawing/2014/main" id="{C63D7D65-B87B-4D9B-A227-7B6CC1AF81E7}"/>
              </a:ext>
            </a:extLst>
          </p:cNvPr>
          <p:cNvSpPr>
            <a:spLocks xmlns:a="http://schemas.openxmlformats.org/drawingml/2006/main" noGrp="1"/>
          </p:cNvSpPr>
          <p:nvPr/>
        </p:nvSpPr>
        <p:spPr>
          <a:xfrm xmlns:a="http://schemas.openxmlformats.org/drawingml/2006/main">
            <a:off x="24003000" y="7639050"/>
            <a:ext cx="3524250" cy="571500"/>
          </a:xfrm>
          <a:prstGeom xmlns:a="http://schemas.openxmlformats.org/drawingml/2006/main" prst="rect">
            <a:avLst/>
          </a:prstGeom>
          <a:solidFill xmlns:a="http://schemas.openxmlformats.org/drawingml/2006/main">
            <a:srgbClr val="6F5AA7"/>
          </a:solidFill>
          <a:ln xmlns:a="http://schemas.openxmlformats.org/drawingml/2006/main" w="9525">
            <a:solidFill>
              <a:srgbClr val="FFFFFF"/>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82" name="">
            <a:extLst xmlns:a="http://schemas.openxmlformats.org/drawingml/2006/main">
              <a:ext uri="{FF2B5EF4-FFF2-40B4-BE49-F238E27FC236}">
                <a16:creationId xmlns:a16="http://schemas.microsoft.com/office/drawing/2014/main" id="{56A88527-8FAA-45B5-BF21-E06E7E65EDE7}"/>
              </a:ext>
            </a:extLst>
          </p:cNvPr>
          <p:cNvSpPr>
            <a:spLocks xmlns:a="http://schemas.openxmlformats.org/drawingml/2006/main" noGrp="1"/>
          </p:cNvSpPr>
          <p:nvPr/>
        </p:nvSpPr>
        <p:spPr>
          <a:xfrm xmlns:a="http://schemas.openxmlformats.org/drawingml/2006/main">
            <a:off x="24003000" y="7743825"/>
            <a:ext cx="35242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buNone/>
              <a:defRPr sz="2100" b="1">
                <a:solidFill>
                  <a:srgbClr val="FFFFFF"/>
                </a:solidFill>
                <a:latin typeface="Malgun Gothic"/>
                <a:ea typeface="Malgun Gothic"/>
                <a:cs typeface="Malgun Gothic"/>
              </a:defRPr>
            </a:pPr>
            <a:r>
              <a:rPr sz="2100" b="1">
                <a:solidFill>
                  <a:srgbClr val="FFFFFF"/>
                </a:solidFill>
                <a:latin typeface="Malgun Gothic"/>
                <a:ea typeface="Malgun Gothic"/>
                <a:cs typeface="Malgun Gothic"/>
              </a:rPr>
              <a:t>.</a:t>
            </a:r>
          </a:p>
        </p:txBody>
      </p:sp>
      <p:sp>
        <p:nvSpPr>
          <p:cNvPr id="83" name="">
            <a:extLst xmlns:a="http://schemas.openxmlformats.org/drawingml/2006/main">
              <a:ext uri="{FF2B5EF4-FFF2-40B4-BE49-F238E27FC236}">
                <a16:creationId xmlns:a16="http://schemas.microsoft.com/office/drawing/2014/main" id="{49E97507-D11C-4287-909A-E9A1F16494A8}"/>
              </a:ext>
            </a:extLst>
          </p:cNvPr>
          <p:cNvSpPr>
            <a:spLocks xmlns:a="http://schemas.openxmlformats.org/drawingml/2006/main" noGrp="1"/>
          </p:cNvSpPr>
          <p:nvPr/>
        </p:nvSpPr>
        <p:spPr>
          <a:xfrm xmlns:a="http://schemas.openxmlformats.org/drawingml/2006/main">
            <a:off x="952500" y="10287000"/>
            <a:ext cx="857250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3150" b="1">
                <a:solidFill>
                  <a:srgbClr val="2B2A55"/>
                </a:solidFill>
                <a:latin typeface="Malgun Gothic"/>
                <a:ea typeface="Malgun Gothic"/>
                <a:cs typeface="Malgun Gothic"/>
              </a:defRPr>
            </a:pPr>
            <a:r>
              <a:rPr sz="3150" b="1">
                <a:solidFill>
                  <a:srgbClr val="FFFFFF"/>
                </a:solidFill>
                <a:latin typeface="Malgun Gothic"/>
                <a:ea typeface="Malgun Gothic"/>
                <a:cs typeface="Malgun Gothic"/>
              </a:rPr>
              <a:t>.</a:t>
            </a:r>
          </a:p>
        </p:txBody>
      </p:sp>
      <p:sp>
        <p:nvSpPr>
          <p:cNvPr id="84" name="">
            <a:extLst xmlns:a="http://schemas.openxmlformats.org/drawingml/2006/main">
              <a:ext uri="{FF2B5EF4-FFF2-40B4-BE49-F238E27FC236}">
                <a16:creationId xmlns:a16="http://schemas.microsoft.com/office/drawing/2014/main" id="{C0148FC7-9B60-4337-A24D-2AC7B2984E6D}"/>
              </a:ext>
            </a:extLst>
          </p:cNvPr>
          <p:cNvSpPr>
            <a:spLocks xmlns:a="http://schemas.openxmlformats.org/drawingml/2006/main" noGrp="1"/>
          </p:cNvSpPr>
          <p:nvPr/>
        </p:nvSpPr>
        <p:spPr>
          <a:xfrm xmlns:a="http://schemas.openxmlformats.org/drawingml/2006/main">
            <a:off x="952500" y="10953750"/>
            <a:ext cx="5467350" cy="1676400"/>
          </a:xfrm>
          <a:prstGeom xmlns:a="http://schemas.openxmlformats.org/drawingml/2006/main" prst="rect">
            <a:avLst/>
          </a:prstGeom>
          <a:solidFill xmlns:a="http://schemas.openxmlformats.org/drawingml/2006/main">
            <a:srgbClr val="FFFFFF"/>
          </a:solidFill>
          <a:ln xmlns:a="http://schemas.openxmlformats.org/drawingml/2006/main" w="38100">
            <a:solidFill>
              <a:srgbClr val="C91414"/>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85" name="">
            <a:extLst xmlns:a="http://schemas.openxmlformats.org/drawingml/2006/main">
              <a:ext uri="{FF2B5EF4-FFF2-40B4-BE49-F238E27FC236}">
                <a16:creationId xmlns:a16="http://schemas.microsoft.com/office/drawing/2014/main" id="{EF746423-3B45-4AB4-B7A3-507A62FAF680}"/>
              </a:ext>
            </a:extLst>
          </p:cNvPr>
          <p:cNvSpPr>
            <a:spLocks xmlns:a="http://schemas.openxmlformats.org/drawingml/2006/main" noGrp="1"/>
          </p:cNvSpPr>
          <p:nvPr/>
        </p:nvSpPr>
        <p:spPr>
          <a:xfrm xmlns:a="http://schemas.openxmlformats.org/drawingml/2006/main">
            <a:off x="952500" y="10953750"/>
            <a:ext cx="742950" cy="1676400"/>
          </a:xfrm>
          <a:prstGeom xmlns:a="http://schemas.openxmlformats.org/drawingml/2006/main" prst="rect">
            <a:avLst/>
          </a:prstGeom>
          <a:solidFill xmlns:a="http://schemas.openxmlformats.org/drawingml/2006/main">
            <a:srgbClr val="C91414"/>
          </a:solidFill>
          <a:ln xmlns:a="http://schemas.openxmlformats.org/drawingml/2006/main" w="0">
            <a:solidFill>
              <a:srgbClr val="C91414"/>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86" name="">
            <a:extLst xmlns:a="http://schemas.openxmlformats.org/drawingml/2006/main">
              <a:ext uri="{FF2B5EF4-FFF2-40B4-BE49-F238E27FC236}">
                <a16:creationId xmlns:a16="http://schemas.microsoft.com/office/drawing/2014/main" id="{0BD232D9-3A7B-4AE3-914F-82C72B04F9AE}"/>
              </a:ext>
            </a:extLst>
          </p:cNvPr>
          <p:cNvSpPr>
            <a:spLocks xmlns:a="http://schemas.openxmlformats.org/drawingml/2006/main" noGrp="1"/>
          </p:cNvSpPr>
          <p:nvPr/>
        </p:nvSpPr>
        <p:spPr>
          <a:xfrm xmlns:a="http://schemas.openxmlformats.org/drawingml/2006/main">
            <a:off x="952500" y="11258550"/>
            <a:ext cx="74295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buNone/>
              <a:defRPr sz="2250" b="1">
                <a:solidFill>
                  <a:srgbClr val="FFFFFF"/>
                </a:solidFill>
                <a:latin typeface="Malgun Gothic"/>
                <a:ea typeface="Malgun Gothic"/>
                <a:cs typeface="Malgun Gothic"/>
              </a:defRPr>
            </a:pPr>
            <a:r>
              <a:rPr sz="2250" b="1">
                <a:solidFill>
                  <a:srgbClr val="FFFFFF"/>
                </a:solidFill>
                <a:latin typeface="Malgun Gothic"/>
                <a:ea typeface="Malgun Gothic"/>
                <a:cs typeface="Malgun Gothic"/>
              </a:rPr>
              <a:t>.</a:t>
            </a:r>
          </a:p>
        </p:txBody>
      </p:sp>
      <p:sp>
        <p:nvSpPr>
          <p:cNvPr id="87" name="">
            <a:extLst xmlns:a="http://schemas.openxmlformats.org/drawingml/2006/main">
              <a:ext uri="{FF2B5EF4-FFF2-40B4-BE49-F238E27FC236}">
                <a16:creationId xmlns:a16="http://schemas.microsoft.com/office/drawing/2014/main" id="{870DFEA7-5764-4916-9718-27C4368DDF87}"/>
              </a:ext>
            </a:extLst>
          </p:cNvPr>
          <p:cNvSpPr>
            <a:spLocks xmlns:a="http://schemas.openxmlformats.org/drawingml/2006/main" noGrp="1"/>
          </p:cNvSpPr>
          <p:nvPr/>
        </p:nvSpPr>
        <p:spPr>
          <a:xfrm xmlns:a="http://schemas.openxmlformats.org/drawingml/2006/main">
            <a:off x="1905000" y="11220450"/>
            <a:ext cx="43053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625" b="1">
                <a:solidFill>
                  <a:srgbClr val="2B2A55"/>
                </a:solidFill>
                <a:latin typeface="Malgun Gothic"/>
                <a:ea typeface="Malgun Gothic"/>
                <a:cs typeface="Malgun Gothic"/>
              </a:defRPr>
            </a:pPr>
            <a:r>
              <a:rPr sz="2625" b="1">
                <a:solidFill>
                  <a:srgbClr val="FFFFFF"/>
                </a:solidFill>
                <a:latin typeface="Malgun Gothic"/>
                <a:ea typeface="Malgun Gothic"/>
                <a:cs typeface="Malgun Gothic"/>
              </a:rPr>
              <a:t>.</a:t>
            </a:r>
          </a:p>
        </p:txBody>
      </p:sp>
      <p:sp>
        <p:nvSpPr>
          <p:cNvPr id="88" name="">
            <a:extLst xmlns:a="http://schemas.openxmlformats.org/drawingml/2006/main">
              <a:ext uri="{FF2B5EF4-FFF2-40B4-BE49-F238E27FC236}">
                <a16:creationId xmlns:a16="http://schemas.microsoft.com/office/drawing/2014/main" id="{F0C42910-A0F3-4961-8D4F-57E361C42B29}"/>
              </a:ext>
            </a:extLst>
          </p:cNvPr>
          <p:cNvSpPr>
            <a:spLocks xmlns:a="http://schemas.openxmlformats.org/drawingml/2006/main" noGrp="1"/>
          </p:cNvSpPr>
          <p:nvPr/>
        </p:nvSpPr>
        <p:spPr>
          <a:xfrm xmlns:a="http://schemas.openxmlformats.org/drawingml/2006/main">
            <a:off x="1905000" y="11734800"/>
            <a:ext cx="4305300" cy="742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800" b="0">
                <a:solidFill>
                  <a:srgbClr val="4C4F73"/>
                </a:solidFill>
                <a:latin typeface="Malgun Gothic"/>
                <a:ea typeface="Malgun Gothic"/>
                <a:cs typeface="Malgun Gothic"/>
              </a:defRPr>
            </a:pPr>
            <a:r>
              <a:rPr sz="1800" b="0">
                <a:solidFill>
                  <a:srgbClr val="FFFFFF"/>
                </a:solidFill>
                <a:latin typeface="Malgun Gothic"/>
                <a:ea typeface="Malgun Gothic"/>
                <a:cs typeface="Malgun Gothic"/>
              </a:rPr>
              <a:t>.</a:t>
            </a:r>
          </a:p>
        </p:txBody>
      </p:sp>
      <p:sp>
        <p:nvSpPr>
          <p:cNvPr id="89" name="">
            <a:extLst xmlns:a="http://schemas.openxmlformats.org/drawingml/2006/main">
              <a:ext uri="{FF2B5EF4-FFF2-40B4-BE49-F238E27FC236}">
                <a16:creationId xmlns:a16="http://schemas.microsoft.com/office/drawing/2014/main" id="{8E04683B-7677-43F9-BD68-AF24DBE94793}"/>
              </a:ext>
            </a:extLst>
          </p:cNvPr>
          <p:cNvSpPr>
            <a:spLocks xmlns:a="http://schemas.openxmlformats.org/drawingml/2006/main" noGrp="1"/>
          </p:cNvSpPr>
          <p:nvPr/>
        </p:nvSpPr>
        <p:spPr>
          <a:xfrm xmlns:a="http://schemas.openxmlformats.org/drawingml/2006/main">
            <a:off x="6419850" y="11696700"/>
            <a:ext cx="323850" cy="190500"/>
          </a:xfrm>
          <a:prstGeom xmlns:a="http://schemas.openxmlformats.org/drawingml/2006/main" prst="rect">
            <a:avLst/>
          </a:prstGeom>
          <a:solidFill xmlns:a="http://schemas.openxmlformats.org/drawingml/2006/main">
            <a:srgbClr val="25214E"/>
          </a:solidFill>
          <a:ln xmlns:a="http://schemas.openxmlformats.org/drawingml/2006/main" w="0">
            <a:solidFill>
              <a:srgbClr val="25214E"/>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90" name="">
            <a:extLst xmlns:a="http://schemas.openxmlformats.org/drawingml/2006/main">
              <a:ext uri="{FF2B5EF4-FFF2-40B4-BE49-F238E27FC236}">
                <a16:creationId xmlns:a16="http://schemas.microsoft.com/office/drawing/2014/main" id="{5AE793CD-CE60-41F4-B39B-B8B12B8383C5}"/>
              </a:ext>
            </a:extLst>
          </p:cNvPr>
          <p:cNvSpPr>
            <a:spLocks xmlns:a="http://schemas.openxmlformats.org/drawingml/2006/main" noGrp="1"/>
          </p:cNvSpPr>
          <p:nvPr/>
        </p:nvSpPr>
        <p:spPr>
          <a:xfrm xmlns:a="http://schemas.openxmlformats.org/drawingml/2006/main">
            <a:off x="6743700" y="10953750"/>
            <a:ext cx="5467350" cy="1676400"/>
          </a:xfrm>
          <a:prstGeom xmlns:a="http://schemas.openxmlformats.org/drawingml/2006/main" prst="rect">
            <a:avLst/>
          </a:prstGeom>
          <a:solidFill xmlns:a="http://schemas.openxmlformats.org/drawingml/2006/main">
            <a:srgbClr val="FFFFFF"/>
          </a:solidFill>
          <a:ln xmlns:a="http://schemas.openxmlformats.org/drawingml/2006/main" w="38100">
            <a:solidFill>
              <a:srgbClr val="111111"/>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91" name="">
            <a:extLst xmlns:a="http://schemas.openxmlformats.org/drawingml/2006/main">
              <a:ext uri="{FF2B5EF4-FFF2-40B4-BE49-F238E27FC236}">
                <a16:creationId xmlns:a16="http://schemas.microsoft.com/office/drawing/2014/main" id="{ED5EE236-A19D-4B87-92EE-BC0E55BBF7D5}"/>
              </a:ext>
            </a:extLst>
          </p:cNvPr>
          <p:cNvSpPr>
            <a:spLocks xmlns:a="http://schemas.openxmlformats.org/drawingml/2006/main" noGrp="1"/>
          </p:cNvSpPr>
          <p:nvPr/>
        </p:nvSpPr>
        <p:spPr>
          <a:xfrm xmlns:a="http://schemas.openxmlformats.org/drawingml/2006/main">
            <a:off x="6743700" y="10953750"/>
            <a:ext cx="742950" cy="1676400"/>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92" name="">
            <a:extLst xmlns:a="http://schemas.openxmlformats.org/drawingml/2006/main">
              <a:ext uri="{FF2B5EF4-FFF2-40B4-BE49-F238E27FC236}">
                <a16:creationId xmlns:a16="http://schemas.microsoft.com/office/drawing/2014/main" id="{21B64AD9-38EB-4227-9629-CB727246EAE0}"/>
              </a:ext>
            </a:extLst>
          </p:cNvPr>
          <p:cNvSpPr>
            <a:spLocks xmlns:a="http://schemas.openxmlformats.org/drawingml/2006/main" noGrp="1"/>
          </p:cNvSpPr>
          <p:nvPr/>
        </p:nvSpPr>
        <p:spPr>
          <a:xfrm xmlns:a="http://schemas.openxmlformats.org/drawingml/2006/main">
            <a:off x="6743700" y="11258550"/>
            <a:ext cx="74295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buNone/>
              <a:defRPr sz="2250" b="1">
                <a:solidFill>
                  <a:srgbClr val="FFFFFF"/>
                </a:solidFill>
                <a:latin typeface="Malgun Gothic"/>
                <a:ea typeface="Malgun Gothic"/>
                <a:cs typeface="Malgun Gothic"/>
              </a:defRPr>
            </a:pPr>
            <a:r>
              <a:rPr sz="2250" b="1">
                <a:solidFill>
                  <a:srgbClr val="FFFFFF"/>
                </a:solidFill>
                <a:latin typeface="Malgun Gothic"/>
                <a:ea typeface="Malgun Gothic"/>
                <a:cs typeface="Malgun Gothic"/>
              </a:rPr>
              <a:t>.</a:t>
            </a:r>
          </a:p>
        </p:txBody>
      </p:sp>
      <p:sp>
        <p:nvSpPr>
          <p:cNvPr id="93" name="">
            <a:extLst xmlns:a="http://schemas.openxmlformats.org/drawingml/2006/main">
              <a:ext uri="{FF2B5EF4-FFF2-40B4-BE49-F238E27FC236}">
                <a16:creationId xmlns:a16="http://schemas.microsoft.com/office/drawing/2014/main" id="{C478E7E1-0A8C-4BFA-B2B5-35BA720749A3}"/>
              </a:ext>
            </a:extLst>
          </p:cNvPr>
          <p:cNvSpPr>
            <a:spLocks xmlns:a="http://schemas.openxmlformats.org/drawingml/2006/main" noGrp="1"/>
          </p:cNvSpPr>
          <p:nvPr/>
        </p:nvSpPr>
        <p:spPr>
          <a:xfrm xmlns:a="http://schemas.openxmlformats.org/drawingml/2006/main">
            <a:off x="7696200" y="11220450"/>
            <a:ext cx="43053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625" b="1">
                <a:solidFill>
                  <a:srgbClr val="2B2A55"/>
                </a:solidFill>
                <a:latin typeface="Malgun Gothic"/>
                <a:ea typeface="Malgun Gothic"/>
                <a:cs typeface="Malgun Gothic"/>
              </a:defRPr>
            </a:pPr>
            <a:r>
              <a:rPr sz="2625" b="1">
                <a:solidFill>
                  <a:srgbClr val="FFFFFF"/>
                </a:solidFill>
                <a:latin typeface="Malgun Gothic"/>
                <a:ea typeface="Malgun Gothic"/>
                <a:cs typeface="Malgun Gothic"/>
              </a:rPr>
              <a:t>.</a:t>
            </a:r>
          </a:p>
        </p:txBody>
      </p:sp>
      <p:sp>
        <p:nvSpPr>
          <p:cNvPr id="94" name="">
            <a:extLst xmlns:a="http://schemas.openxmlformats.org/drawingml/2006/main">
              <a:ext uri="{FF2B5EF4-FFF2-40B4-BE49-F238E27FC236}">
                <a16:creationId xmlns:a16="http://schemas.microsoft.com/office/drawing/2014/main" id="{168CB36D-871D-463B-BEAE-987CA6BB54C3}"/>
              </a:ext>
            </a:extLst>
          </p:cNvPr>
          <p:cNvSpPr>
            <a:spLocks xmlns:a="http://schemas.openxmlformats.org/drawingml/2006/main" noGrp="1"/>
          </p:cNvSpPr>
          <p:nvPr/>
        </p:nvSpPr>
        <p:spPr>
          <a:xfrm xmlns:a="http://schemas.openxmlformats.org/drawingml/2006/main">
            <a:off x="7696200" y="11734800"/>
            <a:ext cx="4305300" cy="742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800" b="0">
                <a:solidFill>
                  <a:srgbClr val="4C4F73"/>
                </a:solidFill>
                <a:latin typeface="Malgun Gothic"/>
                <a:ea typeface="Malgun Gothic"/>
                <a:cs typeface="Malgun Gothic"/>
              </a:defRPr>
            </a:pPr>
            <a:r>
              <a:rPr sz="1800" b="0">
                <a:solidFill>
                  <a:srgbClr val="FFFFFF"/>
                </a:solidFill>
                <a:latin typeface="Malgun Gothic"/>
                <a:ea typeface="Malgun Gothic"/>
                <a:cs typeface="Malgun Gothic"/>
              </a:rPr>
              <a:t>.</a:t>
            </a:r>
          </a:p>
        </p:txBody>
      </p:sp>
      <p:sp>
        <p:nvSpPr>
          <p:cNvPr id="95" name="">
            <a:extLst xmlns:a="http://schemas.openxmlformats.org/drawingml/2006/main">
              <a:ext uri="{FF2B5EF4-FFF2-40B4-BE49-F238E27FC236}">
                <a16:creationId xmlns:a16="http://schemas.microsoft.com/office/drawing/2014/main" id="{2FDFD684-B992-4142-A309-2173DB082DF1}"/>
              </a:ext>
            </a:extLst>
          </p:cNvPr>
          <p:cNvSpPr>
            <a:spLocks xmlns:a="http://schemas.openxmlformats.org/drawingml/2006/main" noGrp="1"/>
          </p:cNvSpPr>
          <p:nvPr/>
        </p:nvSpPr>
        <p:spPr>
          <a:xfrm xmlns:a="http://schemas.openxmlformats.org/drawingml/2006/main">
            <a:off x="12211050" y="11696700"/>
            <a:ext cx="323850" cy="190500"/>
          </a:xfrm>
          <a:prstGeom xmlns:a="http://schemas.openxmlformats.org/drawingml/2006/main" prst="rect">
            <a:avLst/>
          </a:prstGeom>
          <a:solidFill xmlns:a="http://schemas.openxmlformats.org/drawingml/2006/main">
            <a:srgbClr val="25214E"/>
          </a:solidFill>
          <a:ln xmlns:a="http://schemas.openxmlformats.org/drawingml/2006/main" w="0">
            <a:solidFill>
              <a:srgbClr val="25214E"/>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96" name="">
            <a:extLst xmlns:a="http://schemas.openxmlformats.org/drawingml/2006/main">
              <a:ext uri="{FF2B5EF4-FFF2-40B4-BE49-F238E27FC236}">
                <a16:creationId xmlns:a16="http://schemas.microsoft.com/office/drawing/2014/main" id="{72D4C51A-2697-45B3-9601-B34368C550FA}"/>
              </a:ext>
            </a:extLst>
          </p:cNvPr>
          <p:cNvSpPr>
            <a:spLocks xmlns:a="http://schemas.openxmlformats.org/drawingml/2006/main" noGrp="1"/>
          </p:cNvSpPr>
          <p:nvPr/>
        </p:nvSpPr>
        <p:spPr>
          <a:xfrm xmlns:a="http://schemas.openxmlformats.org/drawingml/2006/main">
            <a:off x="12534900" y="10953750"/>
            <a:ext cx="5467350" cy="1676400"/>
          </a:xfrm>
          <a:prstGeom xmlns:a="http://schemas.openxmlformats.org/drawingml/2006/main" prst="rect">
            <a:avLst/>
          </a:prstGeom>
          <a:solidFill xmlns:a="http://schemas.openxmlformats.org/drawingml/2006/main">
            <a:srgbClr val="FFFFFF"/>
          </a:solidFill>
          <a:ln xmlns:a="http://schemas.openxmlformats.org/drawingml/2006/main" w="38100">
            <a:solidFill>
              <a:srgbClr val="F4B321"/>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97" name="">
            <a:extLst xmlns:a="http://schemas.openxmlformats.org/drawingml/2006/main">
              <a:ext uri="{FF2B5EF4-FFF2-40B4-BE49-F238E27FC236}">
                <a16:creationId xmlns:a16="http://schemas.microsoft.com/office/drawing/2014/main" id="{5171759F-4C4D-4FD3-86A1-FD57DC291280}"/>
              </a:ext>
            </a:extLst>
          </p:cNvPr>
          <p:cNvSpPr>
            <a:spLocks xmlns:a="http://schemas.openxmlformats.org/drawingml/2006/main" noGrp="1"/>
          </p:cNvSpPr>
          <p:nvPr/>
        </p:nvSpPr>
        <p:spPr>
          <a:xfrm xmlns:a="http://schemas.openxmlformats.org/drawingml/2006/main">
            <a:off x="12534900" y="10953750"/>
            <a:ext cx="742950" cy="1676400"/>
          </a:xfrm>
          <a:prstGeom xmlns:a="http://schemas.openxmlformats.org/drawingml/2006/main" prst="rect">
            <a:avLst/>
          </a:prstGeom>
          <a:solidFill xmlns:a="http://schemas.openxmlformats.org/drawingml/2006/main">
            <a:srgbClr val="F4B321"/>
          </a:solidFill>
          <a:ln xmlns:a="http://schemas.openxmlformats.org/drawingml/2006/main" w="0">
            <a:solidFill>
              <a:srgbClr val="F4B321"/>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98" name="">
            <a:extLst xmlns:a="http://schemas.openxmlformats.org/drawingml/2006/main">
              <a:ext uri="{FF2B5EF4-FFF2-40B4-BE49-F238E27FC236}">
                <a16:creationId xmlns:a16="http://schemas.microsoft.com/office/drawing/2014/main" id="{1E6FEA02-742C-4F41-82E6-275454A55719}"/>
              </a:ext>
            </a:extLst>
          </p:cNvPr>
          <p:cNvSpPr>
            <a:spLocks xmlns:a="http://schemas.openxmlformats.org/drawingml/2006/main" noGrp="1"/>
          </p:cNvSpPr>
          <p:nvPr/>
        </p:nvSpPr>
        <p:spPr>
          <a:xfrm xmlns:a="http://schemas.openxmlformats.org/drawingml/2006/main">
            <a:off x="12534900" y="11258550"/>
            <a:ext cx="74295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buNone/>
              <a:defRPr sz="2250" b="1">
                <a:solidFill>
                  <a:srgbClr val="FFFFFF"/>
                </a:solidFill>
                <a:latin typeface="Malgun Gothic"/>
                <a:ea typeface="Malgun Gothic"/>
                <a:cs typeface="Malgun Gothic"/>
              </a:defRPr>
            </a:pPr>
            <a:r>
              <a:rPr sz="2250" b="1">
                <a:solidFill>
                  <a:srgbClr val="FFFFFF"/>
                </a:solidFill>
                <a:latin typeface="Malgun Gothic"/>
                <a:ea typeface="Malgun Gothic"/>
                <a:cs typeface="Malgun Gothic"/>
              </a:rPr>
              <a:t>.</a:t>
            </a:r>
          </a:p>
        </p:txBody>
      </p:sp>
      <p:sp>
        <p:nvSpPr>
          <p:cNvPr id="99" name="">
            <a:extLst xmlns:a="http://schemas.openxmlformats.org/drawingml/2006/main">
              <a:ext uri="{FF2B5EF4-FFF2-40B4-BE49-F238E27FC236}">
                <a16:creationId xmlns:a16="http://schemas.microsoft.com/office/drawing/2014/main" id="{04B5A551-6B38-439F-B0D0-95E00A08BDAB}"/>
              </a:ext>
            </a:extLst>
          </p:cNvPr>
          <p:cNvSpPr>
            <a:spLocks xmlns:a="http://schemas.openxmlformats.org/drawingml/2006/main" noGrp="1"/>
          </p:cNvSpPr>
          <p:nvPr/>
        </p:nvSpPr>
        <p:spPr>
          <a:xfrm xmlns:a="http://schemas.openxmlformats.org/drawingml/2006/main">
            <a:off x="13487400" y="11220450"/>
            <a:ext cx="43053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625" b="1">
                <a:solidFill>
                  <a:srgbClr val="2B2A55"/>
                </a:solidFill>
                <a:latin typeface="Malgun Gothic"/>
                <a:ea typeface="Malgun Gothic"/>
                <a:cs typeface="Malgun Gothic"/>
              </a:defRPr>
            </a:pPr>
            <a:r>
              <a:rPr sz="2625" b="1">
                <a:solidFill>
                  <a:srgbClr val="FFFFFF"/>
                </a:solidFill>
                <a:latin typeface="Malgun Gothic"/>
                <a:ea typeface="Malgun Gothic"/>
                <a:cs typeface="Malgun Gothic"/>
              </a:rPr>
              <a:t>.</a:t>
            </a:r>
          </a:p>
        </p:txBody>
      </p:sp>
      <p:sp>
        <p:nvSpPr>
          <p:cNvPr id="100" name="">
            <a:extLst xmlns:a="http://schemas.openxmlformats.org/drawingml/2006/main">
              <a:ext uri="{FF2B5EF4-FFF2-40B4-BE49-F238E27FC236}">
                <a16:creationId xmlns:a16="http://schemas.microsoft.com/office/drawing/2014/main" id="{DA7DC10A-2954-47EF-A322-614E8ED1F22C}"/>
              </a:ext>
            </a:extLst>
          </p:cNvPr>
          <p:cNvSpPr>
            <a:spLocks xmlns:a="http://schemas.openxmlformats.org/drawingml/2006/main" noGrp="1"/>
          </p:cNvSpPr>
          <p:nvPr/>
        </p:nvSpPr>
        <p:spPr>
          <a:xfrm xmlns:a="http://schemas.openxmlformats.org/drawingml/2006/main">
            <a:off x="13487400" y="11734800"/>
            <a:ext cx="4305300" cy="742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800" b="0">
                <a:solidFill>
                  <a:srgbClr val="4C4F73"/>
                </a:solidFill>
                <a:latin typeface="Malgun Gothic"/>
                <a:ea typeface="Malgun Gothic"/>
                <a:cs typeface="Malgun Gothic"/>
              </a:defRPr>
            </a:pPr>
            <a:r>
              <a:rPr sz="1800" b="0">
                <a:solidFill>
                  <a:srgbClr val="FFFFFF"/>
                </a:solidFill>
                <a:latin typeface="Malgun Gothic"/>
                <a:ea typeface="Malgun Gothic"/>
                <a:cs typeface="Malgun Gothic"/>
              </a:rPr>
              <a:t>.</a:t>
            </a:r>
          </a:p>
        </p:txBody>
      </p:sp>
      <p:sp>
        <p:nvSpPr>
          <p:cNvPr id="101" name="">
            <a:extLst xmlns:a="http://schemas.openxmlformats.org/drawingml/2006/main">
              <a:ext uri="{FF2B5EF4-FFF2-40B4-BE49-F238E27FC236}">
                <a16:creationId xmlns:a16="http://schemas.microsoft.com/office/drawing/2014/main" id="{664D01D6-D939-46DC-8A66-FFA5A2537F21}"/>
              </a:ext>
            </a:extLst>
          </p:cNvPr>
          <p:cNvSpPr>
            <a:spLocks xmlns:a="http://schemas.openxmlformats.org/drawingml/2006/main" noGrp="1"/>
          </p:cNvSpPr>
          <p:nvPr/>
        </p:nvSpPr>
        <p:spPr>
          <a:xfrm xmlns:a="http://schemas.openxmlformats.org/drawingml/2006/main">
            <a:off x="18002250" y="11696700"/>
            <a:ext cx="323850" cy="190500"/>
          </a:xfrm>
          <a:prstGeom xmlns:a="http://schemas.openxmlformats.org/drawingml/2006/main" prst="rect">
            <a:avLst/>
          </a:prstGeom>
          <a:solidFill xmlns:a="http://schemas.openxmlformats.org/drawingml/2006/main">
            <a:srgbClr val="25214E"/>
          </a:solidFill>
          <a:ln xmlns:a="http://schemas.openxmlformats.org/drawingml/2006/main" w="0">
            <a:solidFill>
              <a:srgbClr val="25214E"/>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102" name="">
            <a:extLst xmlns:a="http://schemas.openxmlformats.org/drawingml/2006/main">
              <a:ext uri="{FF2B5EF4-FFF2-40B4-BE49-F238E27FC236}">
                <a16:creationId xmlns:a16="http://schemas.microsoft.com/office/drawing/2014/main" id="{66D6A243-C70C-48E8-B057-ABE9A96A3FD0}"/>
              </a:ext>
            </a:extLst>
          </p:cNvPr>
          <p:cNvSpPr>
            <a:spLocks xmlns:a="http://schemas.openxmlformats.org/drawingml/2006/main" noGrp="1"/>
          </p:cNvSpPr>
          <p:nvPr/>
        </p:nvSpPr>
        <p:spPr>
          <a:xfrm xmlns:a="http://schemas.openxmlformats.org/drawingml/2006/main">
            <a:off x="18326100" y="10953750"/>
            <a:ext cx="5467350" cy="1676400"/>
          </a:xfrm>
          <a:prstGeom xmlns:a="http://schemas.openxmlformats.org/drawingml/2006/main" prst="rect">
            <a:avLst/>
          </a:prstGeom>
          <a:solidFill xmlns:a="http://schemas.openxmlformats.org/drawingml/2006/main">
            <a:srgbClr val="FFFFFF"/>
          </a:solidFill>
          <a:ln xmlns:a="http://schemas.openxmlformats.org/drawingml/2006/main" w="38100">
            <a:solidFill>
              <a:srgbClr val="4472C4"/>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103" name="">
            <a:extLst xmlns:a="http://schemas.openxmlformats.org/drawingml/2006/main">
              <a:ext uri="{FF2B5EF4-FFF2-40B4-BE49-F238E27FC236}">
                <a16:creationId xmlns:a16="http://schemas.microsoft.com/office/drawing/2014/main" id="{A0BC428E-EB7A-45FD-8EC6-95713533BFEE}"/>
              </a:ext>
            </a:extLst>
          </p:cNvPr>
          <p:cNvSpPr>
            <a:spLocks xmlns:a="http://schemas.openxmlformats.org/drawingml/2006/main" noGrp="1"/>
          </p:cNvSpPr>
          <p:nvPr/>
        </p:nvSpPr>
        <p:spPr>
          <a:xfrm xmlns:a="http://schemas.openxmlformats.org/drawingml/2006/main">
            <a:off x="18326100" y="10953750"/>
            <a:ext cx="742950" cy="1676400"/>
          </a:xfrm>
          <a:prstGeom xmlns:a="http://schemas.openxmlformats.org/drawingml/2006/main" prst="rect">
            <a:avLst/>
          </a:prstGeom>
          <a:solidFill xmlns:a="http://schemas.openxmlformats.org/drawingml/2006/main">
            <a:srgbClr val="4472C4"/>
          </a:solidFill>
          <a:ln xmlns:a="http://schemas.openxmlformats.org/drawingml/2006/main" w="0">
            <a:solidFill>
              <a:srgbClr val="4472C4"/>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104" name="">
            <a:extLst xmlns:a="http://schemas.openxmlformats.org/drawingml/2006/main">
              <a:ext uri="{FF2B5EF4-FFF2-40B4-BE49-F238E27FC236}">
                <a16:creationId xmlns:a16="http://schemas.microsoft.com/office/drawing/2014/main" id="{D916C457-32CD-41C0-84EB-71CCA79DF695}"/>
              </a:ext>
            </a:extLst>
          </p:cNvPr>
          <p:cNvSpPr>
            <a:spLocks xmlns:a="http://schemas.openxmlformats.org/drawingml/2006/main" noGrp="1"/>
          </p:cNvSpPr>
          <p:nvPr/>
        </p:nvSpPr>
        <p:spPr>
          <a:xfrm xmlns:a="http://schemas.openxmlformats.org/drawingml/2006/main">
            <a:off x="18326100" y="11258550"/>
            <a:ext cx="74295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buNone/>
              <a:defRPr sz="2250" b="1">
                <a:solidFill>
                  <a:srgbClr val="FFFFFF"/>
                </a:solidFill>
                <a:latin typeface="Malgun Gothic"/>
                <a:ea typeface="Malgun Gothic"/>
                <a:cs typeface="Malgun Gothic"/>
              </a:defRPr>
            </a:pPr>
            <a:r>
              <a:rPr sz="2250" b="1">
                <a:solidFill>
                  <a:srgbClr val="FFFFFF"/>
                </a:solidFill>
                <a:latin typeface="Malgun Gothic"/>
                <a:ea typeface="Malgun Gothic"/>
                <a:cs typeface="Malgun Gothic"/>
              </a:rPr>
              <a:t>.</a:t>
            </a:r>
          </a:p>
        </p:txBody>
      </p:sp>
      <p:sp>
        <p:nvSpPr>
          <p:cNvPr id="105" name="">
            <a:extLst xmlns:a="http://schemas.openxmlformats.org/drawingml/2006/main">
              <a:ext uri="{FF2B5EF4-FFF2-40B4-BE49-F238E27FC236}">
                <a16:creationId xmlns:a16="http://schemas.microsoft.com/office/drawing/2014/main" id="{0CA2E9DE-188F-4E49-869C-AB5090EB939D}"/>
              </a:ext>
            </a:extLst>
          </p:cNvPr>
          <p:cNvSpPr>
            <a:spLocks xmlns:a="http://schemas.openxmlformats.org/drawingml/2006/main" noGrp="1"/>
          </p:cNvSpPr>
          <p:nvPr/>
        </p:nvSpPr>
        <p:spPr>
          <a:xfrm xmlns:a="http://schemas.openxmlformats.org/drawingml/2006/main">
            <a:off x="19278600" y="11220450"/>
            <a:ext cx="43053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625" b="1">
                <a:solidFill>
                  <a:srgbClr val="2B2A55"/>
                </a:solidFill>
                <a:latin typeface="Malgun Gothic"/>
                <a:ea typeface="Malgun Gothic"/>
                <a:cs typeface="Malgun Gothic"/>
              </a:defRPr>
            </a:pPr>
            <a:r>
              <a:rPr sz="2625" b="1">
                <a:solidFill>
                  <a:srgbClr val="FFFFFF"/>
                </a:solidFill>
                <a:latin typeface="Malgun Gothic"/>
                <a:ea typeface="Malgun Gothic"/>
                <a:cs typeface="Malgun Gothic"/>
              </a:rPr>
              <a:t>.</a:t>
            </a:r>
          </a:p>
        </p:txBody>
      </p:sp>
      <p:sp>
        <p:nvSpPr>
          <p:cNvPr id="106" name="">
            <a:extLst xmlns:a="http://schemas.openxmlformats.org/drawingml/2006/main">
              <a:ext uri="{FF2B5EF4-FFF2-40B4-BE49-F238E27FC236}">
                <a16:creationId xmlns:a16="http://schemas.microsoft.com/office/drawing/2014/main" id="{54B678A8-06A6-4C9D-9391-4B90B1EC505B}"/>
              </a:ext>
            </a:extLst>
          </p:cNvPr>
          <p:cNvSpPr>
            <a:spLocks xmlns:a="http://schemas.openxmlformats.org/drawingml/2006/main" noGrp="1"/>
          </p:cNvSpPr>
          <p:nvPr/>
        </p:nvSpPr>
        <p:spPr>
          <a:xfrm xmlns:a="http://schemas.openxmlformats.org/drawingml/2006/main">
            <a:off x="19278600" y="11734800"/>
            <a:ext cx="4305300" cy="742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800" b="0">
                <a:solidFill>
                  <a:srgbClr val="4C4F73"/>
                </a:solidFill>
                <a:latin typeface="Malgun Gothic"/>
                <a:ea typeface="Malgun Gothic"/>
                <a:cs typeface="Malgun Gothic"/>
              </a:defRPr>
            </a:pPr>
            <a:r>
              <a:rPr sz="1800" b="0">
                <a:solidFill>
                  <a:srgbClr val="FFFFFF"/>
                </a:solidFill>
                <a:latin typeface="Malgun Gothic"/>
                <a:ea typeface="Malgun Gothic"/>
                <a:cs typeface="Malgun Gothic"/>
              </a:rPr>
              <a:t>.</a:t>
            </a:r>
          </a:p>
        </p:txBody>
      </p:sp>
      <p:sp>
        <p:nvSpPr>
          <p:cNvPr id="107" name="">
            <a:extLst xmlns:a="http://schemas.openxmlformats.org/drawingml/2006/main">
              <a:ext uri="{FF2B5EF4-FFF2-40B4-BE49-F238E27FC236}">
                <a16:creationId xmlns:a16="http://schemas.microsoft.com/office/drawing/2014/main" id="{D1471C67-0214-443C-B561-7E4BE933B887}"/>
              </a:ext>
            </a:extLst>
          </p:cNvPr>
          <p:cNvSpPr>
            <a:spLocks xmlns:a="http://schemas.openxmlformats.org/drawingml/2006/main" noGrp="1"/>
          </p:cNvSpPr>
          <p:nvPr/>
        </p:nvSpPr>
        <p:spPr>
          <a:xfrm xmlns:a="http://schemas.openxmlformats.org/drawingml/2006/main">
            <a:off x="23793450" y="11696700"/>
            <a:ext cx="323850" cy="190500"/>
          </a:xfrm>
          <a:prstGeom xmlns:a="http://schemas.openxmlformats.org/drawingml/2006/main" prst="rect">
            <a:avLst/>
          </a:prstGeom>
          <a:solidFill xmlns:a="http://schemas.openxmlformats.org/drawingml/2006/main">
            <a:srgbClr val="25214E"/>
          </a:solidFill>
          <a:ln xmlns:a="http://schemas.openxmlformats.org/drawingml/2006/main" w="0">
            <a:solidFill>
              <a:srgbClr val="25214E"/>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108" name="">
            <a:extLst xmlns:a="http://schemas.openxmlformats.org/drawingml/2006/main">
              <a:ext uri="{FF2B5EF4-FFF2-40B4-BE49-F238E27FC236}">
                <a16:creationId xmlns:a16="http://schemas.microsoft.com/office/drawing/2014/main" id="{8FC83F21-E1A1-4BE0-B19D-D9B5FFDCC102}"/>
              </a:ext>
            </a:extLst>
          </p:cNvPr>
          <p:cNvSpPr>
            <a:spLocks xmlns:a="http://schemas.openxmlformats.org/drawingml/2006/main" noGrp="1"/>
          </p:cNvSpPr>
          <p:nvPr/>
        </p:nvSpPr>
        <p:spPr>
          <a:xfrm xmlns:a="http://schemas.openxmlformats.org/drawingml/2006/main">
            <a:off x="24117300" y="10953750"/>
            <a:ext cx="5467350" cy="1676400"/>
          </a:xfrm>
          <a:prstGeom xmlns:a="http://schemas.openxmlformats.org/drawingml/2006/main" prst="rect">
            <a:avLst/>
          </a:prstGeom>
          <a:solidFill xmlns:a="http://schemas.openxmlformats.org/drawingml/2006/main">
            <a:srgbClr val="FFFFFF"/>
          </a:solidFill>
          <a:ln xmlns:a="http://schemas.openxmlformats.org/drawingml/2006/main" w="38100">
            <a:solidFill>
              <a:srgbClr val="6F5AA7"/>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109" name="">
            <a:extLst xmlns:a="http://schemas.openxmlformats.org/drawingml/2006/main">
              <a:ext uri="{FF2B5EF4-FFF2-40B4-BE49-F238E27FC236}">
                <a16:creationId xmlns:a16="http://schemas.microsoft.com/office/drawing/2014/main" id="{4FD1F098-ABA5-4EE7-8108-D63EE09D0143}"/>
              </a:ext>
            </a:extLst>
          </p:cNvPr>
          <p:cNvSpPr>
            <a:spLocks xmlns:a="http://schemas.openxmlformats.org/drawingml/2006/main" noGrp="1"/>
          </p:cNvSpPr>
          <p:nvPr/>
        </p:nvSpPr>
        <p:spPr>
          <a:xfrm xmlns:a="http://schemas.openxmlformats.org/drawingml/2006/main">
            <a:off x="24117300" y="10953750"/>
            <a:ext cx="742950" cy="1676400"/>
          </a:xfrm>
          <a:prstGeom xmlns:a="http://schemas.openxmlformats.org/drawingml/2006/main" prst="rect">
            <a:avLst/>
          </a:prstGeom>
          <a:solidFill xmlns:a="http://schemas.openxmlformats.org/drawingml/2006/main">
            <a:srgbClr val="6F5AA7"/>
          </a:solidFill>
          <a:ln xmlns:a="http://schemas.openxmlformats.org/drawingml/2006/main" w="0">
            <a:solidFill>
              <a:srgbClr val="6F5AA7"/>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110" name="">
            <a:extLst xmlns:a="http://schemas.openxmlformats.org/drawingml/2006/main">
              <a:ext uri="{FF2B5EF4-FFF2-40B4-BE49-F238E27FC236}">
                <a16:creationId xmlns:a16="http://schemas.microsoft.com/office/drawing/2014/main" id="{4889BE82-DF27-4350-BF15-76F111F21A3A}"/>
              </a:ext>
            </a:extLst>
          </p:cNvPr>
          <p:cNvSpPr>
            <a:spLocks xmlns:a="http://schemas.openxmlformats.org/drawingml/2006/main" noGrp="1"/>
          </p:cNvSpPr>
          <p:nvPr/>
        </p:nvSpPr>
        <p:spPr>
          <a:xfrm xmlns:a="http://schemas.openxmlformats.org/drawingml/2006/main">
            <a:off x="24117300" y="11258550"/>
            <a:ext cx="74295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buNone/>
              <a:defRPr sz="2250" b="1">
                <a:solidFill>
                  <a:srgbClr val="FFFFFF"/>
                </a:solidFill>
                <a:latin typeface="Malgun Gothic"/>
                <a:ea typeface="Malgun Gothic"/>
                <a:cs typeface="Malgun Gothic"/>
              </a:defRPr>
            </a:pPr>
            <a:r>
              <a:rPr sz="2250" b="1">
                <a:solidFill>
                  <a:srgbClr val="FFFFFF"/>
                </a:solidFill>
                <a:latin typeface="Malgun Gothic"/>
                <a:ea typeface="Malgun Gothic"/>
                <a:cs typeface="Malgun Gothic"/>
              </a:rPr>
              <a:t>.</a:t>
            </a:r>
          </a:p>
        </p:txBody>
      </p:sp>
      <p:sp>
        <p:nvSpPr>
          <p:cNvPr id="111" name="">
            <a:extLst xmlns:a="http://schemas.openxmlformats.org/drawingml/2006/main">
              <a:ext uri="{FF2B5EF4-FFF2-40B4-BE49-F238E27FC236}">
                <a16:creationId xmlns:a16="http://schemas.microsoft.com/office/drawing/2014/main" id="{82EAD730-8D9E-4A83-9D9C-9C00A2B66229}"/>
              </a:ext>
            </a:extLst>
          </p:cNvPr>
          <p:cNvSpPr>
            <a:spLocks xmlns:a="http://schemas.openxmlformats.org/drawingml/2006/main" noGrp="1"/>
          </p:cNvSpPr>
          <p:nvPr/>
        </p:nvSpPr>
        <p:spPr>
          <a:xfrm xmlns:a="http://schemas.openxmlformats.org/drawingml/2006/main">
            <a:off x="25069800" y="11220450"/>
            <a:ext cx="43053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625" b="1">
                <a:solidFill>
                  <a:srgbClr val="2B2A55"/>
                </a:solidFill>
                <a:latin typeface="Malgun Gothic"/>
                <a:ea typeface="Malgun Gothic"/>
                <a:cs typeface="Malgun Gothic"/>
              </a:defRPr>
            </a:pPr>
            <a:r>
              <a:rPr sz="2625" b="1">
                <a:solidFill>
                  <a:srgbClr val="FFFFFF"/>
                </a:solidFill>
                <a:latin typeface="Malgun Gothic"/>
                <a:ea typeface="Malgun Gothic"/>
                <a:cs typeface="Malgun Gothic"/>
              </a:rPr>
              <a:t>.</a:t>
            </a:r>
          </a:p>
        </p:txBody>
      </p:sp>
      <p:sp>
        <p:nvSpPr>
          <p:cNvPr id="112" name="">
            <a:extLst xmlns:a="http://schemas.openxmlformats.org/drawingml/2006/main">
              <a:ext uri="{FF2B5EF4-FFF2-40B4-BE49-F238E27FC236}">
                <a16:creationId xmlns:a16="http://schemas.microsoft.com/office/drawing/2014/main" id="{CCA652EB-7EF5-480A-8F8C-B2345B0D4332}"/>
              </a:ext>
            </a:extLst>
          </p:cNvPr>
          <p:cNvSpPr>
            <a:spLocks xmlns:a="http://schemas.openxmlformats.org/drawingml/2006/main" noGrp="1"/>
          </p:cNvSpPr>
          <p:nvPr/>
        </p:nvSpPr>
        <p:spPr>
          <a:xfrm xmlns:a="http://schemas.openxmlformats.org/drawingml/2006/main">
            <a:off x="25069800" y="11734800"/>
            <a:ext cx="4305300" cy="742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800" b="0">
                <a:solidFill>
                  <a:srgbClr val="4C4F73"/>
                </a:solidFill>
                <a:latin typeface="Malgun Gothic"/>
                <a:ea typeface="Malgun Gothic"/>
                <a:cs typeface="Malgun Gothic"/>
              </a:defRPr>
            </a:pPr>
            <a:r>
              <a:rPr sz="1800" b="0">
                <a:solidFill>
                  <a:srgbClr val="FFFFFF"/>
                </a:solidFill>
                <a:latin typeface="Malgun Gothic"/>
                <a:ea typeface="Malgun Gothic"/>
                <a:cs typeface="Malgun Gothic"/>
              </a:rPr>
              <a:t>.</a:t>
            </a:r>
          </a:p>
        </p:txBody>
      </p:sp>
      <p:sp>
        <p:nvSpPr>
          <p:cNvPr id="113" name="">
            <a:extLst xmlns:a="http://schemas.openxmlformats.org/drawingml/2006/main">
              <a:ext uri="{FF2B5EF4-FFF2-40B4-BE49-F238E27FC236}">
                <a16:creationId xmlns:a16="http://schemas.microsoft.com/office/drawing/2014/main" id="{A47AD564-3700-4358-B9FA-888F204CAAD0}"/>
              </a:ext>
            </a:extLst>
          </p:cNvPr>
          <p:cNvSpPr>
            <a:spLocks xmlns:a="http://schemas.openxmlformats.org/drawingml/2006/main" noGrp="1"/>
          </p:cNvSpPr>
          <p:nvPr/>
        </p:nvSpPr>
        <p:spPr>
          <a:xfrm xmlns:a="http://schemas.openxmlformats.org/drawingml/2006/main">
            <a:off x="7667625" y="13392150"/>
            <a:ext cx="6286500" cy="1123950"/>
          </a:xfrm>
          <a:prstGeom xmlns:a="http://schemas.openxmlformats.org/drawingml/2006/main" prst="rect">
            <a:avLst/>
          </a:prstGeom>
          <a:solidFill xmlns:a="http://schemas.openxmlformats.org/drawingml/2006/main">
            <a:srgbClr val="F2F7FF"/>
          </a:solidFill>
          <a:ln xmlns:a="http://schemas.openxmlformats.org/drawingml/2006/main" w="28575">
            <a:solidFill>
              <a:srgbClr val="4472C4"/>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114" name="">
            <a:extLst xmlns:a="http://schemas.openxmlformats.org/drawingml/2006/main">
              <a:ext uri="{FF2B5EF4-FFF2-40B4-BE49-F238E27FC236}">
                <a16:creationId xmlns:a16="http://schemas.microsoft.com/office/drawing/2014/main" id="{B7AAC6D6-11E2-4A8B-8A48-B1034AECEA72}"/>
              </a:ext>
            </a:extLst>
          </p:cNvPr>
          <p:cNvSpPr>
            <a:spLocks xmlns:a="http://schemas.openxmlformats.org/drawingml/2006/main" noGrp="1"/>
          </p:cNvSpPr>
          <p:nvPr/>
        </p:nvSpPr>
        <p:spPr>
          <a:xfrm xmlns:a="http://schemas.openxmlformats.org/drawingml/2006/main">
            <a:off x="7858125" y="13601700"/>
            <a:ext cx="5905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2025" b="1">
                <a:solidFill>
                  <a:srgbClr val="2B2A55"/>
                </a:solidFill>
                <a:latin typeface="Malgun Gothic"/>
                <a:ea typeface="Malgun Gothic"/>
                <a:cs typeface="Malgun Gothic"/>
              </a:defRPr>
            </a:pPr>
            <a:r>
              <a:rPr sz="2025" b="1">
                <a:solidFill>
                  <a:srgbClr val="FFFFFF"/>
                </a:solidFill>
                <a:latin typeface="Malgun Gothic"/>
                <a:ea typeface="Malgun Gothic"/>
                <a:cs typeface="Malgun Gothic"/>
              </a:rPr>
              <a:t>.</a:t>
            </a:r>
          </a:p>
        </p:txBody>
      </p:sp>
      <p:sp>
        <p:nvSpPr>
          <p:cNvPr id="115" name="">
            <a:extLst xmlns:a="http://schemas.openxmlformats.org/drawingml/2006/main">
              <a:ext uri="{FF2B5EF4-FFF2-40B4-BE49-F238E27FC236}">
                <a16:creationId xmlns:a16="http://schemas.microsoft.com/office/drawing/2014/main" id="{2174E983-8E3C-4B58-B27E-58A5C16E860B}"/>
              </a:ext>
            </a:extLst>
          </p:cNvPr>
          <p:cNvSpPr>
            <a:spLocks xmlns:a="http://schemas.openxmlformats.org/drawingml/2006/main" noGrp="1"/>
          </p:cNvSpPr>
          <p:nvPr/>
        </p:nvSpPr>
        <p:spPr>
          <a:xfrm xmlns:a="http://schemas.openxmlformats.org/drawingml/2006/main">
            <a:off x="7858125" y="13973175"/>
            <a:ext cx="590550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1650" b="0">
                <a:solidFill>
                  <a:srgbClr val="4C4F73"/>
                </a:solidFill>
                <a:latin typeface="Malgun Gothic"/>
                <a:ea typeface="Malgun Gothic"/>
                <a:cs typeface="Malgun Gothic"/>
              </a:defRPr>
            </a:pPr>
            <a:r>
              <a:rPr sz="1650" b="0">
                <a:solidFill>
                  <a:srgbClr val="FFFFFF"/>
                </a:solidFill>
                <a:latin typeface="Malgun Gothic"/>
                <a:ea typeface="Malgun Gothic"/>
                <a:cs typeface="Malgun Gothic"/>
              </a:rPr>
              <a:t>.</a:t>
            </a:r>
          </a:p>
        </p:txBody>
      </p:sp>
      <p:sp>
        <p:nvSpPr>
          <p:cNvPr id="116" name="">
            <a:extLst xmlns:a="http://schemas.openxmlformats.org/drawingml/2006/main">
              <a:ext uri="{FF2B5EF4-FFF2-40B4-BE49-F238E27FC236}">
                <a16:creationId xmlns:a16="http://schemas.microsoft.com/office/drawing/2014/main" id="{9248A80D-4057-4705-BAA0-113CF7FE96C1}"/>
              </a:ext>
            </a:extLst>
          </p:cNvPr>
          <p:cNvSpPr>
            <a:spLocks xmlns:a="http://schemas.openxmlformats.org/drawingml/2006/main" noGrp="1"/>
          </p:cNvSpPr>
          <p:nvPr/>
        </p:nvSpPr>
        <p:spPr>
          <a:xfrm xmlns:a="http://schemas.openxmlformats.org/drawingml/2006/main">
            <a:off x="16525875" y="13392150"/>
            <a:ext cx="6286500" cy="1123950"/>
          </a:xfrm>
          <a:prstGeom xmlns:a="http://schemas.openxmlformats.org/drawingml/2006/main" prst="rect">
            <a:avLst/>
          </a:prstGeom>
          <a:solidFill xmlns:a="http://schemas.openxmlformats.org/drawingml/2006/main">
            <a:srgbClr val="F3F0FF"/>
          </a:solidFill>
          <a:ln xmlns:a="http://schemas.openxmlformats.org/drawingml/2006/main" w="28575">
            <a:solidFill>
              <a:srgbClr val="6F5AA7"/>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117" name="">
            <a:extLst xmlns:a="http://schemas.openxmlformats.org/drawingml/2006/main">
              <a:ext uri="{FF2B5EF4-FFF2-40B4-BE49-F238E27FC236}">
                <a16:creationId xmlns:a16="http://schemas.microsoft.com/office/drawing/2014/main" id="{7B47003A-7DE5-49DB-955E-DF399452B9AD}"/>
              </a:ext>
            </a:extLst>
          </p:cNvPr>
          <p:cNvSpPr>
            <a:spLocks xmlns:a="http://schemas.openxmlformats.org/drawingml/2006/main" noGrp="1"/>
          </p:cNvSpPr>
          <p:nvPr/>
        </p:nvSpPr>
        <p:spPr>
          <a:xfrm xmlns:a="http://schemas.openxmlformats.org/drawingml/2006/main">
            <a:off x="16716375" y="13601700"/>
            <a:ext cx="5905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2025" b="1">
                <a:solidFill>
                  <a:srgbClr val="2B2A55"/>
                </a:solidFill>
                <a:latin typeface="Malgun Gothic"/>
                <a:ea typeface="Malgun Gothic"/>
                <a:cs typeface="Malgun Gothic"/>
              </a:defRPr>
            </a:pPr>
            <a:r>
              <a:rPr sz="2025" b="1">
                <a:solidFill>
                  <a:srgbClr val="FFFFFF"/>
                </a:solidFill>
                <a:latin typeface="Malgun Gothic"/>
                <a:ea typeface="Malgun Gothic"/>
                <a:cs typeface="Malgun Gothic"/>
              </a:rPr>
              <a:t>.</a:t>
            </a:r>
          </a:p>
        </p:txBody>
      </p:sp>
      <p:sp>
        <p:nvSpPr>
          <p:cNvPr id="118" name="">
            <a:extLst xmlns:a="http://schemas.openxmlformats.org/drawingml/2006/main">
              <a:ext uri="{FF2B5EF4-FFF2-40B4-BE49-F238E27FC236}">
                <a16:creationId xmlns:a16="http://schemas.microsoft.com/office/drawing/2014/main" id="{713C4106-B0D1-4F89-88E8-E8C7BD9A710D}"/>
              </a:ext>
            </a:extLst>
          </p:cNvPr>
          <p:cNvSpPr>
            <a:spLocks xmlns:a="http://schemas.openxmlformats.org/drawingml/2006/main" noGrp="1"/>
          </p:cNvSpPr>
          <p:nvPr/>
        </p:nvSpPr>
        <p:spPr>
          <a:xfrm xmlns:a="http://schemas.openxmlformats.org/drawingml/2006/main">
            <a:off x="16716375" y="13973175"/>
            <a:ext cx="590550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1650" b="0">
                <a:solidFill>
                  <a:srgbClr val="4C4F73"/>
                </a:solidFill>
                <a:latin typeface="Malgun Gothic"/>
                <a:ea typeface="Malgun Gothic"/>
                <a:cs typeface="Malgun Gothic"/>
              </a:defRPr>
            </a:pPr>
            <a:r>
              <a:rPr sz="1650" b="0">
                <a:solidFill>
                  <a:srgbClr val="FFFFFF"/>
                </a:solidFill>
                <a:latin typeface="Malgun Gothic"/>
                <a:ea typeface="Malgun Gothic"/>
                <a:cs typeface="Malgun Gothic"/>
              </a:rPr>
              <a:t>.</a:t>
            </a:r>
          </a:p>
        </p:txBody>
      </p:sp>
      <p:sp>
        <p:nvSpPr>
          <p:cNvPr id="119" name="">
            <a:extLst xmlns:a="http://schemas.openxmlformats.org/drawingml/2006/main">
              <a:ext uri="{FF2B5EF4-FFF2-40B4-BE49-F238E27FC236}">
                <a16:creationId xmlns:a16="http://schemas.microsoft.com/office/drawing/2014/main" id="{DA1B3ECC-CC20-4F2C-A662-B9EE15C02640}"/>
              </a:ext>
            </a:extLst>
          </p:cNvPr>
          <p:cNvSpPr>
            <a:spLocks xmlns:a="http://schemas.openxmlformats.org/drawingml/2006/main" noGrp="1"/>
          </p:cNvSpPr>
          <p:nvPr/>
        </p:nvSpPr>
        <p:spPr>
          <a:xfrm xmlns:a="http://schemas.openxmlformats.org/drawingml/2006/main">
            <a:off x="10715625" y="12630150"/>
            <a:ext cx="152400" cy="762000"/>
          </a:xfrm>
          <a:prstGeom xmlns:a="http://schemas.openxmlformats.org/drawingml/2006/main" prst="rect">
            <a:avLst/>
          </a:prstGeom>
          <a:solidFill xmlns:a="http://schemas.openxmlformats.org/drawingml/2006/main">
            <a:srgbClr val="4472C4"/>
          </a:solidFill>
          <a:ln xmlns:a="http://schemas.openxmlformats.org/drawingml/2006/main" w="0">
            <a:solidFill>
              <a:srgbClr val="4472C4"/>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120" name="">
            <a:extLst xmlns:a="http://schemas.openxmlformats.org/drawingml/2006/main">
              <a:ext uri="{FF2B5EF4-FFF2-40B4-BE49-F238E27FC236}">
                <a16:creationId xmlns:a16="http://schemas.microsoft.com/office/drawing/2014/main" id="{D9EB9193-3FE7-422A-AEB4-9FBEFBE58421}"/>
              </a:ext>
            </a:extLst>
          </p:cNvPr>
          <p:cNvSpPr>
            <a:spLocks xmlns:a="http://schemas.openxmlformats.org/drawingml/2006/main" noGrp="1"/>
          </p:cNvSpPr>
          <p:nvPr/>
        </p:nvSpPr>
        <p:spPr>
          <a:xfrm xmlns:a="http://schemas.openxmlformats.org/drawingml/2006/main">
            <a:off x="19564350" y="12630150"/>
            <a:ext cx="152400" cy="762000"/>
          </a:xfrm>
          <a:prstGeom xmlns:a="http://schemas.openxmlformats.org/drawingml/2006/main" prst="rect">
            <a:avLst/>
          </a:prstGeom>
          <a:solidFill xmlns:a="http://schemas.openxmlformats.org/drawingml/2006/main">
            <a:srgbClr val="6F5AA7"/>
          </a:solidFill>
          <a:ln xmlns:a="http://schemas.openxmlformats.org/drawingml/2006/main" w="0">
            <a:solidFill>
              <a:srgbClr val="6F5AA7"/>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121" name="">
            <a:extLst xmlns:a="http://schemas.openxmlformats.org/drawingml/2006/main">
              <a:ext uri="{FF2B5EF4-FFF2-40B4-BE49-F238E27FC236}">
                <a16:creationId xmlns:a16="http://schemas.microsoft.com/office/drawing/2014/main" id="{A470D8E1-AF03-4B89-B800-54518082530D}"/>
              </a:ext>
            </a:extLst>
          </p:cNvPr>
          <p:cNvSpPr>
            <a:spLocks xmlns:a="http://schemas.openxmlformats.org/drawingml/2006/main" noGrp="1"/>
          </p:cNvSpPr>
          <p:nvPr/>
        </p:nvSpPr>
        <p:spPr>
          <a:xfrm xmlns:a="http://schemas.openxmlformats.org/drawingml/2006/main">
            <a:off x="952500" y="17383125"/>
            <a:ext cx="13906500" cy="10191750"/>
          </a:xfrm>
          <a:prstGeom xmlns:a="http://schemas.openxmlformats.org/drawingml/2006/main" prst="rect">
            <a:avLst/>
          </a:prstGeom>
          <a:solidFill xmlns:a="http://schemas.openxmlformats.org/drawingml/2006/main">
            <a:srgbClr val="FFFFFF"/>
          </a:solidFill>
          <a:ln xmlns:a="http://schemas.openxmlformats.org/drawingml/2006/main" w="19050">
            <a:solidFill>
              <a:srgbClr val="CED6E8"/>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122" name="">
            <a:extLst xmlns:a="http://schemas.openxmlformats.org/drawingml/2006/main">
              <a:ext uri="{FF2B5EF4-FFF2-40B4-BE49-F238E27FC236}">
                <a16:creationId xmlns:a16="http://schemas.microsoft.com/office/drawing/2014/main" id="{831EB42F-EAF9-4B74-9338-3C6ADD0C4F36}"/>
              </a:ext>
            </a:extLst>
          </p:cNvPr>
          <p:cNvSpPr>
            <a:spLocks xmlns:a="http://schemas.openxmlformats.org/drawingml/2006/main" noGrp="1"/>
          </p:cNvSpPr>
          <p:nvPr/>
        </p:nvSpPr>
        <p:spPr>
          <a:xfrm xmlns:a="http://schemas.openxmlformats.org/drawingml/2006/main">
            <a:off x="952500" y="17383125"/>
            <a:ext cx="114300" cy="10191750"/>
          </a:xfrm>
          <a:prstGeom xmlns:a="http://schemas.openxmlformats.org/drawingml/2006/main" prst="rect">
            <a:avLst/>
          </a:prstGeom>
          <a:solidFill xmlns:a="http://schemas.openxmlformats.org/drawingml/2006/main">
            <a:srgbClr val="4472C4"/>
          </a:solidFill>
          <a:ln xmlns:a="http://schemas.openxmlformats.org/drawingml/2006/main" w="0">
            <a:solidFill>
              <a:srgbClr val="4472C4"/>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123" name="">
            <a:extLst xmlns:a="http://schemas.openxmlformats.org/drawingml/2006/main">
              <a:ext uri="{FF2B5EF4-FFF2-40B4-BE49-F238E27FC236}">
                <a16:creationId xmlns:a16="http://schemas.microsoft.com/office/drawing/2014/main" id="{0CEEA514-0D4D-496C-96BA-A3E7A05254C3}"/>
              </a:ext>
            </a:extLst>
          </p:cNvPr>
          <p:cNvSpPr>
            <a:spLocks xmlns:a="http://schemas.openxmlformats.org/drawingml/2006/main" noGrp="1"/>
          </p:cNvSpPr>
          <p:nvPr/>
        </p:nvSpPr>
        <p:spPr>
          <a:xfrm xmlns:a="http://schemas.openxmlformats.org/drawingml/2006/main">
            <a:off x="1276350" y="17630775"/>
            <a:ext cx="1323975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3300" b="1">
                <a:solidFill>
                  <a:srgbClr val="2B2A55"/>
                </a:solidFill>
                <a:latin typeface="Malgun Gothic"/>
                <a:ea typeface="Malgun Gothic"/>
                <a:cs typeface="Malgun Gothic"/>
              </a:defRPr>
            </a:pPr>
            <a:r>
              <a:rPr sz="3300" b="1">
                <a:solidFill>
                  <a:srgbClr val="FFFFFF"/>
                </a:solidFill>
                <a:latin typeface="Malgun Gothic"/>
                <a:ea typeface="Malgun Gothic"/>
                <a:cs typeface="Malgun Gothic"/>
              </a:rPr>
              <a:t>.</a:t>
            </a:r>
          </a:p>
        </p:txBody>
      </p:sp>
      <p:sp>
        <p:nvSpPr>
          <p:cNvPr id="124" name="">
            <a:extLst xmlns:a="http://schemas.openxmlformats.org/drawingml/2006/main">
              <a:ext uri="{FF2B5EF4-FFF2-40B4-BE49-F238E27FC236}">
                <a16:creationId xmlns:a16="http://schemas.microsoft.com/office/drawing/2014/main" id="{0267613E-6FF2-4B16-8557-9594C80B957E}"/>
              </a:ext>
            </a:extLst>
          </p:cNvPr>
          <p:cNvSpPr>
            <a:spLocks xmlns:a="http://schemas.openxmlformats.org/drawingml/2006/main" noGrp="1"/>
          </p:cNvSpPr>
          <p:nvPr/>
        </p:nvSpPr>
        <p:spPr>
          <a:xfrm xmlns:a="http://schemas.openxmlformats.org/drawingml/2006/main">
            <a:off x="1333500" y="18278475"/>
            <a:ext cx="285750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950" b="1">
                <a:solidFill>
                  <a:srgbClr val="4C4F73"/>
                </a:solidFill>
                <a:latin typeface="Malgun Gothic"/>
                <a:ea typeface="Malgun Gothic"/>
                <a:cs typeface="Malgun Gothic"/>
              </a:defRPr>
            </a:pPr>
            <a:r>
              <a:rPr sz="1950" b="1">
                <a:solidFill>
                  <a:srgbClr val="FFFFFF"/>
                </a:solidFill>
                <a:latin typeface="Malgun Gothic"/>
                <a:ea typeface="Malgun Gothic"/>
                <a:cs typeface="Malgun Gothic"/>
              </a:rPr>
              <a:t>.</a:t>
            </a:r>
          </a:p>
        </p:txBody>
      </p:sp>
      <p:sp>
        <p:nvSpPr>
          <p:cNvPr id="125" name="">
            <a:extLst xmlns:a="http://schemas.openxmlformats.org/drawingml/2006/main">
              <a:ext uri="{FF2B5EF4-FFF2-40B4-BE49-F238E27FC236}">
                <a16:creationId xmlns:a16="http://schemas.microsoft.com/office/drawing/2014/main" id="{66E5B701-86E9-4A73-9D2D-E84BD258428A}"/>
              </a:ext>
            </a:extLst>
          </p:cNvPr>
          <p:cNvSpPr>
            <a:spLocks xmlns:a="http://schemas.openxmlformats.org/drawingml/2006/main" noGrp="1"/>
          </p:cNvSpPr>
          <p:nvPr/>
        </p:nvSpPr>
        <p:spPr>
          <a:xfrm xmlns:a="http://schemas.openxmlformats.org/drawingml/2006/main">
            <a:off x="4429125" y="18278475"/>
            <a:ext cx="285750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950" b="1">
                <a:solidFill>
                  <a:srgbClr val="4C4F73"/>
                </a:solidFill>
                <a:latin typeface="Malgun Gothic"/>
                <a:ea typeface="Malgun Gothic"/>
                <a:cs typeface="Malgun Gothic"/>
              </a:defRPr>
            </a:pPr>
            <a:r>
              <a:rPr sz="1950" b="1">
                <a:solidFill>
                  <a:srgbClr val="FFFFFF"/>
                </a:solidFill>
                <a:latin typeface="Malgun Gothic"/>
                <a:ea typeface="Malgun Gothic"/>
                <a:cs typeface="Malgun Gothic"/>
              </a:rPr>
              <a:t>.</a:t>
            </a:r>
          </a:p>
        </p:txBody>
      </p:sp>
      <p:sp>
        <p:nvSpPr>
          <p:cNvPr id="126" name="">
            <a:extLst xmlns:a="http://schemas.openxmlformats.org/drawingml/2006/main">
              <a:ext uri="{FF2B5EF4-FFF2-40B4-BE49-F238E27FC236}">
                <a16:creationId xmlns:a16="http://schemas.microsoft.com/office/drawing/2014/main" id="{513AEEEE-6EE7-41BF-AFD8-D5EDB4583521}"/>
              </a:ext>
            </a:extLst>
          </p:cNvPr>
          <p:cNvSpPr>
            <a:spLocks xmlns:a="http://schemas.openxmlformats.org/drawingml/2006/main" noGrp="1"/>
          </p:cNvSpPr>
          <p:nvPr/>
        </p:nvSpPr>
        <p:spPr>
          <a:xfrm xmlns:a="http://schemas.openxmlformats.org/drawingml/2006/main">
            <a:off x="8048625" y="18278475"/>
            <a:ext cx="619125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950" b="1">
                <a:solidFill>
                  <a:srgbClr val="4472C4"/>
                </a:solidFill>
                <a:latin typeface="Malgun Gothic"/>
                <a:ea typeface="Malgun Gothic"/>
                <a:cs typeface="Malgun Gothic"/>
              </a:defRPr>
            </a:pPr>
            <a:r>
              <a:rPr sz="1950" b="1">
                <a:solidFill>
                  <a:srgbClr val="FFFFFF"/>
                </a:solidFill>
                <a:latin typeface="Malgun Gothic"/>
                <a:ea typeface="Malgun Gothic"/>
                <a:cs typeface="Malgun Gothic"/>
              </a:rPr>
              <a:t>.</a:t>
            </a:r>
          </a:p>
        </p:txBody>
      </p:sp>
      <p:sp>
        <p:nvSpPr>
          <p:cNvPr id="127" name="">
            <a:extLst xmlns:a="http://schemas.openxmlformats.org/drawingml/2006/main">
              <a:ext uri="{FF2B5EF4-FFF2-40B4-BE49-F238E27FC236}">
                <a16:creationId xmlns:a16="http://schemas.microsoft.com/office/drawing/2014/main" id="{90CCCFBA-88DF-41C6-B57C-F3270DF53AF8}"/>
              </a:ext>
            </a:extLst>
          </p:cNvPr>
          <p:cNvSpPr>
            <a:spLocks xmlns:a="http://schemas.openxmlformats.org/drawingml/2006/main" noGrp="1"/>
          </p:cNvSpPr>
          <p:nvPr/>
        </p:nvSpPr>
        <p:spPr>
          <a:xfrm xmlns:a="http://schemas.openxmlformats.org/drawingml/2006/main">
            <a:off x="1276350" y="18507075"/>
            <a:ext cx="13258800" cy="9525"/>
          </a:xfrm>
          <a:prstGeom xmlns:a="http://schemas.openxmlformats.org/drawingml/2006/main" prst="rect">
            <a:avLst/>
          </a:prstGeom>
          <a:solidFill xmlns:a="http://schemas.openxmlformats.org/drawingml/2006/main">
            <a:srgbClr val="D7DEEC"/>
          </a:solidFill>
          <a:ln xmlns:a="http://schemas.openxmlformats.org/drawingml/2006/main" w="0">
            <a:solidFill>
              <a:srgbClr val="D7DEEC"/>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128" name="">
            <a:extLst xmlns:a="http://schemas.openxmlformats.org/drawingml/2006/main">
              <a:ext uri="{FF2B5EF4-FFF2-40B4-BE49-F238E27FC236}">
                <a16:creationId xmlns:a16="http://schemas.microsoft.com/office/drawing/2014/main" id="{AED2EA83-6164-48AE-99CD-22E6EF9A5B9D}"/>
              </a:ext>
            </a:extLst>
          </p:cNvPr>
          <p:cNvSpPr>
            <a:spLocks xmlns:a="http://schemas.openxmlformats.org/drawingml/2006/main" noGrp="1"/>
          </p:cNvSpPr>
          <p:nvPr/>
        </p:nvSpPr>
        <p:spPr>
          <a:xfrm xmlns:a="http://schemas.openxmlformats.org/drawingml/2006/main">
            <a:off x="1333500" y="18830925"/>
            <a:ext cx="2571750" cy="590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250" b="1">
                <a:solidFill>
                  <a:srgbClr val="2B2A55"/>
                </a:solidFill>
                <a:latin typeface="Malgun Gothic"/>
                <a:ea typeface="Malgun Gothic"/>
                <a:cs typeface="Malgun Gothic"/>
              </a:defRPr>
            </a:pPr>
            <a:r>
              <a:rPr sz="2250" b="1">
                <a:solidFill>
                  <a:srgbClr val="FFFFFF"/>
                </a:solidFill>
                <a:latin typeface="Malgun Gothic"/>
                <a:ea typeface="Malgun Gothic"/>
                <a:cs typeface="Malgun Gothic"/>
              </a:rPr>
              <a:t>.</a:t>
            </a:r>
          </a:p>
        </p:txBody>
      </p:sp>
      <p:sp>
        <p:nvSpPr>
          <p:cNvPr id="129" name="">
            <a:extLst xmlns:a="http://schemas.openxmlformats.org/drawingml/2006/main">
              <a:ext uri="{FF2B5EF4-FFF2-40B4-BE49-F238E27FC236}">
                <a16:creationId xmlns:a16="http://schemas.microsoft.com/office/drawing/2014/main" id="{F6F6631D-83CF-415C-A322-072D20F82BB8}"/>
              </a:ext>
            </a:extLst>
          </p:cNvPr>
          <p:cNvSpPr>
            <a:spLocks xmlns:a="http://schemas.openxmlformats.org/drawingml/2006/main" noGrp="1"/>
          </p:cNvSpPr>
          <p:nvPr/>
        </p:nvSpPr>
        <p:spPr>
          <a:xfrm xmlns:a="http://schemas.openxmlformats.org/drawingml/2006/main">
            <a:off x="4429125" y="18830925"/>
            <a:ext cx="3048000" cy="819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025" b="0">
                <a:solidFill>
                  <a:srgbClr val="4C4F73"/>
                </a:solidFill>
                <a:latin typeface="Malgun Gothic"/>
                <a:ea typeface="Malgun Gothic"/>
                <a:cs typeface="Malgun Gothic"/>
              </a:defRPr>
            </a:pPr>
            <a:r>
              <a:rPr sz="2025" b="0">
                <a:solidFill>
                  <a:srgbClr val="FFFFFF"/>
                </a:solidFill>
                <a:latin typeface="Malgun Gothic"/>
                <a:ea typeface="Malgun Gothic"/>
                <a:cs typeface="Malgun Gothic"/>
              </a:rPr>
              <a:t>.</a:t>
            </a:r>
          </a:p>
        </p:txBody>
      </p:sp>
      <p:sp>
        <p:nvSpPr>
          <p:cNvPr id="130" name="">
            <a:extLst xmlns:a="http://schemas.openxmlformats.org/drawingml/2006/main">
              <a:ext uri="{FF2B5EF4-FFF2-40B4-BE49-F238E27FC236}">
                <a16:creationId xmlns:a16="http://schemas.microsoft.com/office/drawing/2014/main" id="{6E5C53F4-C9E5-4EF0-B266-4A33EA270100}"/>
              </a:ext>
            </a:extLst>
          </p:cNvPr>
          <p:cNvSpPr>
            <a:spLocks xmlns:a="http://schemas.openxmlformats.org/drawingml/2006/main" noGrp="1"/>
          </p:cNvSpPr>
          <p:nvPr/>
        </p:nvSpPr>
        <p:spPr>
          <a:xfrm xmlns:a="http://schemas.openxmlformats.org/drawingml/2006/main">
            <a:off x="8048625" y="18773775"/>
            <a:ext cx="6096000" cy="1047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025" b="1">
                <a:solidFill>
                  <a:srgbClr val="2B2A55"/>
                </a:solidFill>
                <a:latin typeface="Malgun Gothic"/>
                <a:ea typeface="Malgun Gothic"/>
                <a:cs typeface="Malgun Gothic"/>
              </a:defRPr>
            </a:pPr>
            <a:r>
              <a:rPr sz="2025" b="1">
                <a:solidFill>
                  <a:srgbClr val="FFFFFF"/>
                </a:solidFill>
                <a:latin typeface="Malgun Gothic"/>
                <a:ea typeface="Malgun Gothic"/>
                <a:cs typeface="Malgun Gothic"/>
              </a:rPr>
              <a:t>.</a:t>
            </a:r>
          </a:p>
        </p:txBody>
      </p:sp>
      <p:sp>
        <p:nvSpPr>
          <p:cNvPr id="131" name="">
            <a:extLst xmlns:a="http://schemas.openxmlformats.org/drawingml/2006/main">
              <a:ext uri="{FF2B5EF4-FFF2-40B4-BE49-F238E27FC236}">
                <a16:creationId xmlns:a16="http://schemas.microsoft.com/office/drawing/2014/main" id="{68A7347C-4540-49F0-AFF2-4A193FEE3398}"/>
              </a:ext>
            </a:extLst>
          </p:cNvPr>
          <p:cNvSpPr>
            <a:spLocks xmlns:a="http://schemas.openxmlformats.org/drawingml/2006/main" noGrp="1"/>
          </p:cNvSpPr>
          <p:nvPr/>
        </p:nvSpPr>
        <p:spPr>
          <a:xfrm xmlns:a="http://schemas.openxmlformats.org/drawingml/2006/main">
            <a:off x="1276350" y="20583525"/>
            <a:ext cx="13258800" cy="9525"/>
          </a:xfrm>
          <a:prstGeom xmlns:a="http://schemas.openxmlformats.org/drawingml/2006/main" prst="rect">
            <a:avLst/>
          </a:prstGeom>
          <a:solidFill xmlns:a="http://schemas.openxmlformats.org/drawingml/2006/main">
            <a:srgbClr val="D7DEEC"/>
          </a:solidFill>
          <a:ln xmlns:a="http://schemas.openxmlformats.org/drawingml/2006/main" w="0">
            <a:solidFill>
              <a:srgbClr val="D7DEEC"/>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132" name="">
            <a:extLst xmlns:a="http://schemas.openxmlformats.org/drawingml/2006/main">
              <a:ext uri="{FF2B5EF4-FFF2-40B4-BE49-F238E27FC236}">
                <a16:creationId xmlns:a16="http://schemas.microsoft.com/office/drawing/2014/main" id="{FBCE5815-A8A9-4198-ACAA-A4B6EE9EC5BF}"/>
              </a:ext>
            </a:extLst>
          </p:cNvPr>
          <p:cNvSpPr>
            <a:spLocks xmlns:a="http://schemas.openxmlformats.org/drawingml/2006/main" noGrp="1"/>
          </p:cNvSpPr>
          <p:nvPr/>
        </p:nvSpPr>
        <p:spPr>
          <a:xfrm xmlns:a="http://schemas.openxmlformats.org/drawingml/2006/main">
            <a:off x="1333500" y="20907375"/>
            <a:ext cx="2571750" cy="590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250" b="1">
                <a:solidFill>
                  <a:srgbClr val="2B2A55"/>
                </a:solidFill>
                <a:latin typeface="Malgun Gothic"/>
                <a:ea typeface="Malgun Gothic"/>
                <a:cs typeface="Malgun Gothic"/>
              </a:defRPr>
            </a:pPr>
            <a:r>
              <a:rPr sz="2250" b="1">
                <a:solidFill>
                  <a:srgbClr val="FFFFFF"/>
                </a:solidFill>
                <a:latin typeface="Malgun Gothic"/>
                <a:ea typeface="Malgun Gothic"/>
                <a:cs typeface="Malgun Gothic"/>
              </a:rPr>
              <a:t>.</a:t>
            </a:r>
          </a:p>
        </p:txBody>
      </p:sp>
      <p:sp>
        <p:nvSpPr>
          <p:cNvPr id="133" name="">
            <a:extLst xmlns:a="http://schemas.openxmlformats.org/drawingml/2006/main">
              <a:ext uri="{FF2B5EF4-FFF2-40B4-BE49-F238E27FC236}">
                <a16:creationId xmlns:a16="http://schemas.microsoft.com/office/drawing/2014/main" id="{5772F494-3453-49B1-81F1-77BBB5903A29}"/>
              </a:ext>
            </a:extLst>
          </p:cNvPr>
          <p:cNvSpPr>
            <a:spLocks xmlns:a="http://schemas.openxmlformats.org/drawingml/2006/main" noGrp="1"/>
          </p:cNvSpPr>
          <p:nvPr/>
        </p:nvSpPr>
        <p:spPr>
          <a:xfrm xmlns:a="http://schemas.openxmlformats.org/drawingml/2006/main">
            <a:off x="4429125" y="20907375"/>
            <a:ext cx="3048000" cy="819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025" b="0">
                <a:solidFill>
                  <a:srgbClr val="4C4F73"/>
                </a:solidFill>
                <a:latin typeface="Malgun Gothic"/>
                <a:ea typeface="Malgun Gothic"/>
                <a:cs typeface="Malgun Gothic"/>
              </a:defRPr>
            </a:pPr>
            <a:r>
              <a:rPr sz="2025" b="0">
                <a:solidFill>
                  <a:srgbClr val="FFFFFF"/>
                </a:solidFill>
                <a:latin typeface="Malgun Gothic"/>
                <a:ea typeface="Malgun Gothic"/>
                <a:cs typeface="Malgun Gothic"/>
              </a:rPr>
              <a:t>.</a:t>
            </a:r>
          </a:p>
        </p:txBody>
      </p:sp>
      <p:sp>
        <p:nvSpPr>
          <p:cNvPr id="134" name="">
            <a:extLst xmlns:a="http://schemas.openxmlformats.org/drawingml/2006/main">
              <a:ext uri="{FF2B5EF4-FFF2-40B4-BE49-F238E27FC236}">
                <a16:creationId xmlns:a16="http://schemas.microsoft.com/office/drawing/2014/main" id="{48594EBA-525E-4395-9E40-91F5805B2B43}"/>
              </a:ext>
            </a:extLst>
          </p:cNvPr>
          <p:cNvSpPr>
            <a:spLocks xmlns:a="http://schemas.openxmlformats.org/drawingml/2006/main" noGrp="1"/>
          </p:cNvSpPr>
          <p:nvPr/>
        </p:nvSpPr>
        <p:spPr>
          <a:xfrm xmlns:a="http://schemas.openxmlformats.org/drawingml/2006/main">
            <a:off x="8048625" y="20850225"/>
            <a:ext cx="6096000" cy="1047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025" b="1">
                <a:solidFill>
                  <a:srgbClr val="2B2A55"/>
                </a:solidFill>
                <a:latin typeface="Malgun Gothic"/>
                <a:ea typeface="Malgun Gothic"/>
                <a:cs typeface="Malgun Gothic"/>
              </a:defRPr>
            </a:pPr>
            <a:r>
              <a:rPr sz="2025" b="1">
                <a:solidFill>
                  <a:srgbClr val="FFFFFF"/>
                </a:solidFill>
                <a:latin typeface="Malgun Gothic"/>
                <a:ea typeface="Malgun Gothic"/>
                <a:cs typeface="Malgun Gothic"/>
              </a:rPr>
              <a:t>.</a:t>
            </a:r>
          </a:p>
        </p:txBody>
      </p:sp>
      <p:sp>
        <p:nvSpPr>
          <p:cNvPr id="135" name="">
            <a:extLst xmlns:a="http://schemas.openxmlformats.org/drawingml/2006/main">
              <a:ext uri="{FF2B5EF4-FFF2-40B4-BE49-F238E27FC236}">
                <a16:creationId xmlns:a16="http://schemas.microsoft.com/office/drawing/2014/main" id="{41F9B167-3335-4154-AE46-03FB46BF54B3}"/>
              </a:ext>
            </a:extLst>
          </p:cNvPr>
          <p:cNvSpPr>
            <a:spLocks xmlns:a="http://schemas.openxmlformats.org/drawingml/2006/main" noGrp="1"/>
          </p:cNvSpPr>
          <p:nvPr/>
        </p:nvSpPr>
        <p:spPr>
          <a:xfrm xmlns:a="http://schemas.openxmlformats.org/drawingml/2006/main">
            <a:off x="1276350" y="22659975"/>
            <a:ext cx="13258800" cy="9525"/>
          </a:xfrm>
          <a:prstGeom xmlns:a="http://schemas.openxmlformats.org/drawingml/2006/main" prst="rect">
            <a:avLst/>
          </a:prstGeom>
          <a:solidFill xmlns:a="http://schemas.openxmlformats.org/drawingml/2006/main">
            <a:srgbClr val="D7DEEC"/>
          </a:solidFill>
          <a:ln xmlns:a="http://schemas.openxmlformats.org/drawingml/2006/main" w="0">
            <a:solidFill>
              <a:srgbClr val="D7DEEC"/>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136" name="">
            <a:extLst xmlns:a="http://schemas.openxmlformats.org/drawingml/2006/main">
              <a:ext uri="{FF2B5EF4-FFF2-40B4-BE49-F238E27FC236}">
                <a16:creationId xmlns:a16="http://schemas.microsoft.com/office/drawing/2014/main" id="{979CA263-2F48-45BC-BCDD-206428E61049}"/>
              </a:ext>
            </a:extLst>
          </p:cNvPr>
          <p:cNvSpPr>
            <a:spLocks xmlns:a="http://schemas.openxmlformats.org/drawingml/2006/main" noGrp="1"/>
          </p:cNvSpPr>
          <p:nvPr/>
        </p:nvSpPr>
        <p:spPr>
          <a:xfrm xmlns:a="http://schemas.openxmlformats.org/drawingml/2006/main">
            <a:off x="1333500" y="22983825"/>
            <a:ext cx="2571750" cy="590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250" b="1">
                <a:solidFill>
                  <a:srgbClr val="2B2A55"/>
                </a:solidFill>
                <a:latin typeface="Malgun Gothic"/>
                <a:ea typeface="Malgun Gothic"/>
                <a:cs typeface="Malgun Gothic"/>
              </a:defRPr>
            </a:pPr>
            <a:r>
              <a:rPr sz="2250" b="1">
                <a:solidFill>
                  <a:srgbClr val="FFFFFF"/>
                </a:solidFill>
                <a:latin typeface="Malgun Gothic"/>
                <a:ea typeface="Malgun Gothic"/>
                <a:cs typeface="Malgun Gothic"/>
              </a:rPr>
              <a:t>.</a:t>
            </a:r>
          </a:p>
        </p:txBody>
      </p:sp>
      <p:sp>
        <p:nvSpPr>
          <p:cNvPr id="137" name="">
            <a:extLst xmlns:a="http://schemas.openxmlformats.org/drawingml/2006/main">
              <a:ext uri="{FF2B5EF4-FFF2-40B4-BE49-F238E27FC236}">
                <a16:creationId xmlns:a16="http://schemas.microsoft.com/office/drawing/2014/main" id="{7391960F-3458-448A-9F17-DED2E00165B6}"/>
              </a:ext>
            </a:extLst>
          </p:cNvPr>
          <p:cNvSpPr>
            <a:spLocks xmlns:a="http://schemas.openxmlformats.org/drawingml/2006/main" noGrp="1"/>
          </p:cNvSpPr>
          <p:nvPr/>
        </p:nvSpPr>
        <p:spPr>
          <a:xfrm xmlns:a="http://schemas.openxmlformats.org/drawingml/2006/main">
            <a:off x="4429125" y="22983825"/>
            <a:ext cx="3048000" cy="819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025" b="0">
                <a:solidFill>
                  <a:srgbClr val="4C4F73"/>
                </a:solidFill>
                <a:latin typeface="Malgun Gothic"/>
                <a:ea typeface="Malgun Gothic"/>
                <a:cs typeface="Malgun Gothic"/>
              </a:defRPr>
            </a:pPr>
            <a:r>
              <a:rPr sz="2025" b="0">
                <a:solidFill>
                  <a:srgbClr val="FFFFFF"/>
                </a:solidFill>
                <a:latin typeface="Malgun Gothic"/>
                <a:ea typeface="Malgun Gothic"/>
                <a:cs typeface="Malgun Gothic"/>
              </a:rPr>
              <a:t>.</a:t>
            </a:r>
          </a:p>
        </p:txBody>
      </p:sp>
      <p:sp>
        <p:nvSpPr>
          <p:cNvPr id="138" name="">
            <a:extLst xmlns:a="http://schemas.openxmlformats.org/drawingml/2006/main">
              <a:ext uri="{FF2B5EF4-FFF2-40B4-BE49-F238E27FC236}">
                <a16:creationId xmlns:a16="http://schemas.microsoft.com/office/drawing/2014/main" id="{DFD43880-9258-46FE-99BA-6C738FE2F2F4}"/>
              </a:ext>
            </a:extLst>
          </p:cNvPr>
          <p:cNvSpPr>
            <a:spLocks xmlns:a="http://schemas.openxmlformats.org/drawingml/2006/main" noGrp="1"/>
          </p:cNvSpPr>
          <p:nvPr/>
        </p:nvSpPr>
        <p:spPr>
          <a:xfrm xmlns:a="http://schemas.openxmlformats.org/drawingml/2006/main">
            <a:off x="8048625" y="22926675"/>
            <a:ext cx="6096000" cy="1047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025" b="1">
                <a:solidFill>
                  <a:srgbClr val="2B2A55"/>
                </a:solidFill>
                <a:latin typeface="Malgun Gothic"/>
                <a:ea typeface="Malgun Gothic"/>
                <a:cs typeface="Malgun Gothic"/>
              </a:defRPr>
            </a:pPr>
            <a:r>
              <a:rPr sz="2025" b="1">
                <a:solidFill>
                  <a:srgbClr val="FFFFFF"/>
                </a:solidFill>
                <a:latin typeface="Malgun Gothic"/>
                <a:ea typeface="Malgun Gothic"/>
                <a:cs typeface="Malgun Gothic"/>
              </a:rPr>
              <a:t>.</a:t>
            </a:r>
          </a:p>
        </p:txBody>
      </p:sp>
      <p:sp>
        <p:nvSpPr>
          <p:cNvPr id="139" name="">
            <a:extLst xmlns:a="http://schemas.openxmlformats.org/drawingml/2006/main">
              <a:ext uri="{FF2B5EF4-FFF2-40B4-BE49-F238E27FC236}">
                <a16:creationId xmlns:a16="http://schemas.microsoft.com/office/drawing/2014/main" id="{F29A18C0-8B05-44D1-A969-E4995456D1D0}"/>
              </a:ext>
            </a:extLst>
          </p:cNvPr>
          <p:cNvSpPr>
            <a:spLocks xmlns:a="http://schemas.openxmlformats.org/drawingml/2006/main" noGrp="1"/>
          </p:cNvSpPr>
          <p:nvPr/>
        </p:nvSpPr>
        <p:spPr>
          <a:xfrm xmlns:a="http://schemas.openxmlformats.org/drawingml/2006/main">
            <a:off x="1276350" y="24736425"/>
            <a:ext cx="13258800" cy="9525"/>
          </a:xfrm>
          <a:prstGeom xmlns:a="http://schemas.openxmlformats.org/drawingml/2006/main" prst="rect">
            <a:avLst/>
          </a:prstGeom>
          <a:solidFill xmlns:a="http://schemas.openxmlformats.org/drawingml/2006/main">
            <a:srgbClr val="D7DEEC"/>
          </a:solidFill>
          <a:ln xmlns:a="http://schemas.openxmlformats.org/drawingml/2006/main" w="0">
            <a:solidFill>
              <a:srgbClr val="D7DEEC"/>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140" name="">
            <a:extLst xmlns:a="http://schemas.openxmlformats.org/drawingml/2006/main">
              <a:ext uri="{FF2B5EF4-FFF2-40B4-BE49-F238E27FC236}">
                <a16:creationId xmlns:a16="http://schemas.microsoft.com/office/drawing/2014/main" id="{CF96EA13-389C-45AE-B2B3-882B506072A6}"/>
              </a:ext>
            </a:extLst>
          </p:cNvPr>
          <p:cNvSpPr>
            <a:spLocks xmlns:a="http://schemas.openxmlformats.org/drawingml/2006/main" noGrp="1"/>
          </p:cNvSpPr>
          <p:nvPr/>
        </p:nvSpPr>
        <p:spPr>
          <a:xfrm xmlns:a="http://schemas.openxmlformats.org/drawingml/2006/main">
            <a:off x="1333500" y="25060275"/>
            <a:ext cx="2571750" cy="590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250" b="1">
                <a:solidFill>
                  <a:srgbClr val="2B2A55"/>
                </a:solidFill>
                <a:latin typeface="Malgun Gothic"/>
                <a:ea typeface="Malgun Gothic"/>
                <a:cs typeface="Malgun Gothic"/>
              </a:defRPr>
            </a:pPr>
            <a:r>
              <a:rPr sz="2250" b="1">
                <a:solidFill>
                  <a:srgbClr val="FFFFFF"/>
                </a:solidFill>
                <a:latin typeface="Malgun Gothic"/>
                <a:ea typeface="Malgun Gothic"/>
                <a:cs typeface="Malgun Gothic"/>
              </a:rPr>
              <a:t>.</a:t>
            </a:r>
          </a:p>
        </p:txBody>
      </p:sp>
      <p:sp>
        <p:nvSpPr>
          <p:cNvPr id="141" name="">
            <a:extLst xmlns:a="http://schemas.openxmlformats.org/drawingml/2006/main">
              <a:ext uri="{FF2B5EF4-FFF2-40B4-BE49-F238E27FC236}">
                <a16:creationId xmlns:a16="http://schemas.microsoft.com/office/drawing/2014/main" id="{1AA363C4-9C4A-4EE0-80D5-4A289A1CAEAF}"/>
              </a:ext>
            </a:extLst>
          </p:cNvPr>
          <p:cNvSpPr>
            <a:spLocks xmlns:a="http://schemas.openxmlformats.org/drawingml/2006/main" noGrp="1"/>
          </p:cNvSpPr>
          <p:nvPr/>
        </p:nvSpPr>
        <p:spPr>
          <a:xfrm xmlns:a="http://schemas.openxmlformats.org/drawingml/2006/main">
            <a:off x="4429125" y="25060275"/>
            <a:ext cx="3048000" cy="819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025" b="0">
                <a:solidFill>
                  <a:srgbClr val="4C4F73"/>
                </a:solidFill>
                <a:latin typeface="Malgun Gothic"/>
                <a:ea typeface="Malgun Gothic"/>
                <a:cs typeface="Malgun Gothic"/>
              </a:defRPr>
            </a:pPr>
            <a:r>
              <a:rPr sz="2025" b="0">
                <a:solidFill>
                  <a:srgbClr val="FFFFFF"/>
                </a:solidFill>
                <a:latin typeface="Malgun Gothic"/>
                <a:ea typeface="Malgun Gothic"/>
                <a:cs typeface="Malgun Gothic"/>
              </a:rPr>
              <a:t>.</a:t>
            </a:r>
          </a:p>
        </p:txBody>
      </p:sp>
      <p:sp>
        <p:nvSpPr>
          <p:cNvPr id="142" name="">
            <a:extLst xmlns:a="http://schemas.openxmlformats.org/drawingml/2006/main">
              <a:ext uri="{FF2B5EF4-FFF2-40B4-BE49-F238E27FC236}">
                <a16:creationId xmlns:a16="http://schemas.microsoft.com/office/drawing/2014/main" id="{4FF72264-3DDD-48E4-AC5A-E0188C1A750F}"/>
              </a:ext>
            </a:extLst>
          </p:cNvPr>
          <p:cNvSpPr>
            <a:spLocks xmlns:a="http://schemas.openxmlformats.org/drawingml/2006/main" noGrp="1"/>
          </p:cNvSpPr>
          <p:nvPr/>
        </p:nvSpPr>
        <p:spPr>
          <a:xfrm xmlns:a="http://schemas.openxmlformats.org/drawingml/2006/main">
            <a:off x="8048625" y="25003125"/>
            <a:ext cx="6096000" cy="1047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025" b="1">
                <a:solidFill>
                  <a:srgbClr val="2B2A55"/>
                </a:solidFill>
                <a:latin typeface="Malgun Gothic"/>
                <a:ea typeface="Malgun Gothic"/>
                <a:cs typeface="Malgun Gothic"/>
              </a:defRPr>
            </a:pPr>
            <a:r>
              <a:rPr sz="2025" b="1">
                <a:solidFill>
                  <a:srgbClr val="FFFFFF"/>
                </a:solidFill>
                <a:latin typeface="Malgun Gothic"/>
                <a:ea typeface="Malgun Gothic"/>
                <a:cs typeface="Malgun Gothic"/>
              </a:rPr>
              <a:t>.</a:t>
            </a:r>
          </a:p>
        </p:txBody>
      </p:sp>
      <p:sp>
        <p:nvSpPr>
          <p:cNvPr id="143" name="">
            <a:extLst xmlns:a="http://schemas.openxmlformats.org/drawingml/2006/main">
              <a:ext uri="{FF2B5EF4-FFF2-40B4-BE49-F238E27FC236}">
                <a16:creationId xmlns:a16="http://schemas.microsoft.com/office/drawing/2014/main" id="{EF1F7314-A11B-4535-8D3A-F3AC682B2378}"/>
              </a:ext>
            </a:extLst>
          </p:cNvPr>
          <p:cNvSpPr>
            <a:spLocks xmlns:a="http://schemas.openxmlformats.org/drawingml/2006/main" noGrp="1"/>
          </p:cNvSpPr>
          <p:nvPr/>
        </p:nvSpPr>
        <p:spPr>
          <a:xfrm xmlns:a="http://schemas.openxmlformats.org/drawingml/2006/main">
            <a:off x="15621000" y="17383125"/>
            <a:ext cx="13906500" cy="10191750"/>
          </a:xfrm>
          <a:prstGeom xmlns:a="http://schemas.openxmlformats.org/drawingml/2006/main" prst="rect">
            <a:avLst/>
          </a:prstGeom>
          <a:solidFill xmlns:a="http://schemas.openxmlformats.org/drawingml/2006/main">
            <a:srgbClr val="FFFFFF"/>
          </a:solidFill>
          <a:ln xmlns:a="http://schemas.openxmlformats.org/drawingml/2006/main" w="19050">
            <a:solidFill>
              <a:srgbClr val="CED6E8"/>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144" name="">
            <a:extLst xmlns:a="http://schemas.openxmlformats.org/drawingml/2006/main">
              <a:ext uri="{FF2B5EF4-FFF2-40B4-BE49-F238E27FC236}">
                <a16:creationId xmlns:a16="http://schemas.microsoft.com/office/drawing/2014/main" id="{5D3063DB-AB2D-42AC-818E-393D52B67E15}"/>
              </a:ext>
            </a:extLst>
          </p:cNvPr>
          <p:cNvSpPr>
            <a:spLocks xmlns:a="http://schemas.openxmlformats.org/drawingml/2006/main" noGrp="1"/>
          </p:cNvSpPr>
          <p:nvPr/>
        </p:nvSpPr>
        <p:spPr>
          <a:xfrm xmlns:a="http://schemas.openxmlformats.org/drawingml/2006/main">
            <a:off x="15621000" y="17383125"/>
            <a:ext cx="114300" cy="10191750"/>
          </a:xfrm>
          <a:prstGeom xmlns:a="http://schemas.openxmlformats.org/drawingml/2006/main" prst="rect">
            <a:avLst/>
          </a:prstGeom>
          <a:solidFill xmlns:a="http://schemas.openxmlformats.org/drawingml/2006/main">
            <a:srgbClr val="4472C4"/>
          </a:solidFill>
          <a:ln xmlns:a="http://schemas.openxmlformats.org/drawingml/2006/main" w="0">
            <a:solidFill>
              <a:srgbClr val="4472C4"/>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145" name="">
            <a:extLst xmlns:a="http://schemas.openxmlformats.org/drawingml/2006/main">
              <a:ext uri="{FF2B5EF4-FFF2-40B4-BE49-F238E27FC236}">
                <a16:creationId xmlns:a16="http://schemas.microsoft.com/office/drawing/2014/main" id="{95BB8F94-EC85-4BEB-B0FE-42D1AF98828F}"/>
              </a:ext>
            </a:extLst>
          </p:cNvPr>
          <p:cNvSpPr>
            <a:spLocks xmlns:a="http://schemas.openxmlformats.org/drawingml/2006/main" noGrp="1"/>
          </p:cNvSpPr>
          <p:nvPr/>
        </p:nvSpPr>
        <p:spPr>
          <a:xfrm xmlns:a="http://schemas.openxmlformats.org/drawingml/2006/main">
            <a:off x="15944850" y="17630775"/>
            <a:ext cx="1323975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3300" b="1">
                <a:solidFill>
                  <a:srgbClr val="2B2A55"/>
                </a:solidFill>
                <a:latin typeface="Malgun Gothic"/>
                <a:ea typeface="Malgun Gothic"/>
                <a:cs typeface="Malgun Gothic"/>
              </a:defRPr>
            </a:pPr>
            <a:r>
              <a:rPr sz="3300" b="1">
                <a:solidFill>
                  <a:srgbClr val="FFFFFF"/>
                </a:solidFill>
                <a:latin typeface="Malgun Gothic"/>
                <a:ea typeface="Malgun Gothic"/>
                <a:cs typeface="Malgun Gothic"/>
              </a:rPr>
              <a:t>.</a:t>
            </a:r>
          </a:p>
        </p:txBody>
      </p:sp>
      <p:sp>
        <p:nvSpPr>
          <p:cNvPr id="146" name="">
            <a:extLst xmlns:a="http://schemas.openxmlformats.org/drawingml/2006/main">
              <a:ext uri="{FF2B5EF4-FFF2-40B4-BE49-F238E27FC236}">
                <a16:creationId xmlns:a16="http://schemas.microsoft.com/office/drawing/2014/main" id="{F6349901-43E0-47F9-B40D-6AA373CA29B6}"/>
              </a:ext>
            </a:extLst>
          </p:cNvPr>
          <p:cNvSpPr>
            <a:spLocks xmlns:a="http://schemas.openxmlformats.org/drawingml/2006/main" noGrp="1"/>
          </p:cNvSpPr>
          <p:nvPr/>
        </p:nvSpPr>
        <p:spPr>
          <a:xfrm xmlns:a="http://schemas.openxmlformats.org/drawingml/2006/main">
            <a:off x="16059150" y="18526125"/>
            <a:ext cx="6286500" cy="2419350"/>
          </a:xfrm>
          <a:prstGeom xmlns:a="http://schemas.openxmlformats.org/drawingml/2006/main" prst="rect">
            <a:avLst/>
          </a:prstGeom>
          <a:solidFill xmlns:a="http://schemas.openxmlformats.org/drawingml/2006/main">
            <a:srgbClr val="F2F7FF"/>
          </a:solidFill>
          <a:ln xmlns:a="http://schemas.openxmlformats.org/drawingml/2006/main" w="19050">
            <a:solidFill>
              <a:srgbClr val="D8E0EE"/>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147" name="">
            <a:extLst xmlns:a="http://schemas.openxmlformats.org/drawingml/2006/main">
              <a:ext uri="{FF2B5EF4-FFF2-40B4-BE49-F238E27FC236}">
                <a16:creationId xmlns:a16="http://schemas.microsoft.com/office/drawing/2014/main" id="{E4369C25-B5A8-4D5B-A06B-D79498B5EA0C}"/>
              </a:ext>
            </a:extLst>
          </p:cNvPr>
          <p:cNvSpPr>
            <a:spLocks xmlns:a="http://schemas.openxmlformats.org/drawingml/2006/main" noGrp="1"/>
          </p:cNvSpPr>
          <p:nvPr/>
        </p:nvSpPr>
        <p:spPr>
          <a:xfrm xmlns:a="http://schemas.openxmlformats.org/drawingml/2006/main">
            <a:off x="16059150" y="18526125"/>
            <a:ext cx="95250" cy="2419350"/>
          </a:xfrm>
          <a:prstGeom xmlns:a="http://schemas.openxmlformats.org/drawingml/2006/main" prst="rect">
            <a:avLst/>
          </a:prstGeom>
          <a:solidFill xmlns:a="http://schemas.openxmlformats.org/drawingml/2006/main">
            <a:srgbClr val="4472C4"/>
          </a:solidFill>
          <a:ln xmlns:a="http://schemas.openxmlformats.org/drawingml/2006/main" w="0">
            <a:solidFill>
              <a:srgbClr val="4472C4"/>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148" name="">
            <a:extLst xmlns:a="http://schemas.openxmlformats.org/drawingml/2006/main">
              <a:ext uri="{FF2B5EF4-FFF2-40B4-BE49-F238E27FC236}">
                <a16:creationId xmlns:a16="http://schemas.microsoft.com/office/drawing/2014/main" id="{871C2C59-6987-46DE-8B6A-9651F71AAFC0}"/>
              </a:ext>
            </a:extLst>
          </p:cNvPr>
          <p:cNvSpPr>
            <a:spLocks xmlns:a="http://schemas.openxmlformats.org/drawingml/2006/main" noGrp="1"/>
          </p:cNvSpPr>
          <p:nvPr/>
        </p:nvSpPr>
        <p:spPr>
          <a:xfrm xmlns:a="http://schemas.openxmlformats.org/drawingml/2006/main">
            <a:off x="16383000" y="18792825"/>
            <a:ext cx="56959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250" b="1">
                <a:solidFill>
                  <a:srgbClr val="2B2A55"/>
                </a:solidFill>
                <a:latin typeface="Malgun Gothic"/>
                <a:ea typeface="Malgun Gothic"/>
                <a:cs typeface="Malgun Gothic"/>
              </a:defRPr>
            </a:pPr>
            <a:r>
              <a:rPr sz="2250" b="1">
                <a:solidFill>
                  <a:srgbClr val="FFFFFF"/>
                </a:solidFill>
                <a:latin typeface="Malgun Gothic"/>
                <a:ea typeface="Malgun Gothic"/>
                <a:cs typeface="Malgun Gothic"/>
              </a:rPr>
              <a:t>.</a:t>
            </a:r>
          </a:p>
        </p:txBody>
      </p:sp>
      <p:sp>
        <p:nvSpPr>
          <p:cNvPr id="149" name="">
            <a:extLst xmlns:a="http://schemas.openxmlformats.org/drawingml/2006/main">
              <a:ext uri="{FF2B5EF4-FFF2-40B4-BE49-F238E27FC236}">
                <a16:creationId xmlns:a16="http://schemas.microsoft.com/office/drawing/2014/main" id="{657D9D6F-559F-4084-9C9D-52CF0E341A3C}"/>
              </a:ext>
            </a:extLst>
          </p:cNvPr>
          <p:cNvSpPr>
            <a:spLocks xmlns:a="http://schemas.openxmlformats.org/drawingml/2006/main" noGrp="1"/>
          </p:cNvSpPr>
          <p:nvPr/>
        </p:nvSpPr>
        <p:spPr>
          <a:xfrm xmlns:a="http://schemas.openxmlformats.org/drawingml/2006/main">
            <a:off x="16383000" y="19307175"/>
            <a:ext cx="5695950" cy="1181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800" b="0">
                <a:solidFill>
                  <a:srgbClr val="4C4F73"/>
                </a:solidFill>
                <a:latin typeface="Malgun Gothic"/>
                <a:ea typeface="Malgun Gothic"/>
                <a:cs typeface="Malgun Gothic"/>
              </a:defRPr>
            </a:pPr>
            <a:r>
              <a:rPr sz="1800" b="0">
                <a:solidFill>
                  <a:srgbClr val="FFFFFF"/>
                </a:solidFill>
                <a:latin typeface="Malgun Gothic"/>
                <a:ea typeface="Malgun Gothic"/>
                <a:cs typeface="Malgun Gothic"/>
              </a:rPr>
              <a:t>.</a:t>
            </a:r>
          </a:p>
        </p:txBody>
      </p:sp>
      <p:sp>
        <p:nvSpPr>
          <p:cNvPr id="150" name="">
            <a:extLst xmlns:a="http://schemas.openxmlformats.org/drawingml/2006/main">
              <a:ext uri="{FF2B5EF4-FFF2-40B4-BE49-F238E27FC236}">
                <a16:creationId xmlns:a16="http://schemas.microsoft.com/office/drawing/2014/main" id="{7CD9D08E-801A-4E28-882C-6448DD661A4F}"/>
              </a:ext>
            </a:extLst>
          </p:cNvPr>
          <p:cNvSpPr>
            <a:spLocks xmlns:a="http://schemas.openxmlformats.org/drawingml/2006/main" noGrp="1"/>
          </p:cNvSpPr>
          <p:nvPr/>
        </p:nvSpPr>
        <p:spPr>
          <a:xfrm xmlns:a="http://schemas.openxmlformats.org/drawingml/2006/main">
            <a:off x="22860000" y="18526125"/>
            <a:ext cx="6286500" cy="2419350"/>
          </a:xfrm>
          <a:prstGeom xmlns:a="http://schemas.openxmlformats.org/drawingml/2006/main" prst="rect">
            <a:avLst/>
          </a:prstGeom>
          <a:solidFill xmlns:a="http://schemas.openxmlformats.org/drawingml/2006/main">
            <a:srgbClr val="FFF7E0"/>
          </a:solidFill>
          <a:ln xmlns:a="http://schemas.openxmlformats.org/drawingml/2006/main" w="19050">
            <a:solidFill>
              <a:srgbClr val="D8E0EE"/>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151" name="">
            <a:extLst xmlns:a="http://schemas.openxmlformats.org/drawingml/2006/main">
              <a:ext uri="{FF2B5EF4-FFF2-40B4-BE49-F238E27FC236}">
                <a16:creationId xmlns:a16="http://schemas.microsoft.com/office/drawing/2014/main" id="{E21F0B40-9C86-4ECB-B36A-0578EDF917BA}"/>
              </a:ext>
            </a:extLst>
          </p:cNvPr>
          <p:cNvSpPr>
            <a:spLocks xmlns:a="http://schemas.openxmlformats.org/drawingml/2006/main" noGrp="1"/>
          </p:cNvSpPr>
          <p:nvPr/>
        </p:nvSpPr>
        <p:spPr>
          <a:xfrm xmlns:a="http://schemas.openxmlformats.org/drawingml/2006/main">
            <a:off x="22860000" y="18526125"/>
            <a:ext cx="95250" cy="2419350"/>
          </a:xfrm>
          <a:prstGeom xmlns:a="http://schemas.openxmlformats.org/drawingml/2006/main" prst="rect">
            <a:avLst/>
          </a:prstGeom>
          <a:solidFill xmlns:a="http://schemas.openxmlformats.org/drawingml/2006/main">
            <a:srgbClr val="F4B321"/>
          </a:solidFill>
          <a:ln xmlns:a="http://schemas.openxmlformats.org/drawingml/2006/main" w="0">
            <a:solidFill>
              <a:srgbClr val="F4B321"/>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152" name="">
            <a:extLst xmlns:a="http://schemas.openxmlformats.org/drawingml/2006/main">
              <a:ext uri="{FF2B5EF4-FFF2-40B4-BE49-F238E27FC236}">
                <a16:creationId xmlns:a16="http://schemas.microsoft.com/office/drawing/2014/main" id="{276F52C1-4FE5-43DF-8836-5FFFC6FE5D09}"/>
              </a:ext>
            </a:extLst>
          </p:cNvPr>
          <p:cNvSpPr>
            <a:spLocks xmlns:a="http://schemas.openxmlformats.org/drawingml/2006/main" noGrp="1"/>
          </p:cNvSpPr>
          <p:nvPr/>
        </p:nvSpPr>
        <p:spPr>
          <a:xfrm xmlns:a="http://schemas.openxmlformats.org/drawingml/2006/main">
            <a:off x="23183850" y="18792825"/>
            <a:ext cx="56959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250" b="1">
                <a:solidFill>
                  <a:srgbClr val="2B2A55"/>
                </a:solidFill>
                <a:latin typeface="Malgun Gothic"/>
                <a:ea typeface="Malgun Gothic"/>
                <a:cs typeface="Malgun Gothic"/>
              </a:defRPr>
            </a:pPr>
            <a:r>
              <a:rPr sz="2250" b="1">
                <a:solidFill>
                  <a:srgbClr val="FFFFFF"/>
                </a:solidFill>
                <a:latin typeface="Malgun Gothic"/>
                <a:ea typeface="Malgun Gothic"/>
                <a:cs typeface="Malgun Gothic"/>
              </a:rPr>
              <a:t>.</a:t>
            </a:r>
          </a:p>
        </p:txBody>
      </p:sp>
      <p:sp>
        <p:nvSpPr>
          <p:cNvPr id="153" name="">
            <a:extLst xmlns:a="http://schemas.openxmlformats.org/drawingml/2006/main">
              <a:ext uri="{FF2B5EF4-FFF2-40B4-BE49-F238E27FC236}">
                <a16:creationId xmlns:a16="http://schemas.microsoft.com/office/drawing/2014/main" id="{88AD4E89-D4BC-4935-8D64-8F96D87E1A36}"/>
              </a:ext>
            </a:extLst>
          </p:cNvPr>
          <p:cNvSpPr>
            <a:spLocks xmlns:a="http://schemas.openxmlformats.org/drawingml/2006/main" noGrp="1"/>
          </p:cNvSpPr>
          <p:nvPr/>
        </p:nvSpPr>
        <p:spPr>
          <a:xfrm xmlns:a="http://schemas.openxmlformats.org/drawingml/2006/main">
            <a:off x="23183850" y="19307175"/>
            <a:ext cx="5695950" cy="1181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800" b="0">
                <a:solidFill>
                  <a:srgbClr val="4C4F73"/>
                </a:solidFill>
                <a:latin typeface="Malgun Gothic"/>
                <a:ea typeface="Malgun Gothic"/>
                <a:cs typeface="Malgun Gothic"/>
              </a:defRPr>
            </a:pPr>
            <a:r>
              <a:rPr sz="1800" b="0">
                <a:solidFill>
                  <a:srgbClr val="FFFFFF"/>
                </a:solidFill>
                <a:latin typeface="Malgun Gothic"/>
                <a:ea typeface="Malgun Gothic"/>
                <a:cs typeface="Malgun Gothic"/>
              </a:rPr>
              <a:t>.</a:t>
            </a:r>
          </a:p>
        </p:txBody>
      </p:sp>
      <p:sp>
        <p:nvSpPr>
          <p:cNvPr id="154" name="">
            <a:extLst xmlns:a="http://schemas.openxmlformats.org/drawingml/2006/main">
              <a:ext uri="{FF2B5EF4-FFF2-40B4-BE49-F238E27FC236}">
                <a16:creationId xmlns:a16="http://schemas.microsoft.com/office/drawing/2014/main" id="{6BE540AC-D6A2-4316-9D4F-C7B341AAA19D}"/>
              </a:ext>
            </a:extLst>
          </p:cNvPr>
          <p:cNvSpPr>
            <a:spLocks xmlns:a="http://schemas.openxmlformats.org/drawingml/2006/main" noGrp="1"/>
          </p:cNvSpPr>
          <p:nvPr/>
        </p:nvSpPr>
        <p:spPr>
          <a:xfrm xmlns:a="http://schemas.openxmlformats.org/drawingml/2006/main">
            <a:off x="16059150" y="21269325"/>
            <a:ext cx="6286500" cy="2419350"/>
          </a:xfrm>
          <a:prstGeom xmlns:a="http://schemas.openxmlformats.org/drawingml/2006/main" prst="rect">
            <a:avLst/>
          </a:prstGeom>
          <a:solidFill xmlns:a="http://schemas.openxmlformats.org/drawingml/2006/main">
            <a:srgbClr val="F5F8F1"/>
          </a:solidFill>
          <a:ln xmlns:a="http://schemas.openxmlformats.org/drawingml/2006/main" w="19050">
            <a:solidFill>
              <a:srgbClr val="D8E0EE"/>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155" name="">
            <a:extLst xmlns:a="http://schemas.openxmlformats.org/drawingml/2006/main">
              <a:ext uri="{FF2B5EF4-FFF2-40B4-BE49-F238E27FC236}">
                <a16:creationId xmlns:a16="http://schemas.microsoft.com/office/drawing/2014/main" id="{4DA45D03-3393-47A3-AFC3-55EFDDE12187}"/>
              </a:ext>
            </a:extLst>
          </p:cNvPr>
          <p:cNvSpPr>
            <a:spLocks xmlns:a="http://schemas.openxmlformats.org/drawingml/2006/main" noGrp="1"/>
          </p:cNvSpPr>
          <p:nvPr/>
        </p:nvSpPr>
        <p:spPr>
          <a:xfrm xmlns:a="http://schemas.openxmlformats.org/drawingml/2006/main">
            <a:off x="16059150" y="21269325"/>
            <a:ext cx="95250" cy="2419350"/>
          </a:xfrm>
          <a:prstGeom xmlns:a="http://schemas.openxmlformats.org/drawingml/2006/main" prst="rect">
            <a:avLst/>
          </a:prstGeom>
          <a:solidFill xmlns:a="http://schemas.openxmlformats.org/drawingml/2006/main">
            <a:srgbClr val="4B9A58"/>
          </a:solidFill>
          <a:ln xmlns:a="http://schemas.openxmlformats.org/drawingml/2006/main" w="0">
            <a:solidFill>
              <a:srgbClr val="4B9A58"/>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156" name="">
            <a:extLst xmlns:a="http://schemas.openxmlformats.org/drawingml/2006/main">
              <a:ext uri="{FF2B5EF4-FFF2-40B4-BE49-F238E27FC236}">
                <a16:creationId xmlns:a16="http://schemas.microsoft.com/office/drawing/2014/main" id="{507E6B4D-91DF-40DB-BD09-F7BD2F501595}"/>
              </a:ext>
            </a:extLst>
          </p:cNvPr>
          <p:cNvSpPr>
            <a:spLocks xmlns:a="http://schemas.openxmlformats.org/drawingml/2006/main" noGrp="1"/>
          </p:cNvSpPr>
          <p:nvPr/>
        </p:nvSpPr>
        <p:spPr>
          <a:xfrm xmlns:a="http://schemas.openxmlformats.org/drawingml/2006/main">
            <a:off x="16383000" y="21536025"/>
            <a:ext cx="56959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250" b="1">
                <a:solidFill>
                  <a:srgbClr val="2B2A55"/>
                </a:solidFill>
                <a:latin typeface="Malgun Gothic"/>
                <a:ea typeface="Malgun Gothic"/>
                <a:cs typeface="Malgun Gothic"/>
              </a:defRPr>
            </a:pPr>
            <a:r>
              <a:rPr sz="2250" b="1">
                <a:solidFill>
                  <a:srgbClr val="FFFFFF"/>
                </a:solidFill>
                <a:latin typeface="Malgun Gothic"/>
                <a:ea typeface="Malgun Gothic"/>
                <a:cs typeface="Malgun Gothic"/>
              </a:rPr>
              <a:t>.</a:t>
            </a:r>
          </a:p>
        </p:txBody>
      </p:sp>
      <p:sp>
        <p:nvSpPr>
          <p:cNvPr id="157" name="">
            <a:extLst xmlns:a="http://schemas.openxmlformats.org/drawingml/2006/main">
              <a:ext uri="{FF2B5EF4-FFF2-40B4-BE49-F238E27FC236}">
                <a16:creationId xmlns:a16="http://schemas.microsoft.com/office/drawing/2014/main" id="{012802AE-C8B9-45E4-BC2D-C6E97BE41AA0}"/>
              </a:ext>
            </a:extLst>
          </p:cNvPr>
          <p:cNvSpPr>
            <a:spLocks xmlns:a="http://schemas.openxmlformats.org/drawingml/2006/main" noGrp="1"/>
          </p:cNvSpPr>
          <p:nvPr/>
        </p:nvSpPr>
        <p:spPr>
          <a:xfrm xmlns:a="http://schemas.openxmlformats.org/drawingml/2006/main">
            <a:off x="16383000" y="22050375"/>
            <a:ext cx="5695950" cy="1181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800" b="0">
                <a:solidFill>
                  <a:srgbClr val="4C4F73"/>
                </a:solidFill>
                <a:latin typeface="Malgun Gothic"/>
                <a:ea typeface="Malgun Gothic"/>
                <a:cs typeface="Malgun Gothic"/>
              </a:defRPr>
            </a:pPr>
            <a:r>
              <a:rPr sz="1800" b="0">
                <a:solidFill>
                  <a:srgbClr val="FFFFFF"/>
                </a:solidFill>
                <a:latin typeface="Malgun Gothic"/>
                <a:ea typeface="Malgun Gothic"/>
                <a:cs typeface="Malgun Gothic"/>
              </a:rPr>
              <a:t>.</a:t>
            </a:r>
          </a:p>
        </p:txBody>
      </p:sp>
      <p:sp>
        <p:nvSpPr>
          <p:cNvPr id="158" name="">
            <a:extLst xmlns:a="http://schemas.openxmlformats.org/drawingml/2006/main">
              <a:ext uri="{FF2B5EF4-FFF2-40B4-BE49-F238E27FC236}">
                <a16:creationId xmlns:a16="http://schemas.microsoft.com/office/drawing/2014/main" id="{6C03CCE0-18AF-4985-B423-DE7F28DF644D}"/>
              </a:ext>
            </a:extLst>
          </p:cNvPr>
          <p:cNvSpPr>
            <a:spLocks xmlns:a="http://schemas.openxmlformats.org/drawingml/2006/main" noGrp="1"/>
          </p:cNvSpPr>
          <p:nvPr/>
        </p:nvSpPr>
        <p:spPr>
          <a:xfrm xmlns:a="http://schemas.openxmlformats.org/drawingml/2006/main">
            <a:off x="22860000" y="21269325"/>
            <a:ext cx="6286500" cy="2419350"/>
          </a:xfrm>
          <a:prstGeom xmlns:a="http://schemas.openxmlformats.org/drawingml/2006/main" prst="rect">
            <a:avLst/>
          </a:prstGeom>
          <a:solidFill xmlns:a="http://schemas.openxmlformats.org/drawingml/2006/main">
            <a:srgbClr val="F2F7FF"/>
          </a:solidFill>
          <a:ln xmlns:a="http://schemas.openxmlformats.org/drawingml/2006/main" w="19050">
            <a:solidFill>
              <a:srgbClr val="D8E0EE"/>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159" name="">
            <a:extLst xmlns:a="http://schemas.openxmlformats.org/drawingml/2006/main">
              <a:ext uri="{FF2B5EF4-FFF2-40B4-BE49-F238E27FC236}">
                <a16:creationId xmlns:a16="http://schemas.microsoft.com/office/drawing/2014/main" id="{9721142D-7448-427D-BAD5-E37C40707841}"/>
              </a:ext>
            </a:extLst>
          </p:cNvPr>
          <p:cNvSpPr>
            <a:spLocks xmlns:a="http://schemas.openxmlformats.org/drawingml/2006/main" noGrp="1"/>
          </p:cNvSpPr>
          <p:nvPr/>
        </p:nvSpPr>
        <p:spPr>
          <a:xfrm xmlns:a="http://schemas.openxmlformats.org/drawingml/2006/main">
            <a:off x="22860000" y="21269325"/>
            <a:ext cx="95250" cy="2419350"/>
          </a:xfrm>
          <a:prstGeom xmlns:a="http://schemas.openxmlformats.org/drawingml/2006/main" prst="rect">
            <a:avLst/>
          </a:prstGeom>
          <a:solidFill xmlns:a="http://schemas.openxmlformats.org/drawingml/2006/main">
            <a:srgbClr val="4472C4"/>
          </a:solidFill>
          <a:ln xmlns:a="http://schemas.openxmlformats.org/drawingml/2006/main" w="0">
            <a:solidFill>
              <a:srgbClr val="4472C4"/>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160" name="">
            <a:extLst xmlns:a="http://schemas.openxmlformats.org/drawingml/2006/main">
              <a:ext uri="{FF2B5EF4-FFF2-40B4-BE49-F238E27FC236}">
                <a16:creationId xmlns:a16="http://schemas.microsoft.com/office/drawing/2014/main" id="{18F362C8-AB3F-4976-92D3-7659D70A2777}"/>
              </a:ext>
            </a:extLst>
          </p:cNvPr>
          <p:cNvSpPr>
            <a:spLocks xmlns:a="http://schemas.openxmlformats.org/drawingml/2006/main" noGrp="1"/>
          </p:cNvSpPr>
          <p:nvPr/>
        </p:nvSpPr>
        <p:spPr>
          <a:xfrm xmlns:a="http://schemas.openxmlformats.org/drawingml/2006/main">
            <a:off x="23183850" y="21536025"/>
            <a:ext cx="56959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250" b="1">
                <a:solidFill>
                  <a:srgbClr val="2B2A55"/>
                </a:solidFill>
                <a:latin typeface="Malgun Gothic"/>
                <a:ea typeface="Malgun Gothic"/>
                <a:cs typeface="Malgun Gothic"/>
              </a:defRPr>
            </a:pPr>
            <a:r>
              <a:rPr sz="2250" b="1">
                <a:solidFill>
                  <a:srgbClr val="FFFFFF"/>
                </a:solidFill>
                <a:latin typeface="Malgun Gothic"/>
                <a:ea typeface="Malgun Gothic"/>
                <a:cs typeface="Malgun Gothic"/>
              </a:rPr>
              <a:t>.</a:t>
            </a:r>
          </a:p>
        </p:txBody>
      </p:sp>
      <p:sp>
        <p:nvSpPr>
          <p:cNvPr id="161" name="">
            <a:extLst xmlns:a="http://schemas.openxmlformats.org/drawingml/2006/main">
              <a:ext uri="{FF2B5EF4-FFF2-40B4-BE49-F238E27FC236}">
                <a16:creationId xmlns:a16="http://schemas.microsoft.com/office/drawing/2014/main" id="{C48478BB-FA73-4B77-9967-28B52131C20F}"/>
              </a:ext>
            </a:extLst>
          </p:cNvPr>
          <p:cNvSpPr>
            <a:spLocks xmlns:a="http://schemas.openxmlformats.org/drawingml/2006/main" noGrp="1"/>
          </p:cNvSpPr>
          <p:nvPr/>
        </p:nvSpPr>
        <p:spPr>
          <a:xfrm xmlns:a="http://schemas.openxmlformats.org/drawingml/2006/main">
            <a:off x="23183850" y="22050375"/>
            <a:ext cx="5695950" cy="1181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800" b="0">
                <a:solidFill>
                  <a:srgbClr val="4C4F73"/>
                </a:solidFill>
                <a:latin typeface="Malgun Gothic"/>
                <a:ea typeface="Malgun Gothic"/>
                <a:cs typeface="Malgun Gothic"/>
              </a:defRPr>
            </a:pPr>
            <a:r>
              <a:rPr sz="1800" b="0">
                <a:solidFill>
                  <a:srgbClr val="FFFFFF"/>
                </a:solidFill>
                <a:latin typeface="Malgun Gothic"/>
                <a:ea typeface="Malgun Gothic"/>
                <a:cs typeface="Malgun Gothic"/>
              </a:rPr>
              <a:t>.</a:t>
            </a:r>
          </a:p>
        </p:txBody>
      </p:sp>
      <p:sp>
        <p:nvSpPr>
          <p:cNvPr id="162" name="">
            <a:extLst xmlns:a="http://schemas.openxmlformats.org/drawingml/2006/main">
              <a:ext uri="{FF2B5EF4-FFF2-40B4-BE49-F238E27FC236}">
                <a16:creationId xmlns:a16="http://schemas.microsoft.com/office/drawing/2014/main" id="{20FABD51-D84C-4388-9AA1-CC634935C098}"/>
              </a:ext>
            </a:extLst>
          </p:cNvPr>
          <p:cNvSpPr>
            <a:spLocks xmlns:a="http://schemas.openxmlformats.org/drawingml/2006/main" noGrp="1"/>
          </p:cNvSpPr>
          <p:nvPr/>
        </p:nvSpPr>
        <p:spPr>
          <a:xfrm xmlns:a="http://schemas.openxmlformats.org/drawingml/2006/main">
            <a:off x="16059150" y="24012525"/>
            <a:ext cx="6286500" cy="2419350"/>
          </a:xfrm>
          <a:prstGeom xmlns:a="http://schemas.openxmlformats.org/drawingml/2006/main" prst="rect">
            <a:avLst/>
          </a:prstGeom>
          <a:solidFill xmlns:a="http://schemas.openxmlformats.org/drawingml/2006/main">
            <a:srgbClr val="FFF7E0"/>
          </a:solidFill>
          <a:ln xmlns:a="http://schemas.openxmlformats.org/drawingml/2006/main" w="19050">
            <a:solidFill>
              <a:srgbClr val="D8E0EE"/>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163" name="">
            <a:extLst xmlns:a="http://schemas.openxmlformats.org/drawingml/2006/main">
              <a:ext uri="{FF2B5EF4-FFF2-40B4-BE49-F238E27FC236}">
                <a16:creationId xmlns:a16="http://schemas.microsoft.com/office/drawing/2014/main" id="{E821E796-52F2-4B88-B69A-CDB0F7B84E62}"/>
              </a:ext>
            </a:extLst>
          </p:cNvPr>
          <p:cNvSpPr>
            <a:spLocks xmlns:a="http://schemas.openxmlformats.org/drawingml/2006/main" noGrp="1"/>
          </p:cNvSpPr>
          <p:nvPr/>
        </p:nvSpPr>
        <p:spPr>
          <a:xfrm xmlns:a="http://schemas.openxmlformats.org/drawingml/2006/main">
            <a:off x="16059150" y="24012525"/>
            <a:ext cx="95250" cy="2419350"/>
          </a:xfrm>
          <a:prstGeom xmlns:a="http://schemas.openxmlformats.org/drawingml/2006/main" prst="rect">
            <a:avLst/>
          </a:prstGeom>
          <a:solidFill xmlns:a="http://schemas.openxmlformats.org/drawingml/2006/main">
            <a:srgbClr val="F4B321"/>
          </a:solidFill>
          <a:ln xmlns:a="http://schemas.openxmlformats.org/drawingml/2006/main" w="0">
            <a:solidFill>
              <a:srgbClr val="F4B321"/>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164" name="">
            <a:extLst xmlns:a="http://schemas.openxmlformats.org/drawingml/2006/main">
              <a:ext uri="{FF2B5EF4-FFF2-40B4-BE49-F238E27FC236}">
                <a16:creationId xmlns:a16="http://schemas.microsoft.com/office/drawing/2014/main" id="{B4DCA200-A3DC-472B-A8AD-4F568E9E1E82}"/>
              </a:ext>
            </a:extLst>
          </p:cNvPr>
          <p:cNvSpPr>
            <a:spLocks xmlns:a="http://schemas.openxmlformats.org/drawingml/2006/main" noGrp="1"/>
          </p:cNvSpPr>
          <p:nvPr/>
        </p:nvSpPr>
        <p:spPr>
          <a:xfrm xmlns:a="http://schemas.openxmlformats.org/drawingml/2006/main">
            <a:off x="16383000" y="24279225"/>
            <a:ext cx="56959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250" b="1">
                <a:solidFill>
                  <a:srgbClr val="2B2A55"/>
                </a:solidFill>
                <a:latin typeface="Malgun Gothic"/>
                <a:ea typeface="Malgun Gothic"/>
                <a:cs typeface="Malgun Gothic"/>
              </a:defRPr>
            </a:pPr>
            <a:r>
              <a:rPr sz="2250" b="1">
                <a:solidFill>
                  <a:srgbClr val="FFFFFF"/>
                </a:solidFill>
                <a:latin typeface="Malgun Gothic"/>
                <a:ea typeface="Malgun Gothic"/>
                <a:cs typeface="Malgun Gothic"/>
              </a:rPr>
              <a:t>.</a:t>
            </a:r>
          </a:p>
        </p:txBody>
      </p:sp>
      <p:sp>
        <p:nvSpPr>
          <p:cNvPr id="165" name="">
            <a:extLst xmlns:a="http://schemas.openxmlformats.org/drawingml/2006/main">
              <a:ext uri="{FF2B5EF4-FFF2-40B4-BE49-F238E27FC236}">
                <a16:creationId xmlns:a16="http://schemas.microsoft.com/office/drawing/2014/main" id="{07C734F2-A571-4883-ACDA-E16B903CE16C}"/>
              </a:ext>
            </a:extLst>
          </p:cNvPr>
          <p:cNvSpPr>
            <a:spLocks xmlns:a="http://schemas.openxmlformats.org/drawingml/2006/main" noGrp="1"/>
          </p:cNvSpPr>
          <p:nvPr/>
        </p:nvSpPr>
        <p:spPr>
          <a:xfrm xmlns:a="http://schemas.openxmlformats.org/drawingml/2006/main">
            <a:off x="16383000" y="24793575"/>
            <a:ext cx="5695950" cy="1181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800" b="0">
                <a:solidFill>
                  <a:srgbClr val="4C4F73"/>
                </a:solidFill>
                <a:latin typeface="Malgun Gothic"/>
                <a:ea typeface="Malgun Gothic"/>
                <a:cs typeface="Malgun Gothic"/>
              </a:defRPr>
            </a:pPr>
            <a:r>
              <a:rPr sz="1800" b="0">
                <a:solidFill>
                  <a:srgbClr val="FFFFFF"/>
                </a:solidFill>
                <a:latin typeface="Malgun Gothic"/>
                <a:ea typeface="Malgun Gothic"/>
                <a:cs typeface="Malgun Gothic"/>
              </a:rPr>
              <a:t>.</a:t>
            </a:r>
          </a:p>
        </p:txBody>
      </p:sp>
      <p:sp>
        <p:nvSpPr>
          <p:cNvPr id="166" name="">
            <a:extLst xmlns:a="http://schemas.openxmlformats.org/drawingml/2006/main">
              <a:ext uri="{FF2B5EF4-FFF2-40B4-BE49-F238E27FC236}">
                <a16:creationId xmlns:a16="http://schemas.microsoft.com/office/drawing/2014/main" id="{0DCD4414-D0A5-4B42-8030-0ECE28C3CEAA}"/>
              </a:ext>
            </a:extLst>
          </p:cNvPr>
          <p:cNvSpPr>
            <a:spLocks xmlns:a="http://schemas.openxmlformats.org/drawingml/2006/main" noGrp="1"/>
          </p:cNvSpPr>
          <p:nvPr/>
        </p:nvSpPr>
        <p:spPr>
          <a:xfrm xmlns:a="http://schemas.openxmlformats.org/drawingml/2006/main">
            <a:off x="22860000" y="24012525"/>
            <a:ext cx="6286500" cy="2419350"/>
          </a:xfrm>
          <a:prstGeom xmlns:a="http://schemas.openxmlformats.org/drawingml/2006/main" prst="rect">
            <a:avLst/>
          </a:prstGeom>
          <a:solidFill xmlns:a="http://schemas.openxmlformats.org/drawingml/2006/main">
            <a:srgbClr val="F5F8F1"/>
          </a:solidFill>
          <a:ln xmlns:a="http://schemas.openxmlformats.org/drawingml/2006/main" w="19050">
            <a:solidFill>
              <a:srgbClr val="D8E0EE"/>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167" name="">
            <a:extLst xmlns:a="http://schemas.openxmlformats.org/drawingml/2006/main">
              <a:ext uri="{FF2B5EF4-FFF2-40B4-BE49-F238E27FC236}">
                <a16:creationId xmlns:a16="http://schemas.microsoft.com/office/drawing/2014/main" id="{844F949D-0D3B-4EFC-946B-135C20797E94}"/>
              </a:ext>
            </a:extLst>
          </p:cNvPr>
          <p:cNvSpPr>
            <a:spLocks xmlns:a="http://schemas.openxmlformats.org/drawingml/2006/main" noGrp="1"/>
          </p:cNvSpPr>
          <p:nvPr/>
        </p:nvSpPr>
        <p:spPr>
          <a:xfrm xmlns:a="http://schemas.openxmlformats.org/drawingml/2006/main">
            <a:off x="22860000" y="24012525"/>
            <a:ext cx="95250" cy="2419350"/>
          </a:xfrm>
          <a:prstGeom xmlns:a="http://schemas.openxmlformats.org/drawingml/2006/main" prst="rect">
            <a:avLst/>
          </a:prstGeom>
          <a:solidFill xmlns:a="http://schemas.openxmlformats.org/drawingml/2006/main">
            <a:srgbClr val="4B9A58"/>
          </a:solidFill>
          <a:ln xmlns:a="http://schemas.openxmlformats.org/drawingml/2006/main" w="0">
            <a:solidFill>
              <a:srgbClr val="4B9A58"/>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168" name="">
            <a:extLst xmlns:a="http://schemas.openxmlformats.org/drawingml/2006/main">
              <a:ext uri="{FF2B5EF4-FFF2-40B4-BE49-F238E27FC236}">
                <a16:creationId xmlns:a16="http://schemas.microsoft.com/office/drawing/2014/main" id="{18FD8742-06AE-4539-9B16-DD5CF55864C8}"/>
              </a:ext>
            </a:extLst>
          </p:cNvPr>
          <p:cNvSpPr>
            <a:spLocks xmlns:a="http://schemas.openxmlformats.org/drawingml/2006/main" noGrp="1"/>
          </p:cNvSpPr>
          <p:nvPr/>
        </p:nvSpPr>
        <p:spPr>
          <a:xfrm xmlns:a="http://schemas.openxmlformats.org/drawingml/2006/main">
            <a:off x="23183850" y="24279225"/>
            <a:ext cx="56959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250" b="1">
                <a:solidFill>
                  <a:srgbClr val="2B2A55"/>
                </a:solidFill>
                <a:latin typeface="Malgun Gothic"/>
                <a:ea typeface="Malgun Gothic"/>
                <a:cs typeface="Malgun Gothic"/>
              </a:defRPr>
            </a:pPr>
            <a:r>
              <a:rPr sz="2250" b="1">
                <a:solidFill>
                  <a:srgbClr val="FFFFFF"/>
                </a:solidFill>
                <a:latin typeface="Malgun Gothic"/>
                <a:ea typeface="Malgun Gothic"/>
                <a:cs typeface="Malgun Gothic"/>
              </a:rPr>
              <a:t>.</a:t>
            </a:r>
          </a:p>
        </p:txBody>
      </p:sp>
      <p:sp>
        <p:nvSpPr>
          <p:cNvPr id="169" name="">
            <a:extLst xmlns:a="http://schemas.openxmlformats.org/drawingml/2006/main">
              <a:ext uri="{FF2B5EF4-FFF2-40B4-BE49-F238E27FC236}">
                <a16:creationId xmlns:a16="http://schemas.microsoft.com/office/drawing/2014/main" id="{01C319C0-8FD4-436A-83BD-AE58F4E9DF69}"/>
              </a:ext>
            </a:extLst>
          </p:cNvPr>
          <p:cNvSpPr>
            <a:spLocks xmlns:a="http://schemas.openxmlformats.org/drawingml/2006/main" noGrp="1"/>
          </p:cNvSpPr>
          <p:nvPr/>
        </p:nvSpPr>
        <p:spPr>
          <a:xfrm xmlns:a="http://schemas.openxmlformats.org/drawingml/2006/main">
            <a:off x="23183850" y="24793575"/>
            <a:ext cx="5695950" cy="1181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800" b="0">
                <a:solidFill>
                  <a:srgbClr val="4C4F73"/>
                </a:solidFill>
                <a:latin typeface="Malgun Gothic"/>
                <a:ea typeface="Malgun Gothic"/>
                <a:cs typeface="Malgun Gothic"/>
              </a:defRPr>
            </a:pPr>
            <a:r>
              <a:rPr sz="1800" b="0">
                <a:solidFill>
                  <a:srgbClr val="FFFFFF"/>
                </a:solidFill>
                <a:latin typeface="Malgun Gothic"/>
                <a:ea typeface="Malgun Gothic"/>
                <a:cs typeface="Malgun Gothic"/>
              </a:rPr>
              <a:t>.</a:t>
            </a:r>
          </a:p>
        </p:txBody>
      </p:sp>
      <p:sp>
        <p:nvSpPr>
          <p:cNvPr id="170" name="">
            <a:extLst xmlns:a="http://schemas.openxmlformats.org/drawingml/2006/main">
              <a:ext uri="{FF2B5EF4-FFF2-40B4-BE49-F238E27FC236}">
                <a16:creationId xmlns:a16="http://schemas.microsoft.com/office/drawing/2014/main" id="{DC23058C-EAFE-4208-9E30-91D5495EA8CA}"/>
              </a:ext>
            </a:extLst>
          </p:cNvPr>
          <p:cNvSpPr>
            <a:spLocks xmlns:a="http://schemas.openxmlformats.org/drawingml/2006/main" noGrp="1"/>
          </p:cNvSpPr>
          <p:nvPr/>
        </p:nvSpPr>
        <p:spPr>
          <a:xfrm xmlns:a="http://schemas.openxmlformats.org/drawingml/2006/main">
            <a:off x="952500" y="28717875"/>
            <a:ext cx="28575000" cy="6191250"/>
          </a:xfrm>
          <a:prstGeom xmlns:a="http://schemas.openxmlformats.org/drawingml/2006/main" prst="rect">
            <a:avLst/>
          </a:prstGeom>
          <a:solidFill xmlns:a="http://schemas.openxmlformats.org/drawingml/2006/main">
            <a:srgbClr val="FFFFFF"/>
          </a:solidFill>
          <a:ln xmlns:a="http://schemas.openxmlformats.org/drawingml/2006/main" w="19050">
            <a:solidFill>
              <a:srgbClr val="CED6E8"/>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171" name="">
            <a:extLst xmlns:a="http://schemas.openxmlformats.org/drawingml/2006/main">
              <a:ext uri="{FF2B5EF4-FFF2-40B4-BE49-F238E27FC236}">
                <a16:creationId xmlns:a16="http://schemas.microsoft.com/office/drawing/2014/main" id="{E8AD0F9F-5DEA-4E32-82C5-117B1FEE6F92}"/>
              </a:ext>
            </a:extLst>
          </p:cNvPr>
          <p:cNvSpPr>
            <a:spLocks xmlns:a="http://schemas.openxmlformats.org/drawingml/2006/main" noGrp="1"/>
          </p:cNvSpPr>
          <p:nvPr/>
        </p:nvSpPr>
        <p:spPr>
          <a:xfrm xmlns:a="http://schemas.openxmlformats.org/drawingml/2006/main">
            <a:off x="952500" y="28717875"/>
            <a:ext cx="114300" cy="6191250"/>
          </a:xfrm>
          <a:prstGeom xmlns:a="http://schemas.openxmlformats.org/drawingml/2006/main" prst="rect">
            <a:avLst/>
          </a:prstGeom>
          <a:solidFill xmlns:a="http://schemas.openxmlformats.org/drawingml/2006/main">
            <a:srgbClr val="4472C4"/>
          </a:solidFill>
          <a:ln xmlns:a="http://schemas.openxmlformats.org/drawingml/2006/main" w="0">
            <a:solidFill>
              <a:srgbClr val="4472C4"/>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172" name="">
            <a:extLst xmlns:a="http://schemas.openxmlformats.org/drawingml/2006/main">
              <a:ext uri="{FF2B5EF4-FFF2-40B4-BE49-F238E27FC236}">
                <a16:creationId xmlns:a16="http://schemas.microsoft.com/office/drawing/2014/main" id="{E86B664A-D828-40CC-944F-AFB091924157}"/>
              </a:ext>
            </a:extLst>
          </p:cNvPr>
          <p:cNvSpPr>
            <a:spLocks xmlns:a="http://schemas.openxmlformats.org/drawingml/2006/main" noGrp="1"/>
          </p:cNvSpPr>
          <p:nvPr/>
        </p:nvSpPr>
        <p:spPr>
          <a:xfrm xmlns:a="http://schemas.openxmlformats.org/drawingml/2006/main">
            <a:off x="1276350" y="28965525"/>
            <a:ext cx="2790825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3300" b="1">
                <a:solidFill>
                  <a:srgbClr val="2B2A55"/>
                </a:solidFill>
                <a:latin typeface="Malgun Gothic"/>
                <a:ea typeface="Malgun Gothic"/>
                <a:cs typeface="Malgun Gothic"/>
              </a:defRPr>
            </a:pPr>
            <a:r>
              <a:rPr sz="3300" b="1">
                <a:solidFill>
                  <a:srgbClr val="FFFFFF"/>
                </a:solidFill>
                <a:latin typeface="Malgun Gothic"/>
                <a:ea typeface="Malgun Gothic"/>
                <a:cs typeface="Malgun Gothic"/>
              </a:rPr>
              <a:t>.</a:t>
            </a:r>
          </a:p>
        </p:txBody>
      </p:sp>
      <p:sp>
        <p:nvSpPr>
          <p:cNvPr id="173" name="">
            <a:extLst xmlns:a="http://schemas.openxmlformats.org/drawingml/2006/main">
              <a:ext uri="{FF2B5EF4-FFF2-40B4-BE49-F238E27FC236}">
                <a16:creationId xmlns:a16="http://schemas.microsoft.com/office/drawing/2014/main" id="{E7D1DB15-8ECE-44CE-9C00-123EA0B39E70}"/>
              </a:ext>
            </a:extLst>
          </p:cNvPr>
          <p:cNvSpPr>
            <a:spLocks xmlns:a="http://schemas.openxmlformats.org/drawingml/2006/main" noGrp="1"/>
          </p:cNvSpPr>
          <p:nvPr/>
        </p:nvSpPr>
        <p:spPr>
          <a:xfrm xmlns:a="http://schemas.openxmlformats.org/drawingml/2006/main">
            <a:off x="1524000" y="30146625"/>
            <a:ext cx="8667750" cy="3524250"/>
          </a:xfrm>
          <a:prstGeom xmlns:a="http://schemas.openxmlformats.org/drawingml/2006/main" prst="rect">
            <a:avLst/>
          </a:prstGeom>
          <a:solidFill xmlns:a="http://schemas.openxmlformats.org/drawingml/2006/main">
            <a:srgbClr val="FDEDED"/>
          </a:solidFill>
          <a:ln xmlns:a="http://schemas.openxmlformats.org/drawingml/2006/main" w="19050">
            <a:solidFill>
              <a:srgbClr val="D6DCEA"/>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174" name="">
            <a:extLst xmlns:a="http://schemas.openxmlformats.org/drawingml/2006/main">
              <a:ext uri="{FF2B5EF4-FFF2-40B4-BE49-F238E27FC236}">
                <a16:creationId xmlns:a16="http://schemas.microsoft.com/office/drawing/2014/main" id="{8B1A914F-B749-424A-AF9B-7CF19AB11CC1}"/>
              </a:ext>
            </a:extLst>
          </p:cNvPr>
          <p:cNvSpPr>
            <a:spLocks xmlns:a="http://schemas.openxmlformats.org/drawingml/2006/main" noGrp="1"/>
          </p:cNvSpPr>
          <p:nvPr/>
        </p:nvSpPr>
        <p:spPr>
          <a:xfrm xmlns:a="http://schemas.openxmlformats.org/drawingml/2006/main">
            <a:off x="1790700" y="30413325"/>
            <a:ext cx="781050" cy="5238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250" b="1">
                <a:solidFill>
                  <a:srgbClr val="C91414"/>
                </a:solidFill>
                <a:latin typeface="Malgun Gothic"/>
                <a:ea typeface="Malgun Gothic"/>
                <a:cs typeface="Malgun Gothic"/>
              </a:defRPr>
            </a:pPr>
            <a:r>
              <a:rPr sz="2250" b="1">
                <a:solidFill>
                  <a:srgbClr val="FFFFFF"/>
                </a:solidFill>
                <a:latin typeface="Malgun Gothic"/>
                <a:ea typeface="Malgun Gothic"/>
                <a:cs typeface="Malgun Gothic"/>
              </a:rPr>
              <a:t>.</a:t>
            </a:r>
          </a:p>
        </p:txBody>
      </p:sp>
      <p:sp>
        <p:nvSpPr>
          <p:cNvPr id="175" name="">
            <a:extLst xmlns:a="http://schemas.openxmlformats.org/drawingml/2006/main">
              <a:ext uri="{FF2B5EF4-FFF2-40B4-BE49-F238E27FC236}">
                <a16:creationId xmlns:a16="http://schemas.microsoft.com/office/drawing/2014/main" id="{80CB769D-2DF2-458D-BAFB-1C63032896AB}"/>
              </a:ext>
            </a:extLst>
          </p:cNvPr>
          <p:cNvSpPr>
            <a:spLocks xmlns:a="http://schemas.openxmlformats.org/drawingml/2006/main" noGrp="1"/>
          </p:cNvSpPr>
          <p:nvPr/>
        </p:nvSpPr>
        <p:spPr>
          <a:xfrm xmlns:a="http://schemas.openxmlformats.org/drawingml/2006/main">
            <a:off x="2667000" y="30432375"/>
            <a:ext cx="714375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700" b="1">
                <a:solidFill>
                  <a:srgbClr val="2B2A55"/>
                </a:solidFill>
                <a:latin typeface="Malgun Gothic"/>
                <a:ea typeface="Malgun Gothic"/>
                <a:cs typeface="Malgun Gothic"/>
              </a:defRPr>
            </a:pPr>
            <a:r>
              <a:rPr sz="2700" b="1">
                <a:solidFill>
                  <a:srgbClr val="FFFFFF"/>
                </a:solidFill>
                <a:latin typeface="Malgun Gothic"/>
                <a:ea typeface="Malgun Gothic"/>
                <a:cs typeface="Malgun Gothic"/>
              </a:rPr>
              <a:t>.</a:t>
            </a:r>
          </a:p>
        </p:txBody>
      </p:sp>
      <p:sp>
        <p:nvSpPr>
          <p:cNvPr id="176" name="">
            <a:extLst xmlns:a="http://schemas.openxmlformats.org/drawingml/2006/main">
              <a:ext uri="{FF2B5EF4-FFF2-40B4-BE49-F238E27FC236}">
                <a16:creationId xmlns:a16="http://schemas.microsoft.com/office/drawing/2014/main" id="{B8171E4A-0227-41A5-A3F4-1E428E37753B}"/>
              </a:ext>
            </a:extLst>
          </p:cNvPr>
          <p:cNvSpPr>
            <a:spLocks xmlns:a="http://schemas.openxmlformats.org/drawingml/2006/main" noGrp="1"/>
          </p:cNvSpPr>
          <p:nvPr/>
        </p:nvSpPr>
        <p:spPr>
          <a:xfrm xmlns:a="http://schemas.openxmlformats.org/drawingml/2006/main">
            <a:off x="2667000" y="31242000"/>
            <a:ext cx="6953250" cy="28575"/>
          </a:xfrm>
          <a:prstGeom xmlns:a="http://schemas.openxmlformats.org/drawingml/2006/main" prst="rect">
            <a:avLst/>
          </a:prstGeom>
          <a:solidFill xmlns:a="http://schemas.openxmlformats.org/drawingml/2006/main">
            <a:srgbClr val="C91414"/>
          </a:solidFill>
          <a:ln xmlns:a="http://schemas.openxmlformats.org/drawingml/2006/main" w="0">
            <a:solidFill>
              <a:srgbClr val="C91414"/>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177" name="">
            <a:extLst xmlns:a="http://schemas.openxmlformats.org/drawingml/2006/main">
              <a:ext uri="{FF2B5EF4-FFF2-40B4-BE49-F238E27FC236}">
                <a16:creationId xmlns:a16="http://schemas.microsoft.com/office/drawing/2014/main" id="{9AAED274-F8DB-4B46-87F4-486721A8A95D}"/>
              </a:ext>
            </a:extLst>
          </p:cNvPr>
          <p:cNvSpPr>
            <a:spLocks xmlns:a="http://schemas.openxmlformats.org/drawingml/2006/main" noGrp="1"/>
          </p:cNvSpPr>
          <p:nvPr/>
        </p:nvSpPr>
        <p:spPr>
          <a:xfrm xmlns:a="http://schemas.openxmlformats.org/drawingml/2006/main">
            <a:off x="2667000" y="31575375"/>
            <a:ext cx="7048500" cy="1238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175" b="0">
                <a:solidFill>
                  <a:srgbClr val="4C4F73"/>
                </a:solidFill>
                <a:latin typeface="Malgun Gothic"/>
                <a:ea typeface="Malgun Gothic"/>
                <a:cs typeface="Malgun Gothic"/>
              </a:defRPr>
            </a:pPr>
            <a:r>
              <a:rPr sz="2175" b="0">
                <a:solidFill>
                  <a:srgbClr val="FFFFFF"/>
                </a:solidFill>
                <a:latin typeface="Malgun Gothic"/>
                <a:ea typeface="Malgun Gothic"/>
                <a:cs typeface="Malgun Gothic"/>
              </a:rPr>
              <a:t>.</a:t>
            </a:r>
          </a:p>
        </p:txBody>
      </p:sp>
      <p:sp>
        <p:nvSpPr>
          <p:cNvPr id="178" name="">
            <a:extLst xmlns:a="http://schemas.openxmlformats.org/drawingml/2006/main">
              <a:ext uri="{FF2B5EF4-FFF2-40B4-BE49-F238E27FC236}">
                <a16:creationId xmlns:a16="http://schemas.microsoft.com/office/drawing/2014/main" id="{B62020C2-4197-41A1-8E6E-5F9B44B538C2}"/>
              </a:ext>
            </a:extLst>
          </p:cNvPr>
          <p:cNvSpPr>
            <a:spLocks xmlns:a="http://schemas.openxmlformats.org/drawingml/2006/main" noGrp="1"/>
          </p:cNvSpPr>
          <p:nvPr/>
        </p:nvSpPr>
        <p:spPr>
          <a:xfrm xmlns:a="http://schemas.openxmlformats.org/drawingml/2006/main">
            <a:off x="10858500" y="30146625"/>
            <a:ext cx="8667750" cy="3524250"/>
          </a:xfrm>
          <a:prstGeom xmlns:a="http://schemas.openxmlformats.org/drawingml/2006/main" prst="rect">
            <a:avLst/>
          </a:prstGeom>
          <a:solidFill xmlns:a="http://schemas.openxmlformats.org/drawingml/2006/main">
            <a:srgbClr val="FFF7E0"/>
          </a:solidFill>
          <a:ln xmlns:a="http://schemas.openxmlformats.org/drawingml/2006/main" w="19050">
            <a:solidFill>
              <a:srgbClr val="D6DCEA"/>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179" name="">
            <a:extLst xmlns:a="http://schemas.openxmlformats.org/drawingml/2006/main">
              <a:ext uri="{FF2B5EF4-FFF2-40B4-BE49-F238E27FC236}">
                <a16:creationId xmlns:a16="http://schemas.microsoft.com/office/drawing/2014/main" id="{46161FAD-51B2-4E2C-B182-BD5ED3AAB201}"/>
              </a:ext>
            </a:extLst>
          </p:cNvPr>
          <p:cNvSpPr>
            <a:spLocks xmlns:a="http://schemas.openxmlformats.org/drawingml/2006/main" noGrp="1"/>
          </p:cNvSpPr>
          <p:nvPr/>
        </p:nvSpPr>
        <p:spPr>
          <a:xfrm xmlns:a="http://schemas.openxmlformats.org/drawingml/2006/main">
            <a:off x="11125200" y="30413325"/>
            <a:ext cx="781050" cy="5238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250" b="1">
                <a:solidFill>
                  <a:srgbClr val="F4B321"/>
                </a:solidFill>
                <a:latin typeface="Malgun Gothic"/>
                <a:ea typeface="Malgun Gothic"/>
                <a:cs typeface="Malgun Gothic"/>
              </a:defRPr>
            </a:pPr>
            <a:r>
              <a:rPr sz="2250" b="1">
                <a:solidFill>
                  <a:srgbClr val="FFFFFF"/>
                </a:solidFill>
                <a:latin typeface="Malgun Gothic"/>
                <a:ea typeface="Malgun Gothic"/>
                <a:cs typeface="Malgun Gothic"/>
              </a:rPr>
              <a:t>.</a:t>
            </a:r>
          </a:p>
        </p:txBody>
      </p:sp>
      <p:sp>
        <p:nvSpPr>
          <p:cNvPr id="180" name="">
            <a:extLst xmlns:a="http://schemas.openxmlformats.org/drawingml/2006/main">
              <a:ext uri="{FF2B5EF4-FFF2-40B4-BE49-F238E27FC236}">
                <a16:creationId xmlns:a16="http://schemas.microsoft.com/office/drawing/2014/main" id="{CC2700AA-E76D-4A97-98FA-60F6CBBEFCCD}"/>
              </a:ext>
            </a:extLst>
          </p:cNvPr>
          <p:cNvSpPr>
            <a:spLocks xmlns:a="http://schemas.openxmlformats.org/drawingml/2006/main" noGrp="1"/>
          </p:cNvSpPr>
          <p:nvPr/>
        </p:nvSpPr>
        <p:spPr>
          <a:xfrm xmlns:a="http://schemas.openxmlformats.org/drawingml/2006/main">
            <a:off x="12001500" y="30432375"/>
            <a:ext cx="714375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700" b="1">
                <a:solidFill>
                  <a:srgbClr val="2B2A55"/>
                </a:solidFill>
                <a:latin typeface="Malgun Gothic"/>
                <a:ea typeface="Malgun Gothic"/>
                <a:cs typeface="Malgun Gothic"/>
              </a:defRPr>
            </a:pPr>
            <a:r>
              <a:rPr sz="2700" b="1">
                <a:solidFill>
                  <a:srgbClr val="FFFFFF"/>
                </a:solidFill>
                <a:latin typeface="Malgun Gothic"/>
                <a:ea typeface="Malgun Gothic"/>
                <a:cs typeface="Malgun Gothic"/>
              </a:rPr>
              <a:t>.</a:t>
            </a:r>
          </a:p>
        </p:txBody>
      </p:sp>
      <p:sp>
        <p:nvSpPr>
          <p:cNvPr id="181" name="">
            <a:extLst xmlns:a="http://schemas.openxmlformats.org/drawingml/2006/main">
              <a:ext uri="{FF2B5EF4-FFF2-40B4-BE49-F238E27FC236}">
                <a16:creationId xmlns:a16="http://schemas.microsoft.com/office/drawing/2014/main" id="{DE6506FA-7B97-4EB8-B9F8-7400C9479259}"/>
              </a:ext>
            </a:extLst>
          </p:cNvPr>
          <p:cNvSpPr>
            <a:spLocks xmlns:a="http://schemas.openxmlformats.org/drawingml/2006/main" noGrp="1"/>
          </p:cNvSpPr>
          <p:nvPr/>
        </p:nvSpPr>
        <p:spPr>
          <a:xfrm xmlns:a="http://schemas.openxmlformats.org/drawingml/2006/main">
            <a:off x="12001500" y="31242000"/>
            <a:ext cx="6953250" cy="28575"/>
          </a:xfrm>
          <a:prstGeom xmlns:a="http://schemas.openxmlformats.org/drawingml/2006/main" prst="rect">
            <a:avLst/>
          </a:prstGeom>
          <a:solidFill xmlns:a="http://schemas.openxmlformats.org/drawingml/2006/main">
            <a:srgbClr val="F4B321"/>
          </a:solidFill>
          <a:ln xmlns:a="http://schemas.openxmlformats.org/drawingml/2006/main" w="0">
            <a:solidFill>
              <a:srgbClr val="F4B321"/>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182" name="">
            <a:extLst xmlns:a="http://schemas.openxmlformats.org/drawingml/2006/main">
              <a:ext uri="{FF2B5EF4-FFF2-40B4-BE49-F238E27FC236}">
                <a16:creationId xmlns:a16="http://schemas.microsoft.com/office/drawing/2014/main" id="{332B69CF-1ACB-486B-942B-DABB7B9D0C97}"/>
              </a:ext>
            </a:extLst>
          </p:cNvPr>
          <p:cNvSpPr>
            <a:spLocks xmlns:a="http://schemas.openxmlformats.org/drawingml/2006/main" noGrp="1"/>
          </p:cNvSpPr>
          <p:nvPr/>
        </p:nvSpPr>
        <p:spPr>
          <a:xfrm xmlns:a="http://schemas.openxmlformats.org/drawingml/2006/main">
            <a:off x="12001500" y="31575375"/>
            <a:ext cx="7048500" cy="1238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175" b="0">
                <a:solidFill>
                  <a:srgbClr val="4C4F73"/>
                </a:solidFill>
                <a:latin typeface="Malgun Gothic"/>
                <a:ea typeface="Malgun Gothic"/>
                <a:cs typeface="Malgun Gothic"/>
              </a:defRPr>
            </a:pPr>
            <a:r>
              <a:rPr sz="2175" b="0">
                <a:solidFill>
                  <a:srgbClr val="FFFFFF"/>
                </a:solidFill>
                <a:latin typeface="Malgun Gothic"/>
                <a:ea typeface="Malgun Gothic"/>
                <a:cs typeface="Malgun Gothic"/>
              </a:rPr>
              <a:t>.</a:t>
            </a:r>
          </a:p>
        </p:txBody>
      </p:sp>
      <p:sp>
        <p:nvSpPr>
          <p:cNvPr id="183" name="">
            <a:extLst xmlns:a="http://schemas.openxmlformats.org/drawingml/2006/main">
              <a:ext uri="{FF2B5EF4-FFF2-40B4-BE49-F238E27FC236}">
                <a16:creationId xmlns:a16="http://schemas.microsoft.com/office/drawing/2014/main" id="{C7BCF0EF-6DB6-43EA-AED2-A8E45766FE82}"/>
              </a:ext>
            </a:extLst>
          </p:cNvPr>
          <p:cNvSpPr>
            <a:spLocks xmlns:a="http://schemas.openxmlformats.org/drawingml/2006/main" noGrp="1"/>
          </p:cNvSpPr>
          <p:nvPr/>
        </p:nvSpPr>
        <p:spPr>
          <a:xfrm xmlns:a="http://schemas.openxmlformats.org/drawingml/2006/main">
            <a:off x="20193000" y="30146625"/>
            <a:ext cx="8667750" cy="3524250"/>
          </a:xfrm>
          <a:prstGeom xmlns:a="http://schemas.openxmlformats.org/drawingml/2006/main" prst="rect">
            <a:avLst/>
          </a:prstGeom>
          <a:solidFill xmlns:a="http://schemas.openxmlformats.org/drawingml/2006/main">
            <a:srgbClr val="F2F7FF"/>
          </a:solidFill>
          <a:ln xmlns:a="http://schemas.openxmlformats.org/drawingml/2006/main" w="19050">
            <a:solidFill>
              <a:srgbClr val="D6DCEA"/>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184" name="">
            <a:extLst xmlns:a="http://schemas.openxmlformats.org/drawingml/2006/main">
              <a:ext uri="{FF2B5EF4-FFF2-40B4-BE49-F238E27FC236}">
                <a16:creationId xmlns:a16="http://schemas.microsoft.com/office/drawing/2014/main" id="{FC587538-5EBB-4764-9199-628D38E70AFE}"/>
              </a:ext>
            </a:extLst>
          </p:cNvPr>
          <p:cNvSpPr>
            <a:spLocks xmlns:a="http://schemas.openxmlformats.org/drawingml/2006/main" noGrp="1"/>
          </p:cNvSpPr>
          <p:nvPr/>
        </p:nvSpPr>
        <p:spPr>
          <a:xfrm xmlns:a="http://schemas.openxmlformats.org/drawingml/2006/main">
            <a:off x="20459700" y="30413325"/>
            <a:ext cx="781050" cy="5238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250" b="1">
                <a:solidFill>
                  <a:srgbClr val="4472C4"/>
                </a:solidFill>
                <a:latin typeface="Malgun Gothic"/>
                <a:ea typeface="Malgun Gothic"/>
                <a:cs typeface="Malgun Gothic"/>
              </a:defRPr>
            </a:pPr>
            <a:r>
              <a:rPr sz="2250" b="1">
                <a:solidFill>
                  <a:srgbClr val="FFFFFF"/>
                </a:solidFill>
                <a:latin typeface="Malgun Gothic"/>
                <a:ea typeface="Malgun Gothic"/>
                <a:cs typeface="Malgun Gothic"/>
              </a:rPr>
              <a:t>.</a:t>
            </a:r>
          </a:p>
        </p:txBody>
      </p:sp>
      <p:sp>
        <p:nvSpPr>
          <p:cNvPr id="185" name="">
            <a:extLst xmlns:a="http://schemas.openxmlformats.org/drawingml/2006/main">
              <a:ext uri="{FF2B5EF4-FFF2-40B4-BE49-F238E27FC236}">
                <a16:creationId xmlns:a16="http://schemas.microsoft.com/office/drawing/2014/main" id="{64595C9A-3348-426D-9421-052647637AF6}"/>
              </a:ext>
            </a:extLst>
          </p:cNvPr>
          <p:cNvSpPr>
            <a:spLocks xmlns:a="http://schemas.openxmlformats.org/drawingml/2006/main" noGrp="1"/>
          </p:cNvSpPr>
          <p:nvPr/>
        </p:nvSpPr>
        <p:spPr>
          <a:xfrm xmlns:a="http://schemas.openxmlformats.org/drawingml/2006/main">
            <a:off x="21336000" y="30432375"/>
            <a:ext cx="714375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700" b="1">
                <a:solidFill>
                  <a:srgbClr val="2B2A55"/>
                </a:solidFill>
                <a:latin typeface="Malgun Gothic"/>
                <a:ea typeface="Malgun Gothic"/>
                <a:cs typeface="Malgun Gothic"/>
              </a:defRPr>
            </a:pPr>
            <a:r>
              <a:rPr sz="2700" b="1">
                <a:solidFill>
                  <a:srgbClr val="FFFFFF"/>
                </a:solidFill>
                <a:latin typeface="Malgun Gothic"/>
                <a:ea typeface="Malgun Gothic"/>
                <a:cs typeface="Malgun Gothic"/>
              </a:rPr>
              <a:t>.</a:t>
            </a:r>
          </a:p>
        </p:txBody>
      </p:sp>
      <p:sp>
        <p:nvSpPr>
          <p:cNvPr id="186" name="">
            <a:extLst xmlns:a="http://schemas.openxmlformats.org/drawingml/2006/main">
              <a:ext uri="{FF2B5EF4-FFF2-40B4-BE49-F238E27FC236}">
                <a16:creationId xmlns:a16="http://schemas.microsoft.com/office/drawing/2014/main" id="{F96F70C3-3BBC-49BA-8613-C64C59363598}"/>
              </a:ext>
            </a:extLst>
          </p:cNvPr>
          <p:cNvSpPr>
            <a:spLocks xmlns:a="http://schemas.openxmlformats.org/drawingml/2006/main" noGrp="1"/>
          </p:cNvSpPr>
          <p:nvPr/>
        </p:nvSpPr>
        <p:spPr>
          <a:xfrm xmlns:a="http://schemas.openxmlformats.org/drawingml/2006/main">
            <a:off x="21336000" y="31242000"/>
            <a:ext cx="6953250" cy="28575"/>
          </a:xfrm>
          <a:prstGeom xmlns:a="http://schemas.openxmlformats.org/drawingml/2006/main" prst="rect">
            <a:avLst/>
          </a:prstGeom>
          <a:solidFill xmlns:a="http://schemas.openxmlformats.org/drawingml/2006/main">
            <a:srgbClr val="4472C4"/>
          </a:solidFill>
          <a:ln xmlns:a="http://schemas.openxmlformats.org/drawingml/2006/main" w="0">
            <a:solidFill>
              <a:srgbClr val="4472C4"/>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187" name="">
            <a:extLst xmlns:a="http://schemas.openxmlformats.org/drawingml/2006/main">
              <a:ext uri="{FF2B5EF4-FFF2-40B4-BE49-F238E27FC236}">
                <a16:creationId xmlns:a16="http://schemas.microsoft.com/office/drawing/2014/main" id="{2011755C-938E-48CF-A91E-D3E2A2AFEB6F}"/>
              </a:ext>
            </a:extLst>
          </p:cNvPr>
          <p:cNvSpPr>
            <a:spLocks xmlns:a="http://schemas.openxmlformats.org/drawingml/2006/main" noGrp="1"/>
          </p:cNvSpPr>
          <p:nvPr/>
        </p:nvSpPr>
        <p:spPr>
          <a:xfrm xmlns:a="http://schemas.openxmlformats.org/drawingml/2006/main">
            <a:off x="21336000" y="31575375"/>
            <a:ext cx="7048500" cy="1238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175" b="0">
                <a:solidFill>
                  <a:srgbClr val="4C4F73"/>
                </a:solidFill>
                <a:latin typeface="Malgun Gothic"/>
                <a:ea typeface="Malgun Gothic"/>
                <a:cs typeface="Malgun Gothic"/>
              </a:defRPr>
            </a:pPr>
            <a:r>
              <a:rPr sz="2175" b="0">
                <a:solidFill>
                  <a:srgbClr val="FFFFFF"/>
                </a:solidFill>
                <a:latin typeface="Malgun Gothic"/>
                <a:ea typeface="Malgun Gothic"/>
                <a:cs typeface="Malgun Gothic"/>
              </a:rPr>
              <a:t>.</a:t>
            </a:r>
          </a:p>
        </p:txBody>
      </p:sp>
      <p:sp>
        <p:nvSpPr>
          <p:cNvPr id="188" name="">
            <a:extLst xmlns:a="http://schemas.openxmlformats.org/drawingml/2006/main">
              <a:ext uri="{FF2B5EF4-FFF2-40B4-BE49-F238E27FC236}">
                <a16:creationId xmlns:a16="http://schemas.microsoft.com/office/drawing/2014/main" id="{C4B50590-B5DA-47D2-99FC-DA8E93E40864}"/>
              </a:ext>
            </a:extLst>
          </p:cNvPr>
          <p:cNvSpPr>
            <a:spLocks xmlns:a="http://schemas.openxmlformats.org/drawingml/2006/main" noGrp="1"/>
          </p:cNvSpPr>
          <p:nvPr/>
        </p:nvSpPr>
        <p:spPr>
          <a:xfrm xmlns:a="http://schemas.openxmlformats.org/drawingml/2006/main">
            <a:off x="952500" y="35814000"/>
            <a:ext cx="28575000" cy="3048000"/>
          </a:xfrm>
          <a:prstGeom xmlns:a="http://schemas.openxmlformats.org/drawingml/2006/main" prst="rect">
            <a:avLst/>
          </a:prstGeom>
          <a:solidFill xmlns:a="http://schemas.openxmlformats.org/drawingml/2006/main">
            <a:srgbClr val="1F234B"/>
          </a:solidFill>
          <a:ln xmlns:a="http://schemas.openxmlformats.org/drawingml/2006/main" w="0">
            <a:solidFill>
              <a:srgbClr val="1F234B"/>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189" name="">
            <a:extLst xmlns:a="http://schemas.openxmlformats.org/drawingml/2006/main">
              <a:ext uri="{FF2B5EF4-FFF2-40B4-BE49-F238E27FC236}">
                <a16:creationId xmlns:a16="http://schemas.microsoft.com/office/drawing/2014/main" id="{5A565F08-750A-45F0-BD87-25AA4A74F73D}"/>
              </a:ext>
            </a:extLst>
          </p:cNvPr>
          <p:cNvSpPr>
            <a:spLocks xmlns:a="http://schemas.openxmlformats.org/drawingml/2006/main" noGrp="1"/>
          </p:cNvSpPr>
          <p:nvPr/>
        </p:nvSpPr>
        <p:spPr>
          <a:xfrm xmlns:a="http://schemas.openxmlformats.org/drawingml/2006/main">
            <a:off x="1476375" y="36480750"/>
            <a:ext cx="27527250" cy="1428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625" b="1">
                <a:solidFill>
                  <a:srgbClr val="FFFFFF"/>
                </a:solidFill>
                <a:latin typeface="Malgun Gothic"/>
                <a:ea typeface="Malgun Gothic"/>
                <a:cs typeface="Malgun Gothic"/>
              </a:defRPr>
            </a:pPr>
            <a:r>
              <a:rPr sz="2625" b="1">
                <a:solidFill>
                  <a:srgbClr val="FFFFFF"/>
                </a:solidFill>
                <a:latin typeface="Malgun Gothic"/>
                <a:ea typeface="Malgun Gothic"/>
                <a:cs typeface="Malgun Gothic"/>
              </a:rPr>
              <a:t>.</a:t>
            </a:r>
          </a:p>
        </p:txBody>
      </p:sp>
      <p:sp>
        <p:nvSpPr>
          <p:cNvPr id="190" name="">
            <a:extLst xmlns:a="http://schemas.openxmlformats.org/drawingml/2006/main">
              <a:ext uri="{FF2B5EF4-FFF2-40B4-BE49-F238E27FC236}">
                <a16:creationId xmlns:a16="http://schemas.microsoft.com/office/drawing/2014/main" id="{8A5E2185-5699-4158-B738-9E8DA2367046}"/>
              </a:ext>
            </a:extLst>
          </p:cNvPr>
          <p:cNvSpPr>
            <a:spLocks xmlns:a="http://schemas.openxmlformats.org/drawingml/2006/main" noGrp="1"/>
          </p:cNvSpPr>
          <p:nvPr/>
        </p:nvSpPr>
        <p:spPr>
          <a:xfrm xmlns:a="http://schemas.openxmlformats.org/drawingml/2006/main">
            <a:off x="1476375" y="37861875"/>
            <a:ext cx="2752725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950" b="0">
                <a:solidFill>
                  <a:srgbClr val="DCE5FF"/>
                </a:solidFill>
                <a:latin typeface="Malgun Gothic"/>
                <a:ea typeface="Malgun Gothic"/>
                <a:cs typeface="Malgun Gothic"/>
              </a:defRPr>
            </a:pPr>
            <a:r>
              <a:rPr sz="1950" b="0">
                <a:solidFill>
                  <a:srgbClr val="FFFFFF"/>
                </a:solidFill>
                <a:latin typeface="Malgun Gothic"/>
                <a:ea typeface="Malgun Gothic"/>
                <a:cs typeface="Malgun Gothic"/>
              </a:rPr>
              <a:t>.</a:t>
            </a:r>
          </a:p>
        </p:txBody>
      </p:sp>
      <p:sp>
        <p:nvSpPr>
          <p:cNvPr id="194" name="">
            <a:extLst xmlns:a="http://schemas.openxmlformats.org/drawingml/2006/main">
              <a:ext uri="{FF2B5EF4-FFF2-40B4-BE49-F238E27FC236}">
                <a16:creationId xmlns:a16="http://schemas.microsoft.com/office/drawing/2014/main" id="{27672FA9-85E4-4DE3-BAF5-54B38A3EC85D}"/>
              </a:ext>
            </a:extLst>
          </p:cNvPr>
          <p:cNvSpPr>
            <a:spLocks xmlns:a="http://schemas.openxmlformats.org/drawingml/2006/main" noGrp="1"/>
          </p:cNvSpPr>
          <p:nvPr/>
        </p:nvSpPr>
        <p:spPr>
          <a:xfrm xmlns:a="http://schemas.openxmlformats.org/drawingml/2006/main">
            <a:off x="0" y="5810250"/>
            <a:ext cx="30480000" cy="3729037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195" name="">
            <a:extLst xmlns:a="http://schemas.openxmlformats.org/drawingml/2006/main">
              <a:ext uri="{FF2B5EF4-FFF2-40B4-BE49-F238E27FC236}">
                <a16:creationId xmlns:a16="http://schemas.microsoft.com/office/drawing/2014/main" id="{792F2F59-0D96-4B6C-BE7F-102AA6072E21}"/>
              </a:ext>
            </a:extLst>
          </p:cNvPr>
          <p:cNvSpPr>
            <a:spLocks xmlns:a="http://schemas.openxmlformats.org/drawingml/2006/main" noGrp="1"/>
          </p:cNvSpPr>
          <p:nvPr/>
        </p:nvSpPr>
        <p:spPr>
          <a:xfrm xmlns:a="http://schemas.openxmlformats.org/drawingml/2006/main">
            <a:off x="666750" y="5638800"/>
            <a:ext cx="29146500" cy="76200"/>
          </a:xfrm>
          <a:prstGeom xmlns:a="http://schemas.openxmlformats.org/drawingml/2006/main" prst="rect">
            <a:avLst/>
          </a:prstGeom>
          <a:solidFill xmlns:a="http://schemas.openxmlformats.org/drawingml/2006/main">
            <a:srgbClr val="1F234B"/>
          </a:solidFill>
          <a:ln xmlns:a="http://schemas.openxmlformats.org/drawingml/2006/main" w="0">
            <a:solidFill>
              <a:srgbClr val="1F234B"/>
            </a:solidFill>
            <a:prstDash val="solid"/>
          </a:ln>
        </p:spPr>
      </p:sp>
      <p:sp>
        <p:nvSpPr>
          <p:cNvPr id="196" name="">
            <a:extLst xmlns:a="http://schemas.openxmlformats.org/drawingml/2006/main">
              <a:ext uri="{FF2B5EF4-FFF2-40B4-BE49-F238E27FC236}">
                <a16:creationId xmlns:a16="http://schemas.microsoft.com/office/drawing/2014/main" id="{4AF9FAA8-F2B9-471F-9C05-F09429CF1488}"/>
              </a:ext>
            </a:extLst>
          </p:cNvPr>
          <p:cNvSpPr>
            <a:spLocks xmlns:a="http://schemas.openxmlformats.org/drawingml/2006/main" noGrp="1"/>
          </p:cNvSpPr>
          <p:nvPr/>
        </p:nvSpPr>
        <p:spPr>
          <a:xfrm xmlns:a="http://schemas.openxmlformats.org/drawingml/2006/main">
            <a:off x="95250" y="95250"/>
            <a:ext cx="30289500" cy="42910125"/>
          </a:xfrm>
          <a:prstGeom xmlns:a="http://schemas.openxmlformats.org/drawingml/2006/main" prst="rect">
            <a:avLst/>
          </a:prstGeom>
          <a:solidFill xmlns:a="http://schemas.openxmlformats.org/drawingml/2006/main">
            <a:srgbClr val="000000">
              <a:alpha val="0"/>
            </a:srgbClr>
          </a:solidFill>
          <a:ln xmlns:a="http://schemas.openxmlformats.org/drawingml/2006/main" w="38100">
            <a:solidFill>
              <a:srgbClr val="1F234B"/>
            </a:solidFill>
            <a:prstDash val="solid"/>
          </a:ln>
        </p:spPr>
      </p:sp>
      <p:sp>
        <p:nvSpPr>
          <p:cNvPr id="197" name="">
            <a:extLst xmlns:a="http://schemas.openxmlformats.org/drawingml/2006/main">
              <a:ext uri="{FF2B5EF4-FFF2-40B4-BE49-F238E27FC236}">
                <a16:creationId xmlns:a16="http://schemas.microsoft.com/office/drawing/2014/main" id="{D1D0FE50-8582-41DF-81AF-B541861227C0}"/>
              </a:ext>
            </a:extLst>
          </p:cNvPr>
          <p:cNvSpPr>
            <a:spLocks xmlns:a="http://schemas.openxmlformats.org/drawingml/2006/main" noGrp="1"/>
          </p:cNvSpPr>
          <p:nvPr/>
        </p:nvSpPr>
        <p:spPr>
          <a:xfrm xmlns:a="http://schemas.openxmlformats.org/drawingml/2006/main">
            <a:off x="952500" y="6238875"/>
            <a:ext cx="28575000" cy="3714750"/>
          </a:xfrm>
          <a:prstGeom xmlns:a="http://schemas.openxmlformats.org/drawingml/2006/main" prst="rect">
            <a:avLst/>
          </a:prstGeom>
          <a:solidFill xmlns:a="http://schemas.openxmlformats.org/drawingml/2006/main">
            <a:srgbClr val="EEF3FA"/>
          </a:solidFill>
          <a:ln xmlns:a="http://schemas.openxmlformats.org/drawingml/2006/main" w="19050">
            <a:solidFill>
              <a:srgbClr val="DAE3F1"/>
            </a:solidFill>
            <a:prstDash val="solid"/>
          </a:ln>
        </p:spPr>
      </p:sp>
      <p:sp>
        <p:nvSpPr>
          <p:cNvPr id="198" name="">
            <a:extLst xmlns:a="http://schemas.openxmlformats.org/drawingml/2006/main">
              <a:ext uri="{FF2B5EF4-FFF2-40B4-BE49-F238E27FC236}">
                <a16:creationId xmlns:a16="http://schemas.microsoft.com/office/drawing/2014/main" id="{E170D96A-6F2E-4B5E-BEA2-1868E75F1240}"/>
              </a:ext>
            </a:extLst>
          </p:cNvPr>
          <p:cNvSpPr>
            <a:spLocks xmlns:a="http://schemas.openxmlformats.org/drawingml/2006/main" noGrp="1"/>
          </p:cNvSpPr>
          <p:nvPr/>
        </p:nvSpPr>
        <p:spPr>
          <a:xfrm xmlns:a="http://schemas.openxmlformats.org/drawingml/2006/main">
            <a:off x="952500" y="6238875"/>
            <a:ext cx="171450" cy="3714750"/>
          </a:xfrm>
          <a:prstGeom xmlns:a="http://schemas.openxmlformats.org/drawingml/2006/main" prst="rect">
            <a:avLst/>
          </a:prstGeom>
          <a:solidFill xmlns:a="http://schemas.openxmlformats.org/drawingml/2006/main">
            <a:srgbClr val="C91414"/>
          </a:solidFill>
          <a:ln xmlns:a="http://schemas.openxmlformats.org/drawingml/2006/main" w="0">
            <a:solidFill>
              <a:srgbClr val="C91414"/>
            </a:solidFill>
            <a:prstDash val="solid"/>
          </a:ln>
        </p:spPr>
      </p:sp>
      <p:sp>
        <p:nvSpPr>
          <p:cNvPr id="199" name="">
            <a:extLst xmlns:a="http://schemas.openxmlformats.org/drawingml/2006/main">
              <a:ext uri="{FF2B5EF4-FFF2-40B4-BE49-F238E27FC236}">
                <a16:creationId xmlns:a16="http://schemas.microsoft.com/office/drawing/2014/main" id="{1FC2CF51-E131-405C-9B03-41B19F778605}"/>
              </a:ext>
            </a:extLst>
          </p:cNvPr>
          <p:cNvSpPr>
            <a:spLocks xmlns:a="http://schemas.openxmlformats.org/drawingml/2006/main" noGrp="1"/>
          </p:cNvSpPr>
          <p:nvPr/>
        </p:nvSpPr>
        <p:spPr>
          <a:xfrm xmlns:a="http://schemas.openxmlformats.org/drawingml/2006/main">
            <a:off x="1381125" y="6572250"/>
            <a:ext cx="40005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400" b="1">
                <a:solidFill>
                  <a:srgbClr val="C91414"/>
                </a:solidFill>
                <a:latin typeface="Malgun Gothic"/>
                <a:ea typeface="Malgun Gothic"/>
                <a:cs typeface="Malgun Gothic"/>
              </a:defRPr>
            </a:pPr>
            <a:r>
              <a:rPr sz="2400" b="1">
                <a:solidFill>
                  <a:srgbClr val="C91414"/>
                </a:solidFill>
                <a:latin typeface="Malgun Gothic"/>
                <a:ea typeface="Malgun Gothic"/>
                <a:cs typeface="Malgun Gothic"/>
              </a:rPr>
              <a:t>연구 요약</a:t>
            </a:r>
          </a:p>
        </p:txBody>
      </p:sp>
      <p:sp>
        <p:nvSpPr>
          <p:cNvPr id="200" name="">
            <a:extLst xmlns:a="http://schemas.openxmlformats.org/drawingml/2006/main">
              <a:ext uri="{FF2B5EF4-FFF2-40B4-BE49-F238E27FC236}">
                <a16:creationId xmlns:a16="http://schemas.microsoft.com/office/drawing/2014/main" id="{C92825CA-823B-401D-AEB4-77C07A0774CD}"/>
              </a:ext>
            </a:extLst>
          </p:cNvPr>
          <p:cNvSpPr>
            <a:spLocks xmlns:a="http://schemas.openxmlformats.org/drawingml/2006/main" noGrp="1"/>
          </p:cNvSpPr>
          <p:nvPr/>
        </p:nvSpPr>
        <p:spPr>
          <a:xfrm xmlns:a="http://schemas.openxmlformats.org/drawingml/2006/main">
            <a:off x="1381125" y="7143750"/>
            <a:ext cx="19526250" cy="1381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75" b="0">
                <a:solidFill>
                  <a:srgbClr val="2B2A55"/>
                </a:solidFill>
                <a:latin typeface="Malgun Gothic"/>
                <a:ea typeface="Malgun Gothic"/>
                <a:cs typeface="Malgun Gothic"/>
              </a:defRPr>
            </a:pPr>
            <a:r>
              <a:rPr sz="2175" b="0">
                <a:solidFill>
                  <a:srgbClr val="2B2A55"/>
                </a:solidFill>
                <a:latin typeface="Malgun Gothic"/>
                <a:ea typeface="Malgun Gothic"/>
                <a:cs typeface="Malgun Gothic"/>
              </a:rPr>
              <a:t>본 시스템은 경찰 내부자가 이미 로그인한 상태에서도 매 요청마다 신원, 등록 기기, 위치, 담당 사건, 자료 민감도, 행동 이력을 다시 평가하는 동적 제로트러스트 접근제어 시스템이다. 단순한 역할 기반 권한 확인에서 벗어나 위험 점수와 정책 규칙을 결합해 열람 전용, 마스킹, 재인증, 관리자 승인, 즉시 차단을 세밀하게 결정한다.</a:t>
            </a:r>
          </a:p>
        </p:txBody>
      </p:sp>
      <p:sp>
        <p:nvSpPr>
          <p:cNvPr id="201" name="">
            <a:extLst xmlns:a="http://schemas.openxmlformats.org/drawingml/2006/main">
              <a:ext uri="{FF2B5EF4-FFF2-40B4-BE49-F238E27FC236}">
                <a16:creationId xmlns:a16="http://schemas.microsoft.com/office/drawing/2014/main" id="{99D1DAC9-CDD9-4806-AFE5-5E53FC070BBD}"/>
              </a:ext>
            </a:extLst>
          </p:cNvPr>
          <p:cNvSpPr>
            <a:spLocks xmlns:a="http://schemas.openxmlformats.org/drawingml/2006/main" noGrp="1"/>
          </p:cNvSpPr>
          <p:nvPr/>
        </p:nvSpPr>
        <p:spPr>
          <a:xfrm xmlns:a="http://schemas.openxmlformats.org/drawingml/2006/main">
            <a:off x="1381125" y="8715375"/>
            <a:ext cx="19526250" cy="819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4472C4"/>
                </a:solidFill>
                <a:latin typeface="Malgun Gothic"/>
                <a:ea typeface="Malgun Gothic"/>
                <a:cs typeface="Malgun Gothic"/>
              </a:defRPr>
            </a:pPr>
            <a:r>
              <a:rPr sz="2025" b="1">
                <a:solidFill>
                  <a:srgbClr val="4472C4"/>
                </a:solidFill>
                <a:latin typeface="Malgun Gothic"/>
                <a:ea typeface="Malgun Gothic"/>
                <a:cs typeface="Malgun Gothic"/>
              </a:rPr>
              <a:t>신규성은 일반적인 제로트러스트 원칙을 경찰 수사정보 업무의 담당 사건, 관할 위치, 자료 등급, 반복 조회 패턴에 맞춘 정책 엔진으로 구체화했다는 점이다.</a:t>
            </a:r>
          </a:p>
        </p:txBody>
      </p:sp>
      <p:sp>
        <p:nvSpPr>
          <p:cNvPr id="202" name="">
            <a:extLst xmlns:a="http://schemas.openxmlformats.org/drawingml/2006/main">
              <a:ext uri="{FF2B5EF4-FFF2-40B4-BE49-F238E27FC236}">
                <a16:creationId xmlns:a16="http://schemas.microsoft.com/office/drawing/2014/main" id="{92092D94-8C01-4710-9E7A-4C981B8C5BB0}"/>
              </a:ext>
            </a:extLst>
          </p:cNvPr>
          <p:cNvSpPr>
            <a:spLocks xmlns:a="http://schemas.openxmlformats.org/drawingml/2006/main" noGrp="1"/>
          </p:cNvSpPr>
          <p:nvPr/>
        </p:nvSpPr>
        <p:spPr>
          <a:xfrm xmlns:a="http://schemas.openxmlformats.org/drawingml/2006/main">
            <a:off x="21574125" y="6934200"/>
            <a:ext cx="3333750" cy="628650"/>
          </a:xfrm>
          <a:prstGeom xmlns:a="http://schemas.openxmlformats.org/drawingml/2006/main" prst="rect">
            <a:avLst/>
          </a:prstGeom>
          <a:solidFill xmlns:a="http://schemas.openxmlformats.org/drawingml/2006/main">
            <a:srgbClr val="C91414"/>
          </a:solidFill>
          <a:ln xmlns:a="http://schemas.openxmlformats.org/drawingml/2006/main" w="0">
            <a:solidFill>
              <a:srgbClr val="C91414"/>
            </a:solidFill>
            <a:prstDash val="solid"/>
          </a:ln>
        </p:spPr>
      </p:sp>
      <p:sp>
        <p:nvSpPr>
          <p:cNvPr id="203" name="">
            <a:extLst xmlns:a="http://schemas.openxmlformats.org/drawingml/2006/main">
              <a:ext uri="{FF2B5EF4-FFF2-40B4-BE49-F238E27FC236}">
                <a16:creationId xmlns:a16="http://schemas.microsoft.com/office/drawing/2014/main" id="{40DF3383-2355-4BFF-924A-C38294011F88}"/>
              </a:ext>
            </a:extLst>
          </p:cNvPr>
          <p:cNvSpPr>
            <a:spLocks xmlns:a="http://schemas.openxmlformats.org/drawingml/2006/main" noGrp="1"/>
          </p:cNvSpPr>
          <p:nvPr/>
        </p:nvSpPr>
        <p:spPr>
          <a:xfrm xmlns:a="http://schemas.openxmlformats.org/drawingml/2006/main">
            <a:off x="21574125" y="7086600"/>
            <a:ext cx="33337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950" b="1">
                <a:solidFill>
                  <a:srgbClr val="FFFFFF"/>
                </a:solidFill>
                <a:latin typeface="Malgun Gothic"/>
                <a:ea typeface="Malgun Gothic"/>
                <a:cs typeface="Malgun Gothic"/>
              </a:defRPr>
            </a:pPr>
            <a:r>
              <a:rPr sz="1950" b="1">
                <a:solidFill>
                  <a:srgbClr val="FFFFFF"/>
                </a:solidFill>
                <a:latin typeface="Malgun Gothic"/>
                <a:ea typeface="Malgun Gothic"/>
                <a:cs typeface="Malgun Gothic"/>
              </a:rPr>
              <a:t>내부자 위협</a:t>
            </a:r>
          </a:p>
        </p:txBody>
      </p:sp>
      <p:sp>
        <p:nvSpPr>
          <p:cNvPr id="204" name="">
            <a:extLst xmlns:a="http://schemas.openxmlformats.org/drawingml/2006/main">
              <a:ext uri="{FF2B5EF4-FFF2-40B4-BE49-F238E27FC236}">
                <a16:creationId xmlns:a16="http://schemas.microsoft.com/office/drawing/2014/main" id="{53141248-B7C1-4164-B2A2-30A4AF3D5AC2}"/>
              </a:ext>
            </a:extLst>
          </p:cNvPr>
          <p:cNvSpPr>
            <a:spLocks xmlns:a="http://schemas.openxmlformats.org/drawingml/2006/main" noGrp="1"/>
          </p:cNvSpPr>
          <p:nvPr/>
        </p:nvSpPr>
        <p:spPr>
          <a:xfrm xmlns:a="http://schemas.openxmlformats.org/drawingml/2006/main">
            <a:off x="25288875" y="6934200"/>
            <a:ext cx="3333750" cy="628650"/>
          </a:xfrm>
          <a:prstGeom xmlns:a="http://schemas.openxmlformats.org/drawingml/2006/main" prst="rect">
            <a:avLst/>
          </a:prstGeom>
          <a:solidFill xmlns:a="http://schemas.openxmlformats.org/drawingml/2006/main">
            <a:srgbClr val="4472C4"/>
          </a:solidFill>
          <a:ln xmlns:a="http://schemas.openxmlformats.org/drawingml/2006/main" w="0">
            <a:solidFill>
              <a:srgbClr val="4472C4"/>
            </a:solidFill>
            <a:prstDash val="solid"/>
          </a:ln>
        </p:spPr>
      </p:sp>
      <p:sp>
        <p:nvSpPr>
          <p:cNvPr id="205" name="">
            <a:extLst xmlns:a="http://schemas.openxmlformats.org/drawingml/2006/main">
              <a:ext uri="{FF2B5EF4-FFF2-40B4-BE49-F238E27FC236}">
                <a16:creationId xmlns:a16="http://schemas.microsoft.com/office/drawing/2014/main" id="{A52B173A-59FD-4E01-B986-2581DB190D1E}"/>
              </a:ext>
            </a:extLst>
          </p:cNvPr>
          <p:cNvSpPr>
            <a:spLocks xmlns:a="http://schemas.openxmlformats.org/drawingml/2006/main" noGrp="1"/>
          </p:cNvSpPr>
          <p:nvPr/>
        </p:nvSpPr>
        <p:spPr>
          <a:xfrm xmlns:a="http://schemas.openxmlformats.org/drawingml/2006/main">
            <a:off x="25288875" y="7086600"/>
            <a:ext cx="33337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950" b="1">
                <a:solidFill>
                  <a:srgbClr val="FFFFFF"/>
                </a:solidFill>
                <a:latin typeface="Malgun Gothic"/>
                <a:ea typeface="Malgun Gothic"/>
                <a:cs typeface="Malgun Gothic"/>
              </a:defRPr>
            </a:pPr>
            <a:r>
              <a:rPr sz="1950" b="1">
                <a:solidFill>
                  <a:srgbClr val="FFFFFF"/>
                </a:solidFill>
                <a:latin typeface="Malgun Gothic"/>
                <a:ea typeface="Malgun Gothic"/>
                <a:cs typeface="Malgun Gothic"/>
              </a:rPr>
              <a:t>경찰 업무 맥락</a:t>
            </a:r>
          </a:p>
        </p:txBody>
      </p:sp>
      <p:sp>
        <p:nvSpPr>
          <p:cNvPr id="206" name="">
            <a:extLst xmlns:a="http://schemas.openxmlformats.org/drawingml/2006/main">
              <a:ext uri="{FF2B5EF4-FFF2-40B4-BE49-F238E27FC236}">
                <a16:creationId xmlns:a16="http://schemas.microsoft.com/office/drawing/2014/main" id="{784F9954-C240-4E73-93D1-CABF346B76EF}"/>
              </a:ext>
            </a:extLst>
          </p:cNvPr>
          <p:cNvSpPr>
            <a:spLocks xmlns:a="http://schemas.openxmlformats.org/drawingml/2006/main" noGrp="1"/>
          </p:cNvSpPr>
          <p:nvPr/>
        </p:nvSpPr>
        <p:spPr>
          <a:xfrm xmlns:a="http://schemas.openxmlformats.org/drawingml/2006/main">
            <a:off x="21574125" y="7839075"/>
            <a:ext cx="3333750" cy="628650"/>
          </a:xfrm>
          <a:prstGeom xmlns:a="http://schemas.openxmlformats.org/drawingml/2006/main" prst="rect">
            <a:avLst/>
          </a:prstGeom>
          <a:solidFill xmlns:a="http://schemas.openxmlformats.org/drawingml/2006/main">
            <a:srgbClr val="F4B321"/>
          </a:solidFill>
          <a:ln xmlns:a="http://schemas.openxmlformats.org/drawingml/2006/main" w="0">
            <a:solidFill>
              <a:srgbClr val="F4B321"/>
            </a:solidFill>
            <a:prstDash val="solid"/>
          </a:ln>
        </p:spPr>
      </p:sp>
      <p:sp>
        <p:nvSpPr>
          <p:cNvPr id="207" name="">
            <a:extLst xmlns:a="http://schemas.openxmlformats.org/drawingml/2006/main">
              <a:ext uri="{FF2B5EF4-FFF2-40B4-BE49-F238E27FC236}">
                <a16:creationId xmlns:a16="http://schemas.microsoft.com/office/drawing/2014/main" id="{92AC136B-1EFA-4BCC-9CE2-26179A3B15D2}"/>
              </a:ext>
            </a:extLst>
          </p:cNvPr>
          <p:cNvSpPr>
            <a:spLocks xmlns:a="http://schemas.openxmlformats.org/drawingml/2006/main" noGrp="1"/>
          </p:cNvSpPr>
          <p:nvPr/>
        </p:nvSpPr>
        <p:spPr>
          <a:xfrm xmlns:a="http://schemas.openxmlformats.org/drawingml/2006/main">
            <a:off x="21574125" y="7991475"/>
            <a:ext cx="33337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950" b="1">
                <a:solidFill>
                  <a:srgbClr val="FFFFFF"/>
                </a:solidFill>
                <a:latin typeface="Malgun Gothic"/>
                <a:ea typeface="Malgun Gothic"/>
                <a:cs typeface="Malgun Gothic"/>
              </a:defRPr>
            </a:pPr>
            <a:r>
              <a:rPr sz="1950" b="1">
                <a:solidFill>
                  <a:srgbClr val="FFFFFF"/>
                </a:solidFill>
                <a:latin typeface="Malgun Gothic"/>
                <a:ea typeface="Malgun Gothic"/>
                <a:cs typeface="Malgun Gothic"/>
              </a:rPr>
              <a:t>위험 적응형 권한</a:t>
            </a:r>
          </a:p>
        </p:txBody>
      </p:sp>
      <p:sp>
        <p:nvSpPr>
          <p:cNvPr id="208" name="">
            <a:extLst xmlns:a="http://schemas.openxmlformats.org/drawingml/2006/main">
              <a:ext uri="{FF2B5EF4-FFF2-40B4-BE49-F238E27FC236}">
                <a16:creationId xmlns:a16="http://schemas.microsoft.com/office/drawing/2014/main" id="{F33E7DB8-D3A2-40F4-A0A6-426FC36FB9C8}"/>
              </a:ext>
            </a:extLst>
          </p:cNvPr>
          <p:cNvSpPr>
            <a:spLocks xmlns:a="http://schemas.openxmlformats.org/drawingml/2006/main" noGrp="1"/>
          </p:cNvSpPr>
          <p:nvPr/>
        </p:nvSpPr>
        <p:spPr>
          <a:xfrm xmlns:a="http://schemas.openxmlformats.org/drawingml/2006/main">
            <a:off x="25288875" y="7839075"/>
            <a:ext cx="3333750" cy="628650"/>
          </a:xfrm>
          <a:prstGeom xmlns:a="http://schemas.openxmlformats.org/drawingml/2006/main" prst="rect">
            <a:avLst/>
          </a:prstGeom>
          <a:solidFill xmlns:a="http://schemas.openxmlformats.org/drawingml/2006/main">
            <a:srgbClr val="6F5AA7"/>
          </a:solidFill>
          <a:ln xmlns:a="http://schemas.openxmlformats.org/drawingml/2006/main" w="0">
            <a:solidFill>
              <a:srgbClr val="6F5AA7"/>
            </a:solidFill>
            <a:prstDash val="solid"/>
          </a:ln>
        </p:spPr>
      </p:sp>
      <p:sp>
        <p:nvSpPr>
          <p:cNvPr id="209" name="">
            <a:extLst xmlns:a="http://schemas.openxmlformats.org/drawingml/2006/main">
              <a:ext uri="{FF2B5EF4-FFF2-40B4-BE49-F238E27FC236}">
                <a16:creationId xmlns:a16="http://schemas.microsoft.com/office/drawing/2014/main" id="{14F985DB-7847-473E-B9C4-F5B253C4DB54}"/>
              </a:ext>
            </a:extLst>
          </p:cNvPr>
          <p:cNvSpPr>
            <a:spLocks xmlns:a="http://schemas.openxmlformats.org/drawingml/2006/main" noGrp="1"/>
          </p:cNvSpPr>
          <p:nvPr/>
        </p:nvSpPr>
        <p:spPr>
          <a:xfrm xmlns:a="http://schemas.openxmlformats.org/drawingml/2006/main">
            <a:off x="25288875" y="7991475"/>
            <a:ext cx="33337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950" b="1">
                <a:solidFill>
                  <a:srgbClr val="FFFFFF"/>
                </a:solidFill>
                <a:latin typeface="Malgun Gothic"/>
                <a:ea typeface="Malgun Gothic"/>
                <a:cs typeface="Malgun Gothic"/>
              </a:defRPr>
            </a:pPr>
            <a:r>
              <a:rPr sz="1950" b="1">
                <a:solidFill>
                  <a:srgbClr val="FFFFFF"/>
                </a:solidFill>
                <a:latin typeface="Malgun Gothic"/>
                <a:ea typeface="Malgun Gothic"/>
                <a:cs typeface="Malgun Gothic"/>
              </a:rPr>
              <a:t>감사 가능성</a:t>
            </a:r>
          </a:p>
        </p:txBody>
      </p:sp>
      <p:sp>
        <p:nvSpPr>
          <p:cNvPr id="210" name="">
            <a:extLst xmlns:a="http://schemas.openxmlformats.org/drawingml/2006/main">
              <a:ext uri="{FF2B5EF4-FFF2-40B4-BE49-F238E27FC236}">
                <a16:creationId xmlns:a16="http://schemas.microsoft.com/office/drawing/2014/main" id="{D2671BCD-5A9E-48CF-A5F7-06D9727E22B9}"/>
              </a:ext>
            </a:extLst>
          </p:cNvPr>
          <p:cNvSpPr>
            <a:spLocks xmlns:a="http://schemas.openxmlformats.org/drawingml/2006/main" noGrp="1"/>
          </p:cNvSpPr>
          <p:nvPr/>
        </p:nvSpPr>
        <p:spPr>
          <a:xfrm xmlns:a="http://schemas.openxmlformats.org/drawingml/2006/main">
            <a:off x="952500" y="10715625"/>
            <a:ext cx="114300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2B2A55"/>
                </a:solidFill>
                <a:latin typeface="Malgun Gothic"/>
                <a:ea typeface="Malgun Gothic"/>
                <a:cs typeface="Malgun Gothic"/>
              </a:defRPr>
            </a:pPr>
            <a:r>
              <a:rPr sz="2550" b="1">
                <a:solidFill>
                  <a:srgbClr val="2B2A55"/>
                </a:solidFill>
                <a:latin typeface="Malgun Gothic"/>
                <a:ea typeface="Malgun Gothic"/>
                <a:cs typeface="Malgun Gothic"/>
              </a:rPr>
              <a:t>매 요청 기반 정책 결정 구조</a:t>
            </a:r>
          </a:p>
        </p:txBody>
      </p:sp>
      <p:sp>
        <p:nvSpPr>
          <p:cNvPr id="211" name="">
            <a:extLst xmlns:a="http://schemas.openxmlformats.org/drawingml/2006/main">
              <a:ext uri="{FF2B5EF4-FFF2-40B4-BE49-F238E27FC236}">
                <a16:creationId xmlns:a16="http://schemas.microsoft.com/office/drawing/2014/main" id="{9ED6C9ED-1B95-4F4E-A77A-5DECB650334F}"/>
              </a:ext>
            </a:extLst>
          </p:cNvPr>
          <p:cNvSpPr>
            <a:spLocks xmlns:a="http://schemas.openxmlformats.org/drawingml/2006/main" noGrp="1"/>
          </p:cNvSpPr>
          <p:nvPr/>
        </p:nvSpPr>
        <p:spPr>
          <a:xfrm xmlns:a="http://schemas.openxmlformats.org/drawingml/2006/main">
            <a:off x="952500" y="11382375"/>
            <a:ext cx="5467350" cy="1809750"/>
          </a:xfrm>
          <a:prstGeom xmlns:a="http://schemas.openxmlformats.org/drawingml/2006/main" prst="rect">
            <a:avLst/>
          </a:prstGeom>
          <a:solidFill xmlns:a="http://schemas.openxmlformats.org/drawingml/2006/main">
            <a:srgbClr val="FFFFFF"/>
          </a:solidFill>
          <a:ln xmlns:a="http://schemas.openxmlformats.org/drawingml/2006/main" w="38100">
            <a:solidFill>
              <a:srgbClr val="C91414"/>
            </a:solidFill>
            <a:prstDash val="solid"/>
          </a:ln>
        </p:spPr>
      </p:sp>
      <p:sp>
        <p:nvSpPr>
          <p:cNvPr id="212" name="">
            <a:extLst xmlns:a="http://schemas.openxmlformats.org/drawingml/2006/main">
              <a:ext uri="{FF2B5EF4-FFF2-40B4-BE49-F238E27FC236}">
                <a16:creationId xmlns:a16="http://schemas.microsoft.com/office/drawing/2014/main" id="{C2CE4C57-7208-4EA7-B31F-5AE997896DD7}"/>
              </a:ext>
            </a:extLst>
          </p:cNvPr>
          <p:cNvSpPr>
            <a:spLocks xmlns:a="http://schemas.openxmlformats.org/drawingml/2006/main" noGrp="1"/>
          </p:cNvSpPr>
          <p:nvPr/>
        </p:nvSpPr>
        <p:spPr>
          <a:xfrm xmlns:a="http://schemas.openxmlformats.org/drawingml/2006/main">
            <a:off x="952500" y="11382375"/>
            <a:ext cx="742950" cy="1809750"/>
          </a:xfrm>
          <a:prstGeom xmlns:a="http://schemas.openxmlformats.org/drawingml/2006/main" prst="rect">
            <a:avLst/>
          </a:prstGeom>
          <a:solidFill xmlns:a="http://schemas.openxmlformats.org/drawingml/2006/main">
            <a:srgbClr val="C91414"/>
          </a:solidFill>
          <a:ln xmlns:a="http://schemas.openxmlformats.org/drawingml/2006/main" w="0">
            <a:solidFill>
              <a:srgbClr val="C91414"/>
            </a:solidFill>
            <a:prstDash val="solid"/>
          </a:ln>
        </p:spPr>
      </p:sp>
      <p:sp>
        <p:nvSpPr>
          <p:cNvPr id="213" name="">
            <a:extLst xmlns:a="http://schemas.openxmlformats.org/drawingml/2006/main">
              <a:ext uri="{FF2B5EF4-FFF2-40B4-BE49-F238E27FC236}">
                <a16:creationId xmlns:a16="http://schemas.microsoft.com/office/drawing/2014/main" id="{565F1ABD-92EB-4E96-B5C8-4818575FA4CF}"/>
              </a:ext>
            </a:extLst>
          </p:cNvPr>
          <p:cNvSpPr>
            <a:spLocks xmlns:a="http://schemas.openxmlformats.org/drawingml/2006/main" noGrp="1"/>
          </p:cNvSpPr>
          <p:nvPr/>
        </p:nvSpPr>
        <p:spPr>
          <a:xfrm xmlns:a="http://schemas.openxmlformats.org/drawingml/2006/main">
            <a:off x="952500" y="11877675"/>
            <a:ext cx="74295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100" b="1">
                <a:solidFill>
                  <a:srgbClr val="FFFFFF"/>
                </a:solidFill>
                <a:latin typeface="Malgun Gothic"/>
                <a:ea typeface="Malgun Gothic"/>
                <a:cs typeface="Malgun Gothic"/>
              </a:defRPr>
            </a:pPr>
            <a:r>
              <a:rPr sz="2100" b="1">
                <a:solidFill>
                  <a:srgbClr val="FFFFFF"/>
                </a:solidFill>
                <a:latin typeface="Malgun Gothic"/>
                <a:ea typeface="Malgun Gothic"/>
                <a:cs typeface="Malgun Gothic"/>
              </a:rPr>
              <a:t>01</a:t>
            </a:r>
          </a:p>
        </p:txBody>
      </p:sp>
      <p:sp>
        <p:nvSpPr>
          <p:cNvPr id="214" name="">
            <a:extLst xmlns:a="http://schemas.openxmlformats.org/drawingml/2006/main">
              <a:ext uri="{FF2B5EF4-FFF2-40B4-BE49-F238E27FC236}">
                <a16:creationId xmlns:a16="http://schemas.microsoft.com/office/drawing/2014/main" id="{0AD08C2F-89E4-474B-8C81-9FCD17CBA347}"/>
              </a:ext>
            </a:extLst>
          </p:cNvPr>
          <p:cNvSpPr>
            <a:spLocks xmlns:a="http://schemas.openxmlformats.org/drawingml/2006/main" noGrp="1"/>
          </p:cNvSpPr>
          <p:nvPr/>
        </p:nvSpPr>
        <p:spPr>
          <a:xfrm xmlns:a="http://schemas.openxmlformats.org/drawingml/2006/main">
            <a:off x="1905000" y="11610975"/>
            <a:ext cx="432435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75" b="1">
                <a:solidFill>
                  <a:srgbClr val="2B2A55"/>
                </a:solidFill>
                <a:latin typeface="Malgun Gothic"/>
                <a:ea typeface="Malgun Gothic"/>
                <a:cs typeface="Malgun Gothic"/>
              </a:defRPr>
            </a:pPr>
            <a:r>
              <a:rPr sz="2175" b="1">
                <a:solidFill>
                  <a:srgbClr val="2B2A55"/>
                </a:solidFill>
                <a:latin typeface="Malgun Gothic"/>
                <a:ea typeface="Malgun Gothic"/>
                <a:cs typeface="Malgun Gothic"/>
              </a:rPr>
              <a:t>요청 수집</a:t>
            </a:r>
          </a:p>
        </p:txBody>
      </p:sp>
      <p:sp>
        <p:nvSpPr>
          <p:cNvPr id="215" name="">
            <a:extLst xmlns:a="http://schemas.openxmlformats.org/drawingml/2006/main">
              <a:ext uri="{FF2B5EF4-FFF2-40B4-BE49-F238E27FC236}">
                <a16:creationId xmlns:a16="http://schemas.microsoft.com/office/drawing/2014/main" id="{0CA33707-BF7D-4FCF-BB5D-4D8AF3E849FE}"/>
              </a:ext>
            </a:extLst>
          </p:cNvPr>
          <p:cNvSpPr>
            <a:spLocks xmlns:a="http://schemas.openxmlformats.org/drawingml/2006/main" noGrp="1"/>
          </p:cNvSpPr>
          <p:nvPr/>
        </p:nvSpPr>
        <p:spPr>
          <a:xfrm xmlns:a="http://schemas.openxmlformats.org/drawingml/2006/main">
            <a:off x="1905000" y="12068175"/>
            <a:ext cx="4324350" cy="876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4B4F73"/>
                </a:solidFill>
                <a:latin typeface="Malgun Gothic"/>
                <a:ea typeface="Malgun Gothic"/>
                <a:cs typeface="Malgun Gothic"/>
              </a:defRPr>
            </a:pPr>
            <a:r>
              <a:rPr sz="1500" b="0">
                <a:solidFill>
                  <a:srgbClr val="4B4F73"/>
                </a:solidFill>
                <a:latin typeface="Malgun Gothic"/>
                <a:ea typeface="Malgun Gothic"/>
                <a:cs typeface="Malgun Gothic"/>
              </a:rPr>
              <a:t>계정, 기기, 위치, 행위, 사건 ID, 자료 등급을 수집한다.</a:t>
            </a:r>
          </a:p>
        </p:txBody>
      </p:sp>
      <p:sp>
        <p:nvSpPr>
          <p:cNvPr id="216" name="">
            <a:extLst xmlns:a="http://schemas.openxmlformats.org/drawingml/2006/main">
              <a:ext uri="{FF2B5EF4-FFF2-40B4-BE49-F238E27FC236}">
                <a16:creationId xmlns:a16="http://schemas.microsoft.com/office/drawing/2014/main" id="{40C96E1A-7F84-4091-906E-3C8107D35C0B}"/>
              </a:ext>
            </a:extLst>
          </p:cNvPr>
          <p:cNvSpPr>
            <a:spLocks xmlns:a="http://schemas.openxmlformats.org/drawingml/2006/main" noGrp="1"/>
          </p:cNvSpPr>
          <p:nvPr/>
        </p:nvSpPr>
        <p:spPr>
          <a:xfrm xmlns:a="http://schemas.openxmlformats.org/drawingml/2006/main">
            <a:off x="6419850" y="12201525"/>
            <a:ext cx="323850" cy="152400"/>
          </a:xfrm>
          <a:prstGeom xmlns:a="http://schemas.openxmlformats.org/drawingml/2006/main" prst="rect">
            <a:avLst/>
          </a:prstGeom>
          <a:solidFill xmlns:a="http://schemas.openxmlformats.org/drawingml/2006/main">
            <a:srgbClr val="1F234B"/>
          </a:solidFill>
          <a:ln xmlns:a="http://schemas.openxmlformats.org/drawingml/2006/main" w="0">
            <a:solidFill>
              <a:srgbClr val="1F234B"/>
            </a:solidFill>
            <a:prstDash val="solid"/>
          </a:ln>
        </p:spPr>
      </p:sp>
      <p:sp>
        <p:nvSpPr>
          <p:cNvPr id="217" name="">
            <a:extLst xmlns:a="http://schemas.openxmlformats.org/drawingml/2006/main">
              <a:ext uri="{FF2B5EF4-FFF2-40B4-BE49-F238E27FC236}">
                <a16:creationId xmlns:a16="http://schemas.microsoft.com/office/drawing/2014/main" id="{01DD60C0-99CA-4E6A-9942-39ACEC109B5B}"/>
              </a:ext>
            </a:extLst>
          </p:cNvPr>
          <p:cNvSpPr>
            <a:spLocks xmlns:a="http://schemas.openxmlformats.org/drawingml/2006/main" noGrp="1"/>
          </p:cNvSpPr>
          <p:nvPr/>
        </p:nvSpPr>
        <p:spPr>
          <a:xfrm xmlns:a="http://schemas.openxmlformats.org/drawingml/2006/main">
            <a:off x="6743700" y="11382375"/>
            <a:ext cx="5467350" cy="1809750"/>
          </a:xfrm>
          <a:prstGeom xmlns:a="http://schemas.openxmlformats.org/drawingml/2006/main" prst="rect">
            <a:avLst/>
          </a:prstGeom>
          <a:solidFill xmlns:a="http://schemas.openxmlformats.org/drawingml/2006/main">
            <a:srgbClr val="FFFFFF"/>
          </a:solidFill>
          <a:ln xmlns:a="http://schemas.openxmlformats.org/drawingml/2006/main" w="38100">
            <a:solidFill>
              <a:srgbClr val="111111"/>
            </a:solidFill>
            <a:prstDash val="solid"/>
          </a:ln>
        </p:spPr>
      </p:sp>
      <p:sp>
        <p:nvSpPr>
          <p:cNvPr id="218" name="">
            <a:extLst xmlns:a="http://schemas.openxmlformats.org/drawingml/2006/main">
              <a:ext uri="{FF2B5EF4-FFF2-40B4-BE49-F238E27FC236}">
                <a16:creationId xmlns:a16="http://schemas.microsoft.com/office/drawing/2014/main" id="{B2C7ADCB-160C-41D2-8EC5-85A3620E0F0D}"/>
              </a:ext>
            </a:extLst>
          </p:cNvPr>
          <p:cNvSpPr>
            <a:spLocks xmlns:a="http://schemas.openxmlformats.org/drawingml/2006/main" noGrp="1"/>
          </p:cNvSpPr>
          <p:nvPr/>
        </p:nvSpPr>
        <p:spPr>
          <a:xfrm xmlns:a="http://schemas.openxmlformats.org/drawingml/2006/main">
            <a:off x="6743700" y="11382375"/>
            <a:ext cx="742950" cy="1809750"/>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sp>
      <p:sp>
        <p:nvSpPr>
          <p:cNvPr id="219" name="">
            <a:extLst xmlns:a="http://schemas.openxmlformats.org/drawingml/2006/main">
              <a:ext uri="{FF2B5EF4-FFF2-40B4-BE49-F238E27FC236}">
                <a16:creationId xmlns:a16="http://schemas.microsoft.com/office/drawing/2014/main" id="{6C873D4F-9F4A-48E7-B4E4-14EC74A9ACBC}"/>
              </a:ext>
            </a:extLst>
          </p:cNvPr>
          <p:cNvSpPr>
            <a:spLocks xmlns:a="http://schemas.openxmlformats.org/drawingml/2006/main" noGrp="1"/>
          </p:cNvSpPr>
          <p:nvPr/>
        </p:nvSpPr>
        <p:spPr>
          <a:xfrm xmlns:a="http://schemas.openxmlformats.org/drawingml/2006/main">
            <a:off x="6743700" y="11877675"/>
            <a:ext cx="74295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100" b="1">
                <a:solidFill>
                  <a:srgbClr val="FFFFFF"/>
                </a:solidFill>
                <a:latin typeface="Malgun Gothic"/>
                <a:ea typeface="Malgun Gothic"/>
                <a:cs typeface="Malgun Gothic"/>
              </a:defRPr>
            </a:pPr>
            <a:r>
              <a:rPr sz="2100" b="1">
                <a:solidFill>
                  <a:srgbClr val="FFFFFF"/>
                </a:solidFill>
                <a:latin typeface="Malgun Gothic"/>
                <a:ea typeface="Malgun Gothic"/>
                <a:cs typeface="Malgun Gothic"/>
              </a:rPr>
              <a:t>02</a:t>
            </a:r>
          </a:p>
        </p:txBody>
      </p:sp>
      <p:sp>
        <p:nvSpPr>
          <p:cNvPr id="220" name="">
            <a:extLst xmlns:a="http://schemas.openxmlformats.org/drawingml/2006/main">
              <a:ext uri="{FF2B5EF4-FFF2-40B4-BE49-F238E27FC236}">
                <a16:creationId xmlns:a16="http://schemas.microsoft.com/office/drawing/2014/main" id="{329B0CDE-683B-4C5F-9D51-A596C2464BD5}"/>
              </a:ext>
            </a:extLst>
          </p:cNvPr>
          <p:cNvSpPr>
            <a:spLocks xmlns:a="http://schemas.openxmlformats.org/drawingml/2006/main" noGrp="1"/>
          </p:cNvSpPr>
          <p:nvPr/>
        </p:nvSpPr>
        <p:spPr>
          <a:xfrm xmlns:a="http://schemas.openxmlformats.org/drawingml/2006/main">
            <a:off x="7696200" y="11610975"/>
            <a:ext cx="432435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75" b="1">
                <a:solidFill>
                  <a:srgbClr val="2B2A55"/>
                </a:solidFill>
                <a:latin typeface="Malgun Gothic"/>
                <a:ea typeface="Malgun Gothic"/>
                <a:cs typeface="Malgun Gothic"/>
              </a:defRPr>
            </a:pPr>
            <a:r>
              <a:rPr sz="2175" b="1">
                <a:solidFill>
                  <a:srgbClr val="2B2A55"/>
                </a:solidFill>
                <a:latin typeface="Malgun Gothic"/>
                <a:ea typeface="Malgun Gothic"/>
                <a:cs typeface="Malgun Gothic"/>
              </a:rPr>
              <a:t>즉시 차단</a:t>
            </a:r>
          </a:p>
        </p:txBody>
      </p:sp>
      <p:sp>
        <p:nvSpPr>
          <p:cNvPr id="221" name="">
            <a:extLst xmlns:a="http://schemas.openxmlformats.org/drawingml/2006/main">
              <a:ext uri="{FF2B5EF4-FFF2-40B4-BE49-F238E27FC236}">
                <a16:creationId xmlns:a16="http://schemas.microsoft.com/office/drawing/2014/main" id="{A07B75AA-6730-4BA9-9739-4ED0B22CC6C8}"/>
              </a:ext>
            </a:extLst>
          </p:cNvPr>
          <p:cNvSpPr>
            <a:spLocks xmlns:a="http://schemas.openxmlformats.org/drawingml/2006/main" noGrp="1"/>
          </p:cNvSpPr>
          <p:nvPr/>
        </p:nvSpPr>
        <p:spPr>
          <a:xfrm xmlns:a="http://schemas.openxmlformats.org/drawingml/2006/main">
            <a:off x="7696200" y="12068175"/>
            <a:ext cx="4324350" cy="876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4B4F73"/>
                </a:solidFill>
                <a:latin typeface="Malgun Gothic"/>
                <a:ea typeface="Malgun Gothic"/>
                <a:cs typeface="Malgun Gothic"/>
              </a:defRPr>
            </a:pPr>
            <a:r>
              <a:rPr sz="1500" b="0">
                <a:solidFill>
                  <a:srgbClr val="4B4F73"/>
                </a:solidFill>
                <a:latin typeface="Malgun Gothic"/>
                <a:ea typeface="Malgun Gothic"/>
                <a:cs typeface="Malgun Gothic"/>
              </a:rPr>
              <a:t>동시 접속 실패, 불가능 이동, 비허용 위치, 고위험 다운로드는 점수 계산 전에 차단한다.</a:t>
            </a:r>
          </a:p>
        </p:txBody>
      </p:sp>
      <p:sp>
        <p:nvSpPr>
          <p:cNvPr id="222" name="">
            <a:extLst xmlns:a="http://schemas.openxmlformats.org/drawingml/2006/main">
              <a:ext uri="{FF2B5EF4-FFF2-40B4-BE49-F238E27FC236}">
                <a16:creationId xmlns:a16="http://schemas.microsoft.com/office/drawing/2014/main" id="{61E70D98-3B34-4C08-A3E3-53FA72FDBF59}"/>
              </a:ext>
            </a:extLst>
          </p:cNvPr>
          <p:cNvSpPr>
            <a:spLocks xmlns:a="http://schemas.openxmlformats.org/drawingml/2006/main" noGrp="1"/>
          </p:cNvSpPr>
          <p:nvPr/>
        </p:nvSpPr>
        <p:spPr>
          <a:xfrm xmlns:a="http://schemas.openxmlformats.org/drawingml/2006/main">
            <a:off x="12211050" y="12201525"/>
            <a:ext cx="323850" cy="152400"/>
          </a:xfrm>
          <a:prstGeom xmlns:a="http://schemas.openxmlformats.org/drawingml/2006/main" prst="rect">
            <a:avLst/>
          </a:prstGeom>
          <a:solidFill xmlns:a="http://schemas.openxmlformats.org/drawingml/2006/main">
            <a:srgbClr val="1F234B"/>
          </a:solidFill>
          <a:ln xmlns:a="http://schemas.openxmlformats.org/drawingml/2006/main" w="0">
            <a:solidFill>
              <a:srgbClr val="1F234B"/>
            </a:solidFill>
            <a:prstDash val="solid"/>
          </a:ln>
        </p:spPr>
      </p:sp>
      <p:sp>
        <p:nvSpPr>
          <p:cNvPr id="223" name="">
            <a:extLst xmlns:a="http://schemas.openxmlformats.org/drawingml/2006/main">
              <a:ext uri="{FF2B5EF4-FFF2-40B4-BE49-F238E27FC236}">
                <a16:creationId xmlns:a16="http://schemas.microsoft.com/office/drawing/2014/main" id="{2D02441E-BA6B-42D6-BE65-41C50B5F5432}"/>
              </a:ext>
            </a:extLst>
          </p:cNvPr>
          <p:cNvSpPr>
            <a:spLocks xmlns:a="http://schemas.openxmlformats.org/drawingml/2006/main" noGrp="1"/>
          </p:cNvSpPr>
          <p:nvPr/>
        </p:nvSpPr>
        <p:spPr>
          <a:xfrm xmlns:a="http://schemas.openxmlformats.org/drawingml/2006/main">
            <a:off x="12534900" y="11382375"/>
            <a:ext cx="5467350" cy="1809750"/>
          </a:xfrm>
          <a:prstGeom xmlns:a="http://schemas.openxmlformats.org/drawingml/2006/main" prst="rect">
            <a:avLst/>
          </a:prstGeom>
          <a:solidFill xmlns:a="http://schemas.openxmlformats.org/drawingml/2006/main">
            <a:srgbClr val="FFFFFF"/>
          </a:solidFill>
          <a:ln xmlns:a="http://schemas.openxmlformats.org/drawingml/2006/main" w="38100">
            <a:solidFill>
              <a:srgbClr val="F4B321"/>
            </a:solidFill>
            <a:prstDash val="solid"/>
          </a:ln>
        </p:spPr>
      </p:sp>
      <p:sp>
        <p:nvSpPr>
          <p:cNvPr id="224" name="">
            <a:extLst xmlns:a="http://schemas.openxmlformats.org/drawingml/2006/main">
              <a:ext uri="{FF2B5EF4-FFF2-40B4-BE49-F238E27FC236}">
                <a16:creationId xmlns:a16="http://schemas.microsoft.com/office/drawing/2014/main" id="{0E198193-6897-4204-89BA-472CDB56562B}"/>
              </a:ext>
            </a:extLst>
          </p:cNvPr>
          <p:cNvSpPr>
            <a:spLocks xmlns:a="http://schemas.openxmlformats.org/drawingml/2006/main" noGrp="1"/>
          </p:cNvSpPr>
          <p:nvPr/>
        </p:nvSpPr>
        <p:spPr>
          <a:xfrm xmlns:a="http://schemas.openxmlformats.org/drawingml/2006/main">
            <a:off x="12534900" y="11382375"/>
            <a:ext cx="742950" cy="1809750"/>
          </a:xfrm>
          <a:prstGeom xmlns:a="http://schemas.openxmlformats.org/drawingml/2006/main" prst="rect">
            <a:avLst/>
          </a:prstGeom>
          <a:solidFill xmlns:a="http://schemas.openxmlformats.org/drawingml/2006/main">
            <a:srgbClr val="F4B321"/>
          </a:solidFill>
          <a:ln xmlns:a="http://schemas.openxmlformats.org/drawingml/2006/main" w="0">
            <a:solidFill>
              <a:srgbClr val="F4B321"/>
            </a:solidFill>
            <a:prstDash val="solid"/>
          </a:ln>
        </p:spPr>
      </p:sp>
      <p:sp>
        <p:nvSpPr>
          <p:cNvPr id="225" name="">
            <a:extLst xmlns:a="http://schemas.openxmlformats.org/drawingml/2006/main">
              <a:ext uri="{FF2B5EF4-FFF2-40B4-BE49-F238E27FC236}">
                <a16:creationId xmlns:a16="http://schemas.microsoft.com/office/drawing/2014/main" id="{EEAAA62E-77F6-4A03-B1E3-44CFB2A2A26C}"/>
              </a:ext>
            </a:extLst>
          </p:cNvPr>
          <p:cNvSpPr>
            <a:spLocks xmlns:a="http://schemas.openxmlformats.org/drawingml/2006/main" noGrp="1"/>
          </p:cNvSpPr>
          <p:nvPr/>
        </p:nvSpPr>
        <p:spPr>
          <a:xfrm xmlns:a="http://schemas.openxmlformats.org/drawingml/2006/main">
            <a:off x="12534900" y="11877675"/>
            <a:ext cx="74295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100" b="1">
                <a:solidFill>
                  <a:srgbClr val="FFFFFF"/>
                </a:solidFill>
                <a:latin typeface="Malgun Gothic"/>
                <a:ea typeface="Malgun Gothic"/>
                <a:cs typeface="Malgun Gothic"/>
              </a:defRPr>
            </a:pPr>
            <a:r>
              <a:rPr sz="2100" b="1">
                <a:solidFill>
                  <a:srgbClr val="FFFFFF"/>
                </a:solidFill>
                <a:latin typeface="Malgun Gothic"/>
                <a:ea typeface="Malgun Gothic"/>
                <a:cs typeface="Malgun Gothic"/>
              </a:rPr>
              <a:t>03</a:t>
            </a:r>
          </a:p>
        </p:txBody>
      </p:sp>
      <p:sp>
        <p:nvSpPr>
          <p:cNvPr id="226" name="">
            <a:extLst xmlns:a="http://schemas.openxmlformats.org/drawingml/2006/main">
              <a:ext uri="{FF2B5EF4-FFF2-40B4-BE49-F238E27FC236}">
                <a16:creationId xmlns:a16="http://schemas.microsoft.com/office/drawing/2014/main" id="{AAB5EC80-4C03-45CD-ACB7-28BD302BE9CA}"/>
              </a:ext>
            </a:extLst>
          </p:cNvPr>
          <p:cNvSpPr>
            <a:spLocks xmlns:a="http://schemas.openxmlformats.org/drawingml/2006/main" noGrp="1"/>
          </p:cNvSpPr>
          <p:nvPr/>
        </p:nvSpPr>
        <p:spPr>
          <a:xfrm xmlns:a="http://schemas.openxmlformats.org/drawingml/2006/main">
            <a:off x="13487400" y="11610975"/>
            <a:ext cx="432435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75" b="1">
                <a:solidFill>
                  <a:srgbClr val="2B2A55"/>
                </a:solidFill>
                <a:latin typeface="Malgun Gothic"/>
                <a:ea typeface="Malgun Gothic"/>
                <a:cs typeface="Malgun Gothic"/>
              </a:defRPr>
            </a:pPr>
            <a:r>
              <a:rPr sz="2175" b="1">
                <a:solidFill>
                  <a:srgbClr val="2B2A55"/>
                </a:solidFill>
                <a:latin typeface="Malgun Gothic"/>
                <a:ea typeface="Malgun Gothic"/>
                <a:cs typeface="Malgun Gothic"/>
              </a:rPr>
              <a:t>4축 점수</a:t>
            </a:r>
          </a:p>
        </p:txBody>
      </p:sp>
      <p:sp>
        <p:nvSpPr>
          <p:cNvPr id="227" name="">
            <a:extLst xmlns:a="http://schemas.openxmlformats.org/drawingml/2006/main">
              <a:ext uri="{FF2B5EF4-FFF2-40B4-BE49-F238E27FC236}">
                <a16:creationId xmlns:a16="http://schemas.microsoft.com/office/drawing/2014/main" id="{0607F2D8-C39B-4C1F-9C8A-8B78695B830C}"/>
              </a:ext>
            </a:extLst>
          </p:cNvPr>
          <p:cNvSpPr>
            <a:spLocks xmlns:a="http://schemas.openxmlformats.org/drawingml/2006/main" noGrp="1"/>
          </p:cNvSpPr>
          <p:nvPr/>
        </p:nvSpPr>
        <p:spPr>
          <a:xfrm xmlns:a="http://schemas.openxmlformats.org/drawingml/2006/main">
            <a:off x="13487400" y="12068175"/>
            <a:ext cx="4324350" cy="876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4B4F73"/>
                </a:solidFill>
                <a:latin typeface="Malgun Gothic"/>
                <a:ea typeface="Malgun Gothic"/>
                <a:cs typeface="Malgun Gothic"/>
              </a:defRPr>
            </a:pPr>
            <a:r>
              <a:rPr sz="1500" b="0">
                <a:solidFill>
                  <a:srgbClr val="4B4F73"/>
                </a:solidFill>
                <a:latin typeface="Malgun Gothic"/>
                <a:ea typeface="Malgun Gothic"/>
                <a:cs typeface="Malgun Gothic"/>
              </a:rPr>
              <a:t>객체 민감도 + 환경 위험도 + 행위 위험도 - 업무 적합도로 위험 점수를 산정한다.</a:t>
            </a:r>
          </a:p>
        </p:txBody>
      </p:sp>
      <p:sp>
        <p:nvSpPr>
          <p:cNvPr id="228" name="">
            <a:extLst xmlns:a="http://schemas.openxmlformats.org/drawingml/2006/main">
              <a:ext uri="{FF2B5EF4-FFF2-40B4-BE49-F238E27FC236}">
                <a16:creationId xmlns:a16="http://schemas.microsoft.com/office/drawing/2014/main" id="{906BB870-678A-40BE-8D8F-EFBB818412DE}"/>
              </a:ext>
            </a:extLst>
          </p:cNvPr>
          <p:cNvSpPr>
            <a:spLocks xmlns:a="http://schemas.openxmlformats.org/drawingml/2006/main" noGrp="1"/>
          </p:cNvSpPr>
          <p:nvPr/>
        </p:nvSpPr>
        <p:spPr>
          <a:xfrm xmlns:a="http://schemas.openxmlformats.org/drawingml/2006/main">
            <a:off x="18002250" y="12201525"/>
            <a:ext cx="323850" cy="152400"/>
          </a:xfrm>
          <a:prstGeom xmlns:a="http://schemas.openxmlformats.org/drawingml/2006/main" prst="rect">
            <a:avLst/>
          </a:prstGeom>
          <a:solidFill xmlns:a="http://schemas.openxmlformats.org/drawingml/2006/main">
            <a:srgbClr val="1F234B"/>
          </a:solidFill>
          <a:ln xmlns:a="http://schemas.openxmlformats.org/drawingml/2006/main" w="0">
            <a:solidFill>
              <a:srgbClr val="1F234B"/>
            </a:solidFill>
            <a:prstDash val="solid"/>
          </a:ln>
        </p:spPr>
      </p:sp>
      <p:sp>
        <p:nvSpPr>
          <p:cNvPr id="229" name="">
            <a:extLst xmlns:a="http://schemas.openxmlformats.org/drawingml/2006/main">
              <a:ext uri="{FF2B5EF4-FFF2-40B4-BE49-F238E27FC236}">
                <a16:creationId xmlns:a16="http://schemas.microsoft.com/office/drawing/2014/main" id="{4D5B6E1D-2073-40CB-99FB-55A447D5AFF9}"/>
              </a:ext>
            </a:extLst>
          </p:cNvPr>
          <p:cNvSpPr>
            <a:spLocks xmlns:a="http://schemas.openxmlformats.org/drawingml/2006/main" noGrp="1"/>
          </p:cNvSpPr>
          <p:nvPr/>
        </p:nvSpPr>
        <p:spPr>
          <a:xfrm xmlns:a="http://schemas.openxmlformats.org/drawingml/2006/main">
            <a:off x="18326100" y="11382375"/>
            <a:ext cx="5467350" cy="1809750"/>
          </a:xfrm>
          <a:prstGeom xmlns:a="http://schemas.openxmlformats.org/drawingml/2006/main" prst="rect">
            <a:avLst/>
          </a:prstGeom>
          <a:solidFill xmlns:a="http://schemas.openxmlformats.org/drawingml/2006/main">
            <a:srgbClr val="FFFFFF"/>
          </a:solidFill>
          <a:ln xmlns:a="http://schemas.openxmlformats.org/drawingml/2006/main" w="38100">
            <a:solidFill>
              <a:srgbClr val="4472C4"/>
            </a:solidFill>
            <a:prstDash val="solid"/>
          </a:ln>
        </p:spPr>
      </p:sp>
      <p:sp>
        <p:nvSpPr>
          <p:cNvPr id="230" name="">
            <a:extLst xmlns:a="http://schemas.openxmlformats.org/drawingml/2006/main">
              <a:ext uri="{FF2B5EF4-FFF2-40B4-BE49-F238E27FC236}">
                <a16:creationId xmlns:a16="http://schemas.microsoft.com/office/drawing/2014/main" id="{5C8DD7EC-3B73-4F18-B362-C1B18D02C325}"/>
              </a:ext>
            </a:extLst>
          </p:cNvPr>
          <p:cNvSpPr>
            <a:spLocks xmlns:a="http://schemas.openxmlformats.org/drawingml/2006/main" noGrp="1"/>
          </p:cNvSpPr>
          <p:nvPr/>
        </p:nvSpPr>
        <p:spPr>
          <a:xfrm xmlns:a="http://schemas.openxmlformats.org/drawingml/2006/main">
            <a:off x="18326100" y="11382375"/>
            <a:ext cx="742950" cy="1809750"/>
          </a:xfrm>
          <a:prstGeom xmlns:a="http://schemas.openxmlformats.org/drawingml/2006/main" prst="rect">
            <a:avLst/>
          </a:prstGeom>
          <a:solidFill xmlns:a="http://schemas.openxmlformats.org/drawingml/2006/main">
            <a:srgbClr val="4472C4"/>
          </a:solidFill>
          <a:ln xmlns:a="http://schemas.openxmlformats.org/drawingml/2006/main" w="0">
            <a:solidFill>
              <a:srgbClr val="4472C4"/>
            </a:solidFill>
            <a:prstDash val="solid"/>
          </a:ln>
        </p:spPr>
      </p:sp>
      <p:sp>
        <p:nvSpPr>
          <p:cNvPr id="231" name="">
            <a:extLst xmlns:a="http://schemas.openxmlformats.org/drawingml/2006/main">
              <a:ext uri="{FF2B5EF4-FFF2-40B4-BE49-F238E27FC236}">
                <a16:creationId xmlns:a16="http://schemas.microsoft.com/office/drawing/2014/main" id="{3BB1FA9B-A4E1-4E26-9B16-81EBA127E090}"/>
              </a:ext>
            </a:extLst>
          </p:cNvPr>
          <p:cNvSpPr>
            <a:spLocks xmlns:a="http://schemas.openxmlformats.org/drawingml/2006/main" noGrp="1"/>
          </p:cNvSpPr>
          <p:nvPr/>
        </p:nvSpPr>
        <p:spPr>
          <a:xfrm xmlns:a="http://schemas.openxmlformats.org/drawingml/2006/main">
            <a:off x="18326100" y="11877675"/>
            <a:ext cx="74295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100" b="1">
                <a:solidFill>
                  <a:srgbClr val="FFFFFF"/>
                </a:solidFill>
                <a:latin typeface="Malgun Gothic"/>
                <a:ea typeface="Malgun Gothic"/>
                <a:cs typeface="Malgun Gothic"/>
              </a:defRPr>
            </a:pPr>
            <a:r>
              <a:rPr sz="2100" b="1">
                <a:solidFill>
                  <a:srgbClr val="FFFFFF"/>
                </a:solidFill>
                <a:latin typeface="Malgun Gothic"/>
                <a:ea typeface="Malgun Gothic"/>
                <a:cs typeface="Malgun Gothic"/>
              </a:rPr>
              <a:t>04</a:t>
            </a:r>
          </a:p>
        </p:txBody>
      </p:sp>
      <p:sp>
        <p:nvSpPr>
          <p:cNvPr id="232" name="">
            <a:extLst xmlns:a="http://schemas.openxmlformats.org/drawingml/2006/main">
              <a:ext uri="{FF2B5EF4-FFF2-40B4-BE49-F238E27FC236}">
                <a16:creationId xmlns:a16="http://schemas.microsoft.com/office/drawing/2014/main" id="{A41D8EC3-AB63-4171-8BDA-66D5DF69B98D}"/>
              </a:ext>
            </a:extLst>
          </p:cNvPr>
          <p:cNvSpPr>
            <a:spLocks xmlns:a="http://schemas.openxmlformats.org/drawingml/2006/main" noGrp="1"/>
          </p:cNvSpPr>
          <p:nvPr/>
        </p:nvSpPr>
        <p:spPr>
          <a:xfrm xmlns:a="http://schemas.openxmlformats.org/drawingml/2006/main">
            <a:off x="19278600" y="11610975"/>
            <a:ext cx="432435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75" b="1">
                <a:solidFill>
                  <a:srgbClr val="2B2A55"/>
                </a:solidFill>
                <a:latin typeface="Malgun Gothic"/>
                <a:ea typeface="Malgun Gothic"/>
                <a:cs typeface="Malgun Gothic"/>
              </a:defRPr>
            </a:pPr>
            <a:r>
              <a:rPr sz="2175" b="1">
                <a:solidFill>
                  <a:srgbClr val="2B2A55"/>
                </a:solidFill>
                <a:latin typeface="Malgun Gothic"/>
                <a:ea typeface="Malgun Gothic"/>
                <a:cs typeface="Malgun Gothic"/>
              </a:rPr>
              <a:t>5단계 결정</a:t>
            </a:r>
          </a:p>
        </p:txBody>
      </p:sp>
      <p:sp>
        <p:nvSpPr>
          <p:cNvPr id="233" name="">
            <a:extLst xmlns:a="http://schemas.openxmlformats.org/drawingml/2006/main">
              <a:ext uri="{FF2B5EF4-FFF2-40B4-BE49-F238E27FC236}">
                <a16:creationId xmlns:a16="http://schemas.microsoft.com/office/drawing/2014/main" id="{11FCAF57-05C8-4DCE-B558-F23E4C42BE0D}"/>
              </a:ext>
            </a:extLst>
          </p:cNvPr>
          <p:cNvSpPr>
            <a:spLocks xmlns:a="http://schemas.openxmlformats.org/drawingml/2006/main" noGrp="1"/>
          </p:cNvSpPr>
          <p:nvPr/>
        </p:nvSpPr>
        <p:spPr>
          <a:xfrm xmlns:a="http://schemas.openxmlformats.org/drawingml/2006/main">
            <a:off x="19278600" y="12068175"/>
            <a:ext cx="4324350" cy="876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4B4F73"/>
                </a:solidFill>
                <a:latin typeface="Malgun Gothic"/>
                <a:ea typeface="Malgun Gothic"/>
                <a:cs typeface="Malgun Gothic"/>
              </a:defRPr>
            </a:pPr>
            <a:r>
              <a:rPr sz="1500" b="0">
                <a:solidFill>
                  <a:srgbClr val="4B4F73"/>
                </a:solidFill>
                <a:latin typeface="Malgun Gothic"/>
                <a:ea typeface="Malgun Gothic"/>
                <a:cs typeface="Malgun Gothic"/>
              </a:rPr>
              <a:t>L1 허용, L2 열람 전용, L3 재인증, L4 관리자 승인, L5 차단으로 권한을 조절한다.</a:t>
            </a:r>
          </a:p>
        </p:txBody>
      </p:sp>
      <p:sp>
        <p:nvSpPr>
          <p:cNvPr id="234" name="">
            <a:extLst xmlns:a="http://schemas.openxmlformats.org/drawingml/2006/main">
              <a:ext uri="{FF2B5EF4-FFF2-40B4-BE49-F238E27FC236}">
                <a16:creationId xmlns:a16="http://schemas.microsoft.com/office/drawing/2014/main" id="{C5ECDFDE-9265-4BA0-A035-E882C010A0AF}"/>
              </a:ext>
            </a:extLst>
          </p:cNvPr>
          <p:cNvSpPr>
            <a:spLocks xmlns:a="http://schemas.openxmlformats.org/drawingml/2006/main" noGrp="1"/>
          </p:cNvSpPr>
          <p:nvPr/>
        </p:nvSpPr>
        <p:spPr>
          <a:xfrm xmlns:a="http://schemas.openxmlformats.org/drawingml/2006/main">
            <a:off x="23793450" y="12201525"/>
            <a:ext cx="323850" cy="152400"/>
          </a:xfrm>
          <a:prstGeom xmlns:a="http://schemas.openxmlformats.org/drawingml/2006/main" prst="rect">
            <a:avLst/>
          </a:prstGeom>
          <a:solidFill xmlns:a="http://schemas.openxmlformats.org/drawingml/2006/main">
            <a:srgbClr val="1F234B"/>
          </a:solidFill>
          <a:ln xmlns:a="http://schemas.openxmlformats.org/drawingml/2006/main" w="0">
            <a:solidFill>
              <a:srgbClr val="1F234B"/>
            </a:solidFill>
            <a:prstDash val="solid"/>
          </a:ln>
        </p:spPr>
      </p:sp>
      <p:sp>
        <p:nvSpPr>
          <p:cNvPr id="235" name="">
            <a:extLst xmlns:a="http://schemas.openxmlformats.org/drawingml/2006/main">
              <a:ext uri="{FF2B5EF4-FFF2-40B4-BE49-F238E27FC236}">
                <a16:creationId xmlns:a16="http://schemas.microsoft.com/office/drawing/2014/main" id="{3B2D38F3-5B0E-4BB2-A292-251918C07EAC}"/>
              </a:ext>
            </a:extLst>
          </p:cNvPr>
          <p:cNvSpPr>
            <a:spLocks xmlns:a="http://schemas.openxmlformats.org/drawingml/2006/main" noGrp="1"/>
          </p:cNvSpPr>
          <p:nvPr/>
        </p:nvSpPr>
        <p:spPr>
          <a:xfrm xmlns:a="http://schemas.openxmlformats.org/drawingml/2006/main">
            <a:off x="24117300" y="11382375"/>
            <a:ext cx="5467350" cy="1809750"/>
          </a:xfrm>
          <a:prstGeom xmlns:a="http://schemas.openxmlformats.org/drawingml/2006/main" prst="rect">
            <a:avLst/>
          </a:prstGeom>
          <a:solidFill xmlns:a="http://schemas.openxmlformats.org/drawingml/2006/main">
            <a:srgbClr val="FFFFFF"/>
          </a:solidFill>
          <a:ln xmlns:a="http://schemas.openxmlformats.org/drawingml/2006/main" w="38100">
            <a:solidFill>
              <a:srgbClr val="6F5AA7"/>
            </a:solidFill>
            <a:prstDash val="solid"/>
          </a:ln>
        </p:spPr>
      </p:sp>
      <p:sp>
        <p:nvSpPr>
          <p:cNvPr id="236" name="">
            <a:extLst xmlns:a="http://schemas.openxmlformats.org/drawingml/2006/main">
              <a:ext uri="{FF2B5EF4-FFF2-40B4-BE49-F238E27FC236}">
                <a16:creationId xmlns:a16="http://schemas.microsoft.com/office/drawing/2014/main" id="{56F4F22B-785F-4F69-89DE-76C0FA16268E}"/>
              </a:ext>
            </a:extLst>
          </p:cNvPr>
          <p:cNvSpPr>
            <a:spLocks xmlns:a="http://schemas.openxmlformats.org/drawingml/2006/main" noGrp="1"/>
          </p:cNvSpPr>
          <p:nvPr/>
        </p:nvSpPr>
        <p:spPr>
          <a:xfrm xmlns:a="http://schemas.openxmlformats.org/drawingml/2006/main">
            <a:off x="24117300" y="11382375"/>
            <a:ext cx="742950" cy="1809750"/>
          </a:xfrm>
          <a:prstGeom xmlns:a="http://schemas.openxmlformats.org/drawingml/2006/main" prst="rect">
            <a:avLst/>
          </a:prstGeom>
          <a:solidFill xmlns:a="http://schemas.openxmlformats.org/drawingml/2006/main">
            <a:srgbClr val="6F5AA7"/>
          </a:solidFill>
          <a:ln xmlns:a="http://schemas.openxmlformats.org/drawingml/2006/main" w="0">
            <a:solidFill>
              <a:srgbClr val="6F5AA7"/>
            </a:solidFill>
            <a:prstDash val="solid"/>
          </a:ln>
        </p:spPr>
      </p:sp>
      <p:sp>
        <p:nvSpPr>
          <p:cNvPr id="237" name="">
            <a:extLst xmlns:a="http://schemas.openxmlformats.org/drawingml/2006/main">
              <a:ext uri="{FF2B5EF4-FFF2-40B4-BE49-F238E27FC236}">
                <a16:creationId xmlns:a16="http://schemas.microsoft.com/office/drawing/2014/main" id="{8036856D-4D5F-4744-8DBD-D2E3DE3E26CB}"/>
              </a:ext>
            </a:extLst>
          </p:cNvPr>
          <p:cNvSpPr>
            <a:spLocks xmlns:a="http://schemas.openxmlformats.org/drawingml/2006/main" noGrp="1"/>
          </p:cNvSpPr>
          <p:nvPr/>
        </p:nvSpPr>
        <p:spPr>
          <a:xfrm xmlns:a="http://schemas.openxmlformats.org/drawingml/2006/main">
            <a:off x="24117300" y="11877675"/>
            <a:ext cx="74295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100" b="1">
                <a:solidFill>
                  <a:srgbClr val="FFFFFF"/>
                </a:solidFill>
                <a:latin typeface="Malgun Gothic"/>
                <a:ea typeface="Malgun Gothic"/>
                <a:cs typeface="Malgun Gothic"/>
              </a:defRPr>
            </a:pPr>
            <a:r>
              <a:rPr sz="2100" b="1">
                <a:solidFill>
                  <a:srgbClr val="FFFFFF"/>
                </a:solidFill>
                <a:latin typeface="Malgun Gothic"/>
                <a:ea typeface="Malgun Gothic"/>
                <a:cs typeface="Malgun Gothic"/>
              </a:rPr>
              <a:t>05</a:t>
            </a:r>
          </a:p>
        </p:txBody>
      </p:sp>
      <p:sp>
        <p:nvSpPr>
          <p:cNvPr id="238" name="">
            <a:extLst xmlns:a="http://schemas.openxmlformats.org/drawingml/2006/main">
              <a:ext uri="{FF2B5EF4-FFF2-40B4-BE49-F238E27FC236}">
                <a16:creationId xmlns:a16="http://schemas.microsoft.com/office/drawing/2014/main" id="{482326E9-E10F-42FD-995F-2168FF553BCF}"/>
              </a:ext>
            </a:extLst>
          </p:cNvPr>
          <p:cNvSpPr>
            <a:spLocks xmlns:a="http://schemas.openxmlformats.org/drawingml/2006/main" noGrp="1"/>
          </p:cNvSpPr>
          <p:nvPr/>
        </p:nvSpPr>
        <p:spPr>
          <a:xfrm xmlns:a="http://schemas.openxmlformats.org/drawingml/2006/main">
            <a:off x="25069800" y="11610975"/>
            <a:ext cx="432435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75" b="1">
                <a:solidFill>
                  <a:srgbClr val="2B2A55"/>
                </a:solidFill>
                <a:latin typeface="Malgun Gothic"/>
                <a:ea typeface="Malgun Gothic"/>
                <a:cs typeface="Malgun Gothic"/>
              </a:defRPr>
            </a:pPr>
            <a:r>
              <a:rPr sz="2175" b="1">
                <a:solidFill>
                  <a:srgbClr val="2B2A55"/>
                </a:solidFill>
                <a:latin typeface="Malgun Gothic"/>
                <a:ea typeface="Malgun Gothic"/>
                <a:cs typeface="Malgun Gothic"/>
              </a:rPr>
              <a:t>감사/리뷰</a:t>
            </a:r>
          </a:p>
        </p:txBody>
      </p:sp>
      <p:sp>
        <p:nvSpPr>
          <p:cNvPr id="239" name="">
            <a:extLst xmlns:a="http://schemas.openxmlformats.org/drawingml/2006/main">
              <a:ext uri="{FF2B5EF4-FFF2-40B4-BE49-F238E27FC236}">
                <a16:creationId xmlns:a16="http://schemas.microsoft.com/office/drawing/2014/main" id="{F926C1B9-DE2D-490C-A6B3-CA4295B8E305}"/>
              </a:ext>
            </a:extLst>
          </p:cNvPr>
          <p:cNvSpPr>
            <a:spLocks xmlns:a="http://schemas.openxmlformats.org/drawingml/2006/main" noGrp="1"/>
          </p:cNvSpPr>
          <p:nvPr/>
        </p:nvSpPr>
        <p:spPr>
          <a:xfrm xmlns:a="http://schemas.openxmlformats.org/drawingml/2006/main">
            <a:off x="25069800" y="12068175"/>
            <a:ext cx="4324350" cy="876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4B4F73"/>
                </a:solidFill>
                <a:latin typeface="Malgun Gothic"/>
                <a:ea typeface="Malgun Gothic"/>
                <a:cs typeface="Malgun Gothic"/>
              </a:defRPr>
            </a:pPr>
            <a:r>
              <a:rPr sz="1500" b="0">
                <a:solidFill>
                  <a:srgbClr val="4B4F73"/>
                </a:solidFill>
                <a:latin typeface="Malgun Gothic"/>
                <a:ea typeface="Malgun Gothic"/>
                <a:cs typeface="Malgun Gothic"/>
              </a:rPr>
              <a:t>운영 로그, 감사 로그, 민감 로그를 분리해 기록하고 비상 접근은 사후 검토한다.</a:t>
            </a:r>
          </a:p>
        </p:txBody>
      </p:sp>
      <p:sp>
        <p:nvSpPr>
          <p:cNvPr id="240" name="">
            <a:extLst xmlns:a="http://schemas.openxmlformats.org/drawingml/2006/main">
              <a:ext uri="{FF2B5EF4-FFF2-40B4-BE49-F238E27FC236}">
                <a16:creationId xmlns:a16="http://schemas.microsoft.com/office/drawing/2014/main" id="{4F29AA0F-CE9E-4266-A983-3EAC0C8A21B6}"/>
              </a:ext>
            </a:extLst>
          </p:cNvPr>
          <p:cNvSpPr>
            <a:spLocks xmlns:a="http://schemas.openxmlformats.org/drawingml/2006/main" noGrp="1"/>
          </p:cNvSpPr>
          <p:nvPr/>
        </p:nvSpPr>
        <p:spPr>
          <a:xfrm xmlns:a="http://schemas.openxmlformats.org/drawingml/2006/main">
            <a:off x="7429500" y="13811250"/>
            <a:ext cx="7239000" cy="1381125"/>
          </a:xfrm>
          <a:prstGeom xmlns:a="http://schemas.openxmlformats.org/drawingml/2006/main" prst="rect">
            <a:avLst/>
          </a:prstGeom>
          <a:solidFill xmlns:a="http://schemas.openxmlformats.org/drawingml/2006/main">
            <a:srgbClr val="F3F7FF"/>
          </a:solidFill>
          <a:ln xmlns:a="http://schemas.openxmlformats.org/drawingml/2006/main" w="19050">
            <a:solidFill>
              <a:srgbClr val="DCE3F0"/>
            </a:solidFill>
            <a:prstDash val="solid"/>
          </a:ln>
        </p:spPr>
      </p:sp>
      <p:sp>
        <p:nvSpPr>
          <p:cNvPr id="241" name="">
            <a:extLst xmlns:a="http://schemas.openxmlformats.org/drawingml/2006/main">
              <a:ext uri="{FF2B5EF4-FFF2-40B4-BE49-F238E27FC236}">
                <a16:creationId xmlns:a16="http://schemas.microsoft.com/office/drawing/2014/main" id="{CEB15C4D-1C73-4759-A148-3EABA2025CF9}"/>
              </a:ext>
            </a:extLst>
          </p:cNvPr>
          <p:cNvSpPr>
            <a:spLocks xmlns:a="http://schemas.openxmlformats.org/drawingml/2006/main" noGrp="1"/>
          </p:cNvSpPr>
          <p:nvPr/>
        </p:nvSpPr>
        <p:spPr>
          <a:xfrm xmlns:a="http://schemas.openxmlformats.org/drawingml/2006/main">
            <a:off x="7429500" y="13811250"/>
            <a:ext cx="85725" cy="1381125"/>
          </a:xfrm>
          <a:prstGeom xmlns:a="http://schemas.openxmlformats.org/drawingml/2006/main" prst="rect">
            <a:avLst/>
          </a:prstGeom>
          <a:solidFill xmlns:a="http://schemas.openxmlformats.org/drawingml/2006/main">
            <a:srgbClr val="4472C4"/>
          </a:solidFill>
          <a:ln xmlns:a="http://schemas.openxmlformats.org/drawingml/2006/main" w="0">
            <a:solidFill>
              <a:srgbClr val="4472C4"/>
            </a:solidFill>
            <a:prstDash val="solid"/>
          </a:ln>
        </p:spPr>
      </p:sp>
      <p:sp>
        <p:nvSpPr>
          <p:cNvPr id="242" name="">
            <a:extLst xmlns:a="http://schemas.openxmlformats.org/drawingml/2006/main">
              <a:ext uri="{FF2B5EF4-FFF2-40B4-BE49-F238E27FC236}">
                <a16:creationId xmlns:a16="http://schemas.microsoft.com/office/drawing/2014/main" id="{0EC8DDDC-0BB3-4886-871D-809F2E9FC708}"/>
              </a:ext>
            </a:extLst>
          </p:cNvPr>
          <p:cNvSpPr>
            <a:spLocks xmlns:a="http://schemas.openxmlformats.org/drawingml/2006/main" noGrp="1"/>
          </p:cNvSpPr>
          <p:nvPr/>
        </p:nvSpPr>
        <p:spPr>
          <a:xfrm xmlns:a="http://schemas.openxmlformats.org/drawingml/2006/main">
            <a:off x="7696200" y="14001750"/>
            <a:ext cx="67437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2B2A55"/>
                </a:solidFill>
                <a:latin typeface="Malgun Gothic"/>
                <a:ea typeface="Malgun Gothic"/>
                <a:cs typeface="Malgun Gothic"/>
              </a:defRPr>
            </a:pPr>
            <a:r>
              <a:rPr sz="2025" b="1">
                <a:solidFill>
                  <a:srgbClr val="2B2A55"/>
                </a:solidFill>
                <a:latin typeface="Malgun Gothic"/>
                <a:ea typeface="Malgun Gothic"/>
                <a:cs typeface="Malgun Gothic"/>
              </a:rPr>
              <a:t>상태 저장소</a:t>
            </a:r>
          </a:p>
        </p:txBody>
      </p:sp>
      <p:sp>
        <p:nvSpPr>
          <p:cNvPr id="243" name="">
            <a:extLst xmlns:a="http://schemas.openxmlformats.org/drawingml/2006/main">
              <a:ext uri="{FF2B5EF4-FFF2-40B4-BE49-F238E27FC236}">
                <a16:creationId xmlns:a16="http://schemas.microsoft.com/office/drawing/2014/main" id="{6B686DEA-EF9D-4100-9560-19ADA98950E7}"/>
              </a:ext>
            </a:extLst>
          </p:cNvPr>
          <p:cNvSpPr>
            <a:spLocks xmlns:a="http://schemas.openxmlformats.org/drawingml/2006/main" noGrp="1"/>
          </p:cNvSpPr>
          <p:nvPr/>
        </p:nvSpPr>
        <p:spPr>
          <a:xfrm xmlns:a="http://schemas.openxmlformats.org/drawingml/2006/main">
            <a:off x="7696200" y="14458950"/>
            <a:ext cx="6724650" cy="6000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4B4F73"/>
                </a:solidFill>
                <a:latin typeface="Malgun Gothic"/>
                <a:ea typeface="Malgun Gothic"/>
                <a:cs typeface="Malgun Gothic"/>
              </a:defRPr>
            </a:pPr>
            <a:r>
              <a:rPr sz="1575" b="0">
                <a:solidFill>
                  <a:srgbClr val="4B4F73"/>
                </a:solidFill>
                <a:latin typeface="Malgun Gothic"/>
                <a:ea typeface="Malgun Gothic"/>
                <a:cs typeface="Malgun Gothic"/>
              </a:rPr>
              <a:t>MFA 상태, 사전 승인, 행동 누적, 세션 위험을 저장해 다음 요청의 판단 근거로 재사용한다.</a:t>
            </a:r>
          </a:p>
        </p:txBody>
      </p:sp>
      <p:sp>
        <p:nvSpPr>
          <p:cNvPr id="244" name="">
            <a:extLst xmlns:a="http://schemas.openxmlformats.org/drawingml/2006/main">
              <a:ext uri="{FF2B5EF4-FFF2-40B4-BE49-F238E27FC236}">
                <a16:creationId xmlns:a16="http://schemas.microsoft.com/office/drawing/2014/main" id="{9FA14690-5CDA-4F89-A180-D2C4C8175FE5}"/>
              </a:ext>
            </a:extLst>
          </p:cNvPr>
          <p:cNvSpPr>
            <a:spLocks xmlns:a="http://schemas.openxmlformats.org/drawingml/2006/main" noGrp="1"/>
          </p:cNvSpPr>
          <p:nvPr/>
        </p:nvSpPr>
        <p:spPr>
          <a:xfrm xmlns:a="http://schemas.openxmlformats.org/drawingml/2006/main">
            <a:off x="16287750" y="13811250"/>
            <a:ext cx="7239000" cy="1381125"/>
          </a:xfrm>
          <a:prstGeom xmlns:a="http://schemas.openxmlformats.org/drawingml/2006/main" prst="rect">
            <a:avLst/>
          </a:prstGeom>
          <a:solidFill xmlns:a="http://schemas.openxmlformats.org/drawingml/2006/main">
            <a:srgbClr val="F5F2FF"/>
          </a:solidFill>
          <a:ln xmlns:a="http://schemas.openxmlformats.org/drawingml/2006/main" w="19050">
            <a:solidFill>
              <a:srgbClr val="DCE3F0"/>
            </a:solidFill>
            <a:prstDash val="solid"/>
          </a:ln>
        </p:spPr>
      </p:sp>
      <p:sp>
        <p:nvSpPr>
          <p:cNvPr id="245" name="">
            <a:extLst xmlns:a="http://schemas.openxmlformats.org/drawingml/2006/main">
              <a:ext uri="{FF2B5EF4-FFF2-40B4-BE49-F238E27FC236}">
                <a16:creationId xmlns:a16="http://schemas.microsoft.com/office/drawing/2014/main" id="{772494BE-E7A8-48D7-9040-8B9B4B6156C5}"/>
              </a:ext>
            </a:extLst>
          </p:cNvPr>
          <p:cNvSpPr>
            <a:spLocks xmlns:a="http://schemas.openxmlformats.org/drawingml/2006/main" noGrp="1"/>
          </p:cNvSpPr>
          <p:nvPr/>
        </p:nvSpPr>
        <p:spPr>
          <a:xfrm xmlns:a="http://schemas.openxmlformats.org/drawingml/2006/main">
            <a:off x="16287750" y="13811250"/>
            <a:ext cx="85725" cy="1381125"/>
          </a:xfrm>
          <a:prstGeom xmlns:a="http://schemas.openxmlformats.org/drawingml/2006/main" prst="rect">
            <a:avLst/>
          </a:prstGeom>
          <a:solidFill xmlns:a="http://schemas.openxmlformats.org/drawingml/2006/main">
            <a:srgbClr val="6F5AA7"/>
          </a:solidFill>
          <a:ln xmlns:a="http://schemas.openxmlformats.org/drawingml/2006/main" w="0">
            <a:solidFill>
              <a:srgbClr val="6F5AA7"/>
            </a:solidFill>
            <a:prstDash val="solid"/>
          </a:ln>
        </p:spPr>
      </p:sp>
      <p:sp>
        <p:nvSpPr>
          <p:cNvPr id="246" name="">
            <a:extLst xmlns:a="http://schemas.openxmlformats.org/drawingml/2006/main">
              <a:ext uri="{FF2B5EF4-FFF2-40B4-BE49-F238E27FC236}">
                <a16:creationId xmlns:a16="http://schemas.microsoft.com/office/drawing/2014/main" id="{74C3B395-B117-49E3-BE8C-8A2D72EA1903}"/>
              </a:ext>
            </a:extLst>
          </p:cNvPr>
          <p:cNvSpPr>
            <a:spLocks xmlns:a="http://schemas.openxmlformats.org/drawingml/2006/main" noGrp="1"/>
          </p:cNvSpPr>
          <p:nvPr/>
        </p:nvSpPr>
        <p:spPr>
          <a:xfrm xmlns:a="http://schemas.openxmlformats.org/drawingml/2006/main">
            <a:off x="16554450" y="14001750"/>
            <a:ext cx="67437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2B2A55"/>
                </a:solidFill>
                <a:latin typeface="Malgun Gothic"/>
                <a:ea typeface="Malgun Gothic"/>
                <a:cs typeface="Malgun Gothic"/>
              </a:defRPr>
            </a:pPr>
            <a:r>
              <a:rPr sz="2025" b="1">
                <a:solidFill>
                  <a:srgbClr val="2B2A55"/>
                </a:solidFill>
                <a:latin typeface="Malgun Gothic"/>
                <a:ea typeface="Malgun Gothic"/>
                <a:cs typeface="Malgun Gothic"/>
              </a:rPr>
              <a:t>관리자 통제</a:t>
            </a:r>
          </a:p>
        </p:txBody>
      </p:sp>
      <p:sp>
        <p:nvSpPr>
          <p:cNvPr id="247" name="">
            <a:extLst xmlns:a="http://schemas.openxmlformats.org/drawingml/2006/main">
              <a:ext uri="{FF2B5EF4-FFF2-40B4-BE49-F238E27FC236}">
                <a16:creationId xmlns:a16="http://schemas.microsoft.com/office/drawing/2014/main" id="{3690A483-45EE-48DE-BA82-40823E1FC34A}"/>
              </a:ext>
            </a:extLst>
          </p:cNvPr>
          <p:cNvSpPr>
            <a:spLocks xmlns:a="http://schemas.openxmlformats.org/drawingml/2006/main" noGrp="1"/>
          </p:cNvSpPr>
          <p:nvPr/>
        </p:nvSpPr>
        <p:spPr>
          <a:xfrm xmlns:a="http://schemas.openxmlformats.org/drawingml/2006/main">
            <a:off x="16554450" y="14458950"/>
            <a:ext cx="6724650" cy="6000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4B4F73"/>
                </a:solidFill>
                <a:latin typeface="Malgun Gothic"/>
                <a:ea typeface="Malgun Gothic"/>
                <a:cs typeface="Malgun Gothic"/>
              </a:defRPr>
            </a:pPr>
            <a:r>
              <a:rPr sz="1575" b="0">
                <a:solidFill>
                  <a:srgbClr val="4B4F73"/>
                </a:solidFill>
                <a:latin typeface="Malgun Gothic"/>
                <a:ea typeface="Malgun Gothic"/>
                <a:cs typeface="Malgun Gothic"/>
              </a:rPr>
              <a:t>L4 승인은 관리자 검토를 거치며 자기 승인과 자기 리뷰를 차단해 특권자 우회를 줄인다.</a:t>
            </a:r>
          </a:p>
        </p:txBody>
      </p:sp>
      <p:sp>
        <p:nvSpPr>
          <p:cNvPr id="248" name="">
            <a:extLst xmlns:a="http://schemas.openxmlformats.org/drawingml/2006/main">
              <a:ext uri="{FF2B5EF4-FFF2-40B4-BE49-F238E27FC236}">
                <a16:creationId xmlns:a16="http://schemas.microsoft.com/office/drawing/2014/main" id="{530133F7-B41B-4E61-9A70-D4E4A7961DF5}"/>
              </a:ext>
            </a:extLst>
          </p:cNvPr>
          <p:cNvSpPr>
            <a:spLocks xmlns:a="http://schemas.openxmlformats.org/drawingml/2006/main" noGrp="1"/>
          </p:cNvSpPr>
          <p:nvPr/>
        </p:nvSpPr>
        <p:spPr>
          <a:xfrm xmlns:a="http://schemas.openxmlformats.org/drawingml/2006/main">
            <a:off x="952500" y="16335375"/>
            <a:ext cx="13906500" cy="8953500"/>
          </a:xfrm>
          <a:prstGeom xmlns:a="http://schemas.openxmlformats.org/drawingml/2006/main" prst="rect">
            <a:avLst/>
          </a:prstGeom>
          <a:solidFill xmlns:a="http://schemas.openxmlformats.org/drawingml/2006/main">
            <a:srgbClr val="FFFFFF"/>
          </a:solidFill>
          <a:ln xmlns:a="http://schemas.openxmlformats.org/drawingml/2006/main" w="19050">
            <a:solidFill>
              <a:srgbClr val="D5DDEA"/>
            </a:solidFill>
            <a:prstDash val="solid"/>
          </a:ln>
        </p:spPr>
      </p:sp>
      <p:sp>
        <p:nvSpPr>
          <p:cNvPr id="249" name="">
            <a:extLst xmlns:a="http://schemas.openxmlformats.org/drawingml/2006/main">
              <a:ext uri="{FF2B5EF4-FFF2-40B4-BE49-F238E27FC236}">
                <a16:creationId xmlns:a16="http://schemas.microsoft.com/office/drawing/2014/main" id="{E2473B51-F38F-416C-881D-4F86A37B4A49}"/>
              </a:ext>
            </a:extLst>
          </p:cNvPr>
          <p:cNvSpPr>
            <a:spLocks xmlns:a="http://schemas.openxmlformats.org/drawingml/2006/main" noGrp="1"/>
          </p:cNvSpPr>
          <p:nvPr/>
        </p:nvSpPr>
        <p:spPr>
          <a:xfrm xmlns:a="http://schemas.openxmlformats.org/drawingml/2006/main">
            <a:off x="952500" y="16335375"/>
            <a:ext cx="114300" cy="8953500"/>
          </a:xfrm>
          <a:prstGeom xmlns:a="http://schemas.openxmlformats.org/drawingml/2006/main" prst="rect">
            <a:avLst/>
          </a:prstGeom>
          <a:solidFill xmlns:a="http://schemas.openxmlformats.org/drawingml/2006/main">
            <a:srgbClr val="4472C4"/>
          </a:solidFill>
          <a:ln xmlns:a="http://schemas.openxmlformats.org/drawingml/2006/main" w="0">
            <a:solidFill>
              <a:srgbClr val="4472C4"/>
            </a:solidFill>
            <a:prstDash val="solid"/>
          </a:ln>
        </p:spPr>
      </p:sp>
      <p:sp>
        <p:nvSpPr>
          <p:cNvPr id="250" name="">
            <a:extLst xmlns:a="http://schemas.openxmlformats.org/drawingml/2006/main">
              <a:ext uri="{FF2B5EF4-FFF2-40B4-BE49-F238E27FC236}">
                <a16:creationId xmlns:a16="http://schemas.microsoft.com/office/drawing/2014/main" id="{5903448C-EB77-48A5-B932-44A34362DBAB}"/>
              </a:ext>
            </a:extLst>
          </p:cNvPr>
          <p:cNvSpPr>
            <a:spLocks xmlns:a="http://schemas.openxmlformats.org/drawingml/2006/main" noGrp="1"/>
          </p:cNvSpPr>
          <p:nvPr/>
        </p:nvSpPr>
        <p:spPr>
          <a:xfrm xmlns:a="http://schemas.openxmlformats.org/drawingml/2006/main">
            <a:off x="1276350" y="16544925"/>
            <a:ext cx="132397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775" b="1">
                <a:solidFill>
                  <a:srgbClr val="2B2A55"/>
                </a:solidFill>
                <a:latin typeface="Malgun Gothic"/>
                <a:ea typeface="Malgun Gothic"/>
                <a:cs typeface="Malgun Gothic"/>
              </a:defRPr>
            </a:pPr>
            <a:r>
              <a:rPr sz="2775" b="1">
                <a:solidFill>
                  <a:srgbClr val="2B2A55"/>
                </a:solidFill>
                <a:latin typeface="Malgun Gothic"/>
                <a:ea typeface="Malgun Gothic"/>
                <a:cs typeface="Malgun Gothic"/>
              </a:rPr>
              <a:t>차별점: 기존 접근제어와 무엇이 다른가</a:t>
            </a:r>
          </a:p>
        </p:txBody>
      </p:sp>
      <p:sp>
        <p:nvSpPr>
          <p:cNvPr id="251" name="">
            <a:extLst xmlns:a="http://schemas.openxmlformats.org/drawingml/2006/main">
              <a:ext uri="{FF2B5EF4-FFF2-40B4-BE49-F238E27FC236}">
                <a16:creationId xmlns:a16="http://schemas.microsoft.com/office/drawing/2014/main" id="{4AE4DCD5-9A5B-42F4-93FC-9FA6A6EFEE39}"/>
              </a:ext>
            </a:extLst>
          </p:cNvPr>
          <p:cNvSpPr>
            <a:spLocks xmlns:a="http://schemas.openxmlformats.org/drawingml/2006/main" noGrp="1"/>
          </p:cNvSpPr>
          <p:nvPr/>
        </p:nvSpPr>
        <p:spPr>
          <a:xfrm xmlns:a="http://schemas.openxmlformats.org/drawingml/2006/main">
            <a:off x="1428750" y="17240250"/>
            <a:ext cx="12954000" cy="1571625"/>
          </a:xfrm>
          <a:prstGeom xmlns:a="http://schemas.openxmlformats.org/drawingml/2006/main" prst="rect">
            <a:avLst/>
          </a:prstGeom>
          <a:solidFill xmlns:a="http://schemas.openxmlformats.org/drawingml/2006/main">
            <a:srgbClr val="F8FAFE"/>
          </a:solidFill>
          <a:ln xmlns:a="http://schemas.openxmlformats.org/drawingml/2006/main" w="19050">
            <a:solidFill>
              <a:srgbClr val="DCE3F0"/>
            </a:solidFill>
            <a:prstDash val="solid"/>
          </a:ln>
        </p:spPr>
      </p:sp>
      <p:sp>
        <p:nvSpPr>
          <p:cNvPr id="252" name="">
            <a:extLst xmlns:a="http://schemas.openxmlformats.org/drawingml/2006/main">
              <a:ext uri="{FF2B5EF4-FFF2-40B4-BE49-F238E27FC236}">
                <a16:creationId xmlns:a16="http://schemas.microsoft.com/office/drawing/2014/main" id="{C00408A3-6AFF-444F-A9AD-F6C3EFE78C7C}"/>
              </a:ext>
            </a:extLst>
          </p:cNvPr>
          <p:cNvSpPr>
            <a:spLocks xmlns:a="http://schemas.openxmlformats.org/drawingml/2006/main" noGrp="1"/>
          </p:cNvSpPr>
          <p:nvPr/>
        </p:nvSpPr>
        <p:spPr>
          <a:xfrm xmlns:a="http://schemas.openxmlformats.org/drawingml/2006/main">
            <a:off x="1428750" y="17240250"/>
            <a:ext cx="85725" cy="1571625"/>
          </a:xfrm>
          <a:prstGeom xmlns:a="http://schemas.openxmlformats.org/drawingml/2006/main" prst="rect">
            <a:avLst/>
          </a:prstGeom>
          <a:solidFill xmlns:a="http://schemas.openxmlformats.org/drawingml/2006/main">
            <a:srgbClr val="C91414"/>
          </a:solidFill>
          <a:ln xmlns:a="http://schemas.openxmlformats.org/drawingml/2006/main" w="0">
            <a:solidFill>
              <a:srgbClr val="C91414"/>
            </a:solidFill>
            <a:prstDash val="solid"/>
          </a:ln>
        </p:spPr>
      </p:sp>
      <p:sp>
        <p:nvSpPr>
          <p:cNvPr id="253" name="">
            <a:extLst xmlns:a="http://schemas.openxmlformats.org/drawingml/2006/main">
              <a:ext uri="{FF2B5EF4-FFF2-40B4-BE49-F238E27FC236}">
                <a16:creationId xmlns:a16="http://schemas.microsoft.com/office/drawing/2014/main" id="{53699063-AB04-4F92-98A7-D09F30748D6C}"/>
              </a:ext>
            </a:extLst>
          </p:cNvPr>
          <p:cNvSpPr>
            <a:spLocks xmlns:a="http://schemas.openxmlformats.org/drawingml/2006/main" noGrp="1"/>
          </p:cNvSpPr>
          <p:nvPr/>
        </p:nvSpPr>
        <p:spPr>
          <a:xfrm xmlns:a="http://schemas.openxmlformats.org/drawingml/2006/main">
            <a:off x="1695450" y="17430750"/>
            <a:ext cx="124587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2B2A55"/>
                </a:solidFill>
                <a:latin typeface="Malgun Gothic"/>
                <a:ea typeface="Malgun Gothic"/>
                <a:cs typeface="Malgun Gothic"/>
              </a:defRPr>
            </a:pPr>
            <a:r>
              <a:rPr sz="2025" b="1">
                <a:solidFill>
                  <a:srgbClr val="2B2A55"/>
                </a:solidFill>
                <a:latin typeface="Malgun Gothic"/>
                <a:ea typeface="Malgun Gothic"/>
                <a:cs typeface="Malgun Gothic"/>
              </a:rPr>
              <a:t>정적 RBAC/ABAC의 한계</a:t>
            </a:r>
          </a:p>
        </p:txBody>
      </p:sp>
      <p:sp>
        <p:nvSpPr>
          <p:cNvPr id="254" name="">
            <a:extLst xmlns:a="http://schemas.openxmlformats.org/drawingml/2006/main">
              <a:ext uri="{FF2B5EF4-FFF2-40B4-BE49-F238E27FC236}">
                <a16:creationId xmlns:a16="http://schemas.microsoft.com/office/drawing/2014/main" id="{677BBCBC-8C18-4D2D-9E4D-2BB06989461E}"/>
              </a:ext>
            </a:extLst>
          </p:cNvPr>
          <p:cNvSpPr>
            <a:spLocks xmlns:a="http://schemas.openxmlformats.org/drawingml/2006/main" noGrp="1"/>
          </p:cNvSpPr>
          <p:nvPr/>
        </p:nvSpPr>
        <p:spPr>
          <a:xfrm xmlns:a="http://schemas.openxmlformats.org/drawingml/2006/main">
            <a:off x="1695450" y="17887950"/>
            <a:ext cx="12439650" cy="7905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4B4F73"/>
                </a:solidFill>
                <a:latin typeface="Malgun Gothic"/>
                <a:ea typeface="Malgun Gothic"/>
                <a:cs typeface="Malgun Gothic"/>
              </a:defRPr>
            </a:pPr>
            <a:r>
              <a:rPr sz="1575" b="0">
                <a:solidFill>
                  <a:srgbClr val="4B4F73"/>
                </a:solidFill>
                <a:latin typeface="Malgun Gothic"/>
                <a:ea typeface="Malgun Gothic"/>
                <a:cs typeface="Malgun Gothic"/>
              </a:rPr>
              <a:t>기존 방식은 로그인 시점의 역할과 부서 중심으로 접근을 허용한다. 로그인 이후 위치, 기기, 담당 사건 변화나 반복 조회 행동은 충분히 반영하지 못한다.</a:t>
            </a:r>
          </a:p>
        </p:txBody>
      </p:sp>
      <p:sp>
        <p:nvSpPr>
          <p:cNvPr id="255" name="">
            <a:extLst xmlns:a="http://schemas.openxmlformats.org/drawingml/2006/main">
              <a:ext uri="{FF2B5EF4-FFF2-40B4-BE49-F238E27FC236}">
                <a16:creationId xmlns:a16="http://schemas.microsoft.com/office/drawing/2014/main" id="{9BF05B41-28FD-4E06-8446-D461CA73EF1D}"/>
              </a:ext>
            </a:extLst>
          </p:cNvPr>
          <p:cNvSpPr>
            <a:spLocks xmlns:a="http://schemas.openxmlformats.org/drawingml/2006/main" noGrp="1"/>
          </p:cNvSpPr>
          <p:nvPr/>
        </p:nvSpPr>
        <p:spPr>
          <a:xfrm xmlns:a="http://schemas.openxmlformats.org/drawingml/2006/main">
            <a:off x="1428750" y="19145250"/>
            <a:ext cx="12954000" cy="1571625"/>
          </a:xfrm>
          <a:prstGeom xmlns:a="http://schemas.openxmlformats.org/drawingml/2006/main" prst="rect">
            <a:avLst/>
          </a:prstGeom>
          <a:solidFill xmlns:a="http://schemas.openxmlformats.org/drawingml/2006/main">
            <a:srgbClr val="FFFFFF"/>
          </a:solidFill>
          <a:ln xmlns:a="http://schemas.openxmlformats.org/drawingml/2006/main" w="19050">
            <a:solidFill>
              <a:srgbClr val="DCE3F0"/>
            </a:solidFill>
            <a:prstDash val="solid"/>
          </a:ln>
        </p:spPr>
      </p:sp>
      <p:sp>
        <p:nvSpPr>
          <p:cNvPr id="256" name="">
            <a:extLst xmlns:a="http://schemas.openxmlformats.org/drawingml/2006/main">
              <a:ext uri="{FF2B5EF4-FFF2-40B4-BE49-F238E27FC236}">
                <a16:creationId xmlns:a16="http://schemas.microsoft.com/office/drawing/2014/main" id="{FEE9176C-0F9A-4F77-8F8F-DB1FE8AA8C53}"/>
              </a:ext>
            </a:extLst>
          </p:cNvPr>
          <p:cNvSpPr>
            <a:spLocks xmlns:a="http://schemas.openxmlformats.org/drawingml/2006/main" noGrp="1"/>
          </p:cNvSpPr>
          <p:nvPr/>
        </p:nvSpPr>
        <p:spPr>
          <a:xfrm xmlns:a="http://schemas.openxmlformats.org/drawingml/2006/main">
            <a:off x="1428750" y="19145250"/>
            <a:ext cx="85725" cy="1571625"/>
          </a:xfrm>
          <a:prstGeom xmlns:a="http://schemas.openxmlformats.org/drawingml/2006/main" prst="rect">
            <a:avLst/>
          </a:prstGeom>
          <a:solidFill xmlns:a="http://schemas.openxmlformats.org/drawingml/2006/main">
            <a:srgbClr val="4472C4"/>
          </a:solidFill>
          <a:ln xmlns:a="http://schemas.openxmlformats.org/drawingml/2006/main" w="0">
            <a:solidFill>
              <a:srgbClr val="4472C4"/>
            </a:solidFill>
            <a:prstDash val="solid"/>
          </a:ln>
        </p:spPr>
      </p:sp>
      <p:sp>
        <p:nvSpPr>
          <p:cNvPr id="257" name="">
            <a:extLst xmlns:a="http://schemas.openxmlformats.org/drawingml/2006/main">
              <a:ext uri="{FF2B5EF4-FFF2-40B4-BE49-F238E27FC236}">
                <a16:creationId xmlns:a16="http://schemas.microsoft.com/office/drawing/2014/main" id="{D65F24FB-8DE1-49B0-A118-B9E1289865D8}"/>
              </a:ext>
            </a:extLst>
          </p:cNvPr>
          <p:cNvSpPr>
            <a:spLocks xmlns:a="http://schemas.openxmlformats.org/drawingml/2006/main" noGrp="1"/>
          </p:cNvSpPr>
          <p:nvPr/>
        </p:nvSpPr>
        <p:spPr>
          <a:xfrm xmlns:a="http://schemas.openxmlformats.org/drawingml/2006/main">
            <a:off x="1695450" y="19335750"/>
            <a:ext cx="124587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2B2A55"/>
                </a:solidFill>
                <a:latin typeface="Malgun Gothic"/>
                <a:ea typeface="Malgun Gothic"/>
                <a:cs typeface="Malgun Gothic"/>
              </a:defRPr>
            </a:pPr>
            <a:r>
              <a:rPr sz="2025" b="1">
                <a:solidFill>
                  <a:srgbClr val="2B2A55"/>
                </a:solidFill>
                <a:latin typeface="Malgun Gothic"/>
                <a:ea typeface="Malgun Gothic"/>
                <a:cs typeface="Malgun Gothic"/>
              </a:rPr>
              <a:t>동적 위험 기반 통제</a:t>
            </a:r>
          </a:p>
        </p:txBody>
      </p:sp>
      <p:sp>
        <p:nvSpPr>
          <p:cNvPr id="258" name="">
            <a:extLst xmlns:a="http://schemas.openxmlformats.org/drawingml/2006/main">
              <a:ext uri="{FF2B5EF4-FFF2-40B4-BE49-F238E27FC236}">
                <a16:creationId xmlns:a16="http://schemas.microsoft.com/office/drawing/2014/main" id="{5E605932-FC8B-4001-9621-0DBC80D40D3A}"/>
              </a:ext>
            </a:extLst>
          </p:cNvPr>
          <p:cNvSpPr>
            <a:spLocks xmlns:a="http://schemas.openxmlformats.org/drawingml/2006/main" noGrp="1"/>
          </p:cNvSpPr>
          <p:nvPr/>
        </p:nvSpPr>
        <p:spPr>
          <a:xfrm xmlns:a="http://schemas.openxmlformats.org/drawingml/2006/main">
            <a:off x="1695450" y="19792950"/>
            <a:ext cx="12439650" cy="7905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4B4F73"/>
                </a:solidFill>
                <a:latin typeface="Malgun Gothic"/>
                <a:ea typeface="Malgun Gothic"/>
                <a:cs typeface="Malgun Gothic"/>
              </a:defRPr>
            </a:pPr>
            <a:r>
              <a:rPr sz="1575" b="0">
                <a:solidFill>
                  <a:srgbClr val="4B4F73"/>
                </a:solidFill>
                <a:latin typeface="Malgun Gothic"/>
                <a:ea typeface="Malgun Gothic"/>
                <a:cs typeface="Malgun Gothic"/>
              </a:rPr>
              <a:t>본 시스템은 매 요청마다 위험 점수를 다시 계산하고, 점수와 신뢰도에 따라 열람 전용·마스킹·재인증·승인·차단을 선택한다.</a:t>
            </a:r>
          </a:p>
        </p:txBody>
      </p:sp>
      <p:sp>
        <p:nvSpPr>
          <p:cNvPr id="259" name="">
            <a:extLst xmlns:a="http://schemas.openxmlformats.org/drawingml/2006/main">
              <a:ext uri="{FF2B5EF4-FFF2-40B4-BE49-F238E27FC236}">
                <a16:creationId xmlns:a16="http://schemas.microsoft.com/office/drawing/2014/main" id="{05A8A879-A0A8-4C58-B0AA-DC0DC276E2D4}"/>
              </a:ext>
            </a:extLst>
          </p:cNvPr>
          <p:cNvSpPr>
            <a:spLocks xmlns:a="http://schemas.openxmlformats.org/drawingml/2006/main" noGrp="1"/>
          </p:cNvSpPr>
          <p:nvPr/>
        </p:nvSpPr>
        <p:spPr>
          <a:xfrm xmlns:a="http://schemas.openxmlformats.org/drawingml/2006/main">
            <a:off x="1428750" y="21050250"/>
            <a:ext cx="12954000" cy="1571625"/>
          </a:xfrm>
          <a:prstGeom xmlns:a="http://schemas.openxmlformats.org/drawingml/2006/main" prst="rect">
            <a:avLst/>
          </a:prstGeom>
          <a:solidFill xmlns:a="http://schemas.openxmlformats.org/drawingml/2006/main">
            <a:srgbClr val="F8FAFE"/>
          </a:solidFill>
          <a:ln xmlns:a="http://schemas.openxmlformats.org/drawingml/2006/main" w="19050">
            <a:solidFill>
              <a:srgbClr val="DCE3F0"/>
            </a:solidFill>
            <a:prstDash val="solid"/>
          </a:ln>
        </p:spPr>
      </p:sp>
      <p:sp>
        <p:nvSpPr>
          <p:cNvPr id="260" name="">
            <a:extLst xmlns:a="http://schemas.openxmlformats.org/drawingml/2006/main">
              <a:ext uri="{FF2B5EF4-FFF2-40B4-BE49-F238E27FC236}">
                <a16:creationId xmlns:a16="http://schemas.microsoft.com/office/drawing/2014/main" id="{1C3F17EC-1F67-4732-82C8-187F9157EAE1}"/>
              </a:ext>
            </a:extLst>
          </p:cNvPr>
          <p:cNvSpPr>
            <a:spLocks xmlns:a="http://schemas.openxmlformats.org/drawingml/2006/main" noGrp="1"/>
          </p:cNvSpPr>
          <p:nvPr/>
        </p:nvSpPr>
        <p:spPr>
          <a:xfrm xmlns:a="http://schemas.openxmlformats.org/drawingml/2006/main">
            <a:off x="1428750" y="21050250"/>
            <a:ext cx="85725" cy="1571625"/>
          </a:xfrm>
          <a:prstGeom xmlns:a="http://schemas.openxmlformats.org/drawingml/2006/main" prst="rect">
            <a:avLst/>
          </a:prstGeom>
          <a:solidFill xmlns:a="http://schemas.openxmlformats.org/drawingml/2006/main">
            <a:srgbClr val="F4B321"/>
          </a:solidFill>
          <a:ln xmlns:a="http://schemas.openxmlformats.org/drawingml/2006/main" w="0">
            <a:solidFill>
              <a:srgbClr val="F4B321"/>
            </a:solidFill>
            <a:prstDash val="solid"/>
          </a:ln>
        </p:spPr>
      </p:sp>
      <p:sp>
        <p:nvSpPr>
          <p:cNvPr id="261" name="">
            <a:extLst xmlns:a="http://schemas.openxmlformats.org/drawingml/2006/main">
              <a:ext uri="{FF2B5EF4-FFF2-40B4-BE49-F238E27FC236}">
                <a16:creationId xmlns:a16="http://schemas.microsoft.com/office/drawing/2014/main" id="{0F986365-062E-44B4-8DF5-9117C5C61156}"/>
              </a:ext>
            </a:extLst>
          </p:cNvPr>
          <p:cNvSpPr>
            <a:spLocks xmlns:a="http://schemas.openxmlformats.org/drawingml/2006/main" noGrp="1"/>
          </p:cNvSpPr>
          <p:nvPr/>
        </p:nvSpPr>
        <p:spPr>
          <a:xfrm xmlns:a="http://schemas.openxmlformats.org/drawingml/2006/main">
            <a:off x="1695450" y="21240750"/>
            <a:ext cx="124587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2B2A55"/>
                </a:solidFill>
                <a:latin typeface="Malgun Gothic"/>
                <a:ea typeface="Malgun Gothic"/>
                <a:cs typeface="Malgun Gothic"/>
              </a:defRPr>
            </a:pPr>
            <a:r>
              <a:rPr sz="2025" b="1">
                <a:solidFill>
                  <a:srgbClr val="2B2A55"/>
                </a:solidFill>
                <a:latin typeface="Malgun Gothic"/>
                <a:ea typeface="Malgun Gothic"/>
                <a:cs typeface="Malgun Gothic"/>
              </a:rPr>
              <a:t>내부자 위협 사전 대응</a:t>
            </a:r>
          </a:p>
        </p:txBody>
      </p:sp>
      <p:sp>
        <p:nvSpPr>
          <p:cNvPr id="262" name="">
            <a:extLst xmlns:a="http://schemas.openxmlformats.org/drawingml/2006/main">
              <a:ext uri="{FF2B5EF4-FFF2-40B4-BE49-F238E27FC236}">
                <a16:creationId xmlns:a16="http://schemas.microsoft.com/office/drawing/2014/main" id="{7945C3EB-3BFA-49C5-95CB-31F97223E94F}"/>
              </a:ext>
            </a:extLst>
          </p:cNvPr>
          <p:cNvSpPr>
            <a:spLocks xmlns:a="http://schemas.openxmlformats.org/drawingml/2006/main" noGrp="1"/>
          </p:cNvSpPr>
          <p:nvPr/>
        </p:nvSpPr>
        <p:spPr>
          <a:xfrm xmlns:a="http://schemas.openxmlformats.org/drawingml/2006/main">
            <a:off x="1695450" y="21697950"/>
            <a:ext cx="12439650" cy="7905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4B4F73"/>
                </a:solidFill>
                <a:latin typeface="Malgun Gothic"/>
                <a:ea typeface="Malgun Gothic"/>
                <a:cs typeface="Malgun Gothic"/>
              </a:defRPr>
            </a:pPr>
            <a:r>
              <a:rPr sz="1575" b="0">
                <a:solidFill>
                  <a:srgbClr val="4B4F73"/>
                </a:solidFill>
                <a:latin typeface="Malgun Gothic"/>
                <a:ea typeface="Malgun Gothic"/>
                <a:cs typeface="Malgun Gothic"/>
              </a:rPr>
              <a:t>권한이 있는 사용자의 비담당 사건 조회, 비허용 위치 접근, 고위험 다운로드를 사후 징계가 아니라 접근 단계에서 제어한다.</a:t>
            </a:r>
          </a:p>
        </p:txBody>
      </p:sp>
      <p:sp>
        <p:nvSpPr>
          <p:cNvPr id="263" name="">
            <a:extLst xmlns:a="http://schemas.openxmlformats.org/drawingml/2006/main">
              <a:ext uri="{FF2B5EF4-FFF2-40B4-BE49-F238E27FC236}">
                <a16:creationId xmlns:a16="http://schemas.microsoft.com/office/drawing/2014/main" id="{2339B17C-D049-4CCA-AC07-F10ED00AD6AA}"/>
              </a:ext>
            </a:extLst>
          </p:cNvPr>
          <p:cNvSpPr>
            <a:spLocks xmlns:a="http://schemas.openxmlformats.org/drawingml/2006/main" noGrp="1"/>
          </p:cNvSpPr>
          <p:nvPr/>
        </p:nvSpPr>
        <p:spPr>
          <a:xfrm xmlns:a="http://schemas.openxmlformats.org/drawingml/2006/main">
            <a:off x="1428750" y="22955250"/>
            <a:ext cx="12954000" cy="1571625"/>
          </a:xfrm>
          <a:prstGeom xmlns:a="http://schemas.openxmlformats.org/drawingml/2006/main" prst="rect">
            <a:avLst/>
          </a:prstGeom>
          <a:solidFill xmlns:a="http://schemas.openxmlformats.org/drawingml/2006/main">
            <a:srgbClr val="FFFFFF"/>
          </a:solidFill>
          <a:ln xmlns:a="http://schemas.openxmlformats.org/drawingml/2006/main" w="19050">
            <a:solidFill>
              <a:srgbClr val="DCE3F0"/>
            </a:solidFill>
            <a:prstDash val="solid"/>
          </a:ln>
        </p:spPr>
      </p:sp>
      <p:sp>
        <p:nvSpPr>
          <p:cNvPr id="264" name="">
            <a:extLst xmlns:a="http://schemas.openxmlformats.org/drawingml/2006/main">
              <a:ext uri="{FF2B5EF4-FFF2-40B4-BE49-F238E27FC236}">
                <a16:creationId xmlns:a16="http://schemas.microsoft.com/office/drawing/2014/main" id="{F12FC7F2-B49E-4779-8121-E6554D186815}"/>
              </a:ext>
            </a:extLst>
          </p:cNvPr>
          <p:cNvSpPr>
            <a:spLocks xmlns:a="http://schemas.openxmlformats.org/drawingml/2006/main" noGrp="1"/>
          </p:cNvSpPr>
          <p:nvPr/>
        </p:nvSpPr>
        <p:spPr>
          <a:xfrm xmlns:a="http://schemas.openxmlformats.org/drawingml/2006/main">
            <a:off x="1428750" y="22955250"/>
            <a:ext cx="85725" cy="1571625"/>
          </a:xfrm>
          <a:prstGeom xmlns:a="http://schemas.openxmlformats.org/drawingml/2006/main" prst="rect">
            <a:avLst/>
          </a:prstGeom>
          <a:solidFill xmlns:a="http://schemas.openxmlformats.org/drawingml/2006/main">
            <a:srgbClr val="4B9A58"/>
          </a:solidFill>
          <a:ln xmlns:a="http://schemas.openxmlformats.org/drawingml/2006/main" w="0">
            <a:solidFill>
              <a:srgbClr val="4B9A58"/>
            </a:solidFill>
            <a:prstDash val="solid"/>
          </a:ln>
        </p:spPr>
      </p:sp>
      <p:sp>
        <p:nvSpPr>
          <p:cNvPr id="265" name="">
            <a:extLst xmlns:a="http://schemas.openxmlformats.org/drawingml/2006/main">
              <a:ext uri="{FF2B5EF4-FFF2-40B4-BE49-F238E27FC236}">
                <a16:creationId xmlns:a16="http://schemas.microsoft.com/office/drawing/2014/main" id="{DAE39928-3197-4995-9732-651730F03304}"/>
              </a:ext>
            </a:extLst>
          </p:cNvPr>
          <p:cNvSpPr>
            <a:spLocks xmlns:a="http://schemas.openxmlformats.org/drawingml/2006/main" noGrp="1"/>
          </p:cNvSpPr>
          <p:nvPr/>
        </p:nvSpPr>
        <p:spPr>
          <a:xfrm xmlns:a="http://schemas.openxmlformats.org/drawingml/2006/main">
            <a:off x="1695450" y="23145750"/>
            <a:ext cx="124587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2B2A55"/>
                </a:solidFill>
                <a:latin typeface="Malgun Gothic"/>
                <a:ea typeface="Malgun Gothic"/>
                <a:cs typeface="Malgun Gothic"/>
              </a:defRPr>
            </a:pPr>
            <a:r>
              <a:rPr sz="2025" b="1">
                <a:solidFill>
                  <a:srgbClr val="2B2A55"/>
                </a:solidFill>
                <a:latin typeface="Malgun Gothic"/>
                <a:ea typeface="Malgun Gothic"/>
                <a:cs typeface="Malgun Gothic"/>
              </a:rPr>
              <a:t>경찰 업무 맥락 반영</a:t>
            </a:r>
          </a:p>
        </p:txBody>
      </p:sp>
      <p:sp>
        <p:nvSpPr>
          <p:cNvPr id="266" name="">
            <a:extLst xmlns:a="http://schemas.openxmlformats.org/drawingml/2006/main">
              <a:ext uri="{FF2B5EF4-FFF2-40B4-BE49-F238E27FC236}">
                <a16:creationId xmlns:a16="http://schemas.microsoft.com/office/drawing/2014/main" id="{89553641-41BF-4A32-9E44-FB4566CE3BB4}"/>
              </a:ext>
            </a:extLst>
          </p:cNvPr>
          <p:cNvSpPr>
            <a:spLocks xmlns:a="http://schemas.openxmlformats.org/drawingml/2006/main" noGrp="1"/>
          </p:cNvSpPr>
          <p:nvPr/>
        </p:nvSpPr>
        <p:spPr>
          <a:xfrm xmlns:a="http://schemas.openxmlformats.org/drawingml/2006/main">
            <a:off x="1695450" y="23602950"/>
            <a:ext cx="12439650" cy="7905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4B4F73"/>
                </a:solidFill>
                <a:latin typeface="Malgun Gothic"/>
                <a:ea typeface="Malgun Gothic"/>
                <a:cs typeface="Malgun Gothic"/>
              </a:defRPr>
            </a:pPr>
            <a:r>
              <a:rPr sz="1575" b="0">
                <a:solidFill>
                  <a:srgbClr val="4B4F73"/>
                </a:solidFill>
                <a:latin typeface="Malgun Gothic"/>
                <a:ea typeface="Malgun Gothic"/>
                <a:cs typeface="Malgun Gothic"/>
              </a:rPr>
              <a:t>자료 등급, 사건 배정, 관할 위치, 업무 태그를 정책 요소로 사용해 일반 기업용 제로트러스트보다 수사정보 환경에 맞춘 결정을 제공한다.</a:t>
            </a:r>
          </a:p>
        </p:txBody>
      </p:sp>
      <p:sp>
        <p:nvSpPr>
          <p:cNvPr id="267" name="">
            <a:extLst xmlns:a="http://schemas.openxmlformats.org/drawingml/2006/main">
              <a:ext uri="{FF2B5EF4-FFF2-40B4-BE49-F238E27FC236}">
                <a16:creationId xmlns:a16="http://schemas.microsoft.com/office/drawing/2014/main" id="{3E0A66FB-74AC-44EA-8D5E-EF66B586B9D0}"/>
              </a:ext>
            </a:extLst>
          </p:cNvPr>
          <p:cNvSpPr>
            <a:spLocks xmlns:a="http://schemas.openxmlformats.org/drawingml/2006/main" noGrp="1"/>
          </p:cNvSpPr>
          <p:nvPr/>
        </p:nvSpPr>
        <p:spPr>
          <a:xfrm xmlns:a="http://schemas.openxmlformats.org/drawingml/2006/main">
            <a:off x="15621000" y="16335375"/>
            <a:ext cx="13906500" cy="8953500"/>
          </a:xfrm>
          <a:prstGeom xmlns:a="http://schemas.openxmlformats.org/drawingml/2006/main" prst="rect">
            <a:avLst/>
          </a:prstGeom>
          <a:solidFill xmlns:a="http://schemas.openxmlformats.org/drawingml/2006/main">
            <a:srgbClr val="FFFFFF"/>
          </a:solidFill>
          <a:ln xmlns:a="http://schemas.openxmlformats.org/drawingml/2006/main" w="19050">
            <a:solidFill>
              <a:srgbClr val="D5DDEA"/>
            </a:solidFill>
            <a:prstDash val="solid"/>
          </a:ln>
        </p:spPr>
      </p:sp>
      <p:sp>
        <p:nvSpPr>
          <p:cNvPr id="268" name="">
            <a:extLst xmlns:a="http://schemas.openxmlformats.org/drawingml/2006/main">
              <a:ext uri="{FF2B5EF4-FFF2-40B4-BE49-F238E27FC236}">
                <a16:creationId xmlns:a16="http://schemas.microsoft.com/office/drawing/2014/main" id="{4ACF441B-D94D-462E-A6BE-27E4DB50863C}"/>
              </a:ext>
            </a:extLst>
          </p:cNvPr>
          <p:cNvSpPr>
            <a:spLocks xmlns:a="http://schemas.openxmlformats.org/drawingml/2006/main" noGrp="1"/>
          </p:cNvSpPr>
          <p:nvPr/>
        </p:nvSpPr>
        <p:spPr>
          <a:xfrm xmlns:a="http://schemas.openxmlformats.org/drawingml/2006/main">
            <a:off x="15621000" y="16335375"/>
            <a:ext cx="114300" cy="8953500"/>
          </a:xfrm>
          <a:prstGeom xmlns:a="http://schemas.openxmlformats.org/drawingml/2006/main" prst="rect">
            <a:avLst/>
          </a:prstGeom>
          <a:solidFill xmlns:a="http://schemas.openxmlformats.org/drawingml/2006/main">
            <a:srgbClr val="6F5AA7"/>
          </a:solidFill>
          <a:ln xmlns:a="http://schemas.openxmlformats.org/drawingml/2006/main" w="0">
            <a:solidFill>
              <a:srgbClr val="6F5AA7"/>
            </a:solidFill>
            <a:prstDash val="solid"/>
          </a:ln>
        </p:spPr>
      </p:sp>
      <p:sp>
        <p:nvSpPr>
          <p:cNvPr id="269" name="">
            <a:extLst xmlns:a="http://schemas.openxmlformats.org/drawingml/2006/main">
              <a:ext uri="{FF2B5EF4-FFF2-40B4-BE49-F238E27FC236}">
                <a16:creationId xmlns:a16="http://schemas.microsoft.com/office/drawing/2014/main" id="{CDE1D99F-4788-4727-8FFD-4E0C435C6D05}"/>
              </a:ext>
            </a:extLst>
          </p:cNvPr>
          <p:cNvSpPr>
            <a:spLocks xmlns:a="http://schemas.openxmlformats.org/drawingml/2006/main" noGrp="1"/>
          </p:cNvSpPr>
          <p:nvPr/>
        </p:nvSpPr>
        <p:spPr>
          <a:xfrm xmlns:a="http://schemas.openxmlformats.org/drawingml/2006/main">
            <a:off x="15944850" y="16544925"/>
            <a:ext cx="132397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775" b="1">
                <a:solidFill>
                  <a:srgbClr val="2B2A55"/>
                </a:solidFill>
                <a:latin typeface="Malgun Gothic"/>
                <a:ea typeface="Malgun Gothic"/>
                <a:cs typeface="Malgun Gothic"/>
              </a:defRPr>
            </a:pPr>
            <a:r>
              <a:rPr sz="2775" b="1">
                <a:solidFill>
                  <a:srgbClr val="2B2A55"/>
                </a:solidFill>
                <a:latin typeface="Malgun Gothic"/>
                <a:ea typeface="Malgun Gothic"/>
                <a:cs typeface="Malgun Gothic"/>
              </a:rPr>
              <a:t>핵심 기능: 위험을 권한으로 변환하는 방식</a:t>
            </a:r>
          </a:p>
        </p:txBody>
      </p:sp>
      <p:sp>
        <p:nvSpPr>
          <p:cNvPr id="270" name="">
            <a:extLst xmlns:a="http://schemas.openxmlformats.org/drawingml/2006/main">
              <a:ext uri="{FF2B5EF4-FFF2-40B4-BE49-F238E27FC236}">
                <a16:creationId xmlns:a16="http://schemas.microsoft.com/office/drawing/2014/main" id="{81EEED92-0B22-43AB-BF67-97572C1F8674}"/>
              </a:ext>
            </a:extLst>
          </p:cNvPr>
          <p:cNvSpPr>
            <a:spLocks xmlns:a="http://schemas.openxmlformats.org/drawingml/2006/main" noGrp="1"/>
          </p:cNvSpPr>
          <p:nvPr/>
        </p:nvSpPr>
        <p:spPr>
          <a:xfrm xmlns:a="http://schemas.openxmlformats.org/drawingml/2006/main">
            <a:off x="16097250" y="17240250"/>
            <a:ext cx="6286500" cy="3048000"/>
          </a:xfrm>
          <a:prstGeom xmlns:a="http://schemas.openxmlformats.org/drawingml/2006/main" prst="rect">
            <a:avLst/>
          </a:prstGeom>
          <a:solidFill xmlns:a="http://schemas.openxmlformats.org/drawingml/2006/main">
            <a:srgbClr val="F4F8FF"/>
          </a:solidFill>
          <a:ln xmlns:a="http://schemas.openxmlformats.org/drawingml/2006/main" w="19050">
            <a:solidFill>
              <a:srgbClr val="DCE3F0"/>
            </a:solidFill>
            <a:prstDash val="solid"/>
          </a:ln>
        </p:spPr>
      </p:sp>
      <p:sp>
        <p:nvSpPr>
          <p:cNvPr id="271" name="">
            <a:extLst xmlns:a="http://schemas.openxmlformats.org/drawingml/2006/main">
              <a:ext uri="{FF2B5EF4-FFF2-40B4-BE49-F238E27FC236}">
                <a16:creationId xmlns:a16="http://schemas.microsoft.com/office/drawing/2014/main" id="{F9720AE2-D087-40C4-BBD0-AEFD69A5670F}"/>
              </a:ext>
            </a:extLst>
          </p:cNvPr>
          <p:cNvSpPr>
            <a:spLocks xmlns:a="http://schemas.openxmlformats.org/drawingml/2006/main" noGrp="1"/>
          </p:cNvSpPr>
          <p:nvPr/>
        </p:nvSpPr>
        <p:spPr>
          <a:xfrm xmlns:a="http://schemas.openxmlformats.org/drawingml/2006/main">
            <a:off x="16097250" y="17240250"/>
            <a:ext cx="85725" cy="3048000"/>
          </a:xfrm>
          <a:prstGeom xmlns:a="http://schemas.openxmlformats.org/drawingml/2006/main" prst="rect">
            <a:avLst/>
          </a:prstGeom>
          <a:solidFill xmlns:a="http://schemas.openxmlformats.org/drawingml/2006/main">
            <a:srgbClr val="4472C4"/>
          </a:solidFill>
          <a:ln xmlns:a="http://schemas.openxmlformats.org/drawingml/2006/main" w="0">
            <a:solidFill>
              <a:srgbClr val="4472C4"/>
            </a:solidFill>
            <a:prstDash val="solid"/>
          </a:ln>
        </p:spPr>
      </p:sp>
      <p:sp>
        <p:nvSpPr>
          <p:cNvPr id="272" name="">
            <a:extLst xmlns:a="http://schemas.openxmlformats.org/drawingml/2006/main">
              <a:ext uri="{FF2B5EF4-FFF2-40B4-BE49-F238E27FC236}">
                <a16:creationId xmlns:a16="http://schemas.microsoft.com/office/drawing/2014/main" id="{EBF9A563-3A9E-4139-8065-3E91164F7470}"/>
              </a:ext>
            </a:extLst>
          </p:cNvPr>
          <p:cNvSpPr>
            <a:spLocks xmlns:a="http://schemas.openxmlformats.org/drawingml/2006/main" noGrp="1"/>
          </p:cNvSpPr>
          <p:nvPr/>
        </p:nvSpPr>
        <p:spPr>
          <a:xfrm xmlns:a="http://schemas.openxmlformats.org/drawingml/2006/main">
            <a:off x="16363950" y="17430750"/>
            <a:ext cx="57912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2B2A55"/>
                </a:solidFill>
                <a:latin typeface="Malgun Gothic"/>
                <a:ea typeface="Malgun Gothic"/>
                <a:cs typeface="Malgun Gothic"/>
              </a:defRPr>
            </a:pPr>
            <a:r>
              <a:rPr sz="2025" b="1">
                <a:solidFill>
                  <a:srgbClr val="2B2A55"/>
                </a:solidFill>
                <a:latin typeface="Malgun Gothic"/>
                <a:ea typeface="Malgun Gothic"/>
                <a:cs typeface="Malgun Gothic"/>
              </a:rPr>
              <a:t>4축 위험 점수</a:t>
            </a:r>
          </a:p>
        </p:txBody>
      </p:sp>
      <p:sp>
        <p:nvSpPr>
          <p:cNvPr id="273" name="">
            <a:extLst xmlns:a="http://schemas.openxmlformats.org/drawingml/2006/main">
              <a:ext uri="{FF2B5EF4-FFF2-40B4-BE49-F238E27FC236}">
                <a16:creationId xmlns:a16="http://schemas.microsoft.com/office/drawing/2014/main" id="{BC397084-C0DB-40DC-B967-31F6D1187BFF}"/>
              </a:ext>
            </a:extLst>
          </p:cNvPr>
          <p:cNvSpPr>
            <a:spLocks xmlns:a="http://schemas.openxmlformats.org/drawingml/2006/main" noGrp="1"/>
          </p:cNvSpPr>
          <p:nvPr/>
        </p:nvSpPr>
        <p:spPr>
          <a:xfrm xmlns:a="http://schemas.openxmlformats.org/drawingml/2006/main">
            <a:off x="16363950" y="17887950"/>
            <a:ext cx="5772150" cy="2266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4B4F73"/>
                </a:solidFill>
                <a:latin typeface="Malgun Gothic"/>
                <a:ea typeface="Malgun Gothic"/>
                <a:cs typeface="Malgun Gothic"/>
              </a:defRPr>
            </a:pPr>
            <a:r>
              <a:rPr sz="1575" b="0">
                <a:solidFill>
                  <a:srgbClr val="4B4F73"/>
                </a:solidFill>
                <a:latin typeface="Malgun Gothic"/>
                <a:ea typeface="Malgun Gothic"/>
                <a:cs typeface="Malgun Gothic"/>
              </a:rPr>
              <a:t>객체 민감도, 환경 위험도, 행위 위험도, 업무 적합도를 하나의 점수로 결합한다. 업무 적합도는 담당 사건과 직무 관련성이 높을수록 위험을 낮추는 보정값으로 사용한다.</a:t>
            </a:r>
          </a:p>
        </p:txBody>
      </p:sp>
      <p:sp>
        <p:nvSpPr>
          <p:cNvPr id="274" name="">
            <a:extLst xmlns:a="http://schemas.openxmlformats.org/drawingml/2006/main">
              <a:ext uri="{FF2B5EF4-FFF2-40B4-BE49-F238E27FC236}">
                <a16:creationId xmlns:a16="http://schemas.microsoft.com/office/drawing/2014/main" id="{568BA9B2-02B4-4614-8C9F-4AF34CC20358}"/>
              </a:ext>
            </a:extLst>
          </p:cNvPr>
          <p:cNvSpPr>
            <a:spLocks xmlns:a="http://schemas.openxmlformats.org/drawingml/2006/main" noGrp="1"/>
          </p:cNvSpPr>
          <p:nvPr/>
        </p:nvSpPr>
        <p:spPr>
          <a:xfrm xmlns:a="http://schemas.openxmlformats.org/drawingml/2006/main">
            <a:off x="22764750" y="17240250"/>
            <a:ext cx="6286500" cy="3048000"/>
          </a:xfrm>
          <a:prstGeom xmlns:a="http://schemas.openxmlformats.org/drawingml/2006/main" prst="rect">
            <a:avLst/>
          </a:prstGeom>
          <a:solidFill xmlns:a="http://schemas.openxmlformats.org/drawingml/2006/main">
            <a:srgbClr val="FFF9E8"/>
          </a:solidFill>
          <a:ln xmlns:a="http://schemas.openxmlformats.org/drawingml/2006/main" w="19050">
            <a:solidFill>
              <a:srgbClr val="DCE3F0"/>
            </a:solidFill>
            <a:prstDash val="solid"/>
          </a:ln>
        </p:spPr>
      </p:sp>
      <p:sp>
        <p:nvSpPr>
          <p:cNvPr id="275" name="">
            <a:extLst xmlns:a="http://schemas.openxmlformats.org/drawingml/2006/main">
              <a:ext uri="{FF2B5EF4-FFF2-40B4-BE49-F238E27FC236}">
                <a16:creationId xmlns:a16="http://schemas.microsoft.com/office/drawing/2014/main" id="{4F012CC6-9142-4AF9-92A2-C37C4F6FD541}"/>
              </a:ext>
            </a:extLst>
          </p:cNvPr>
          <p:cNvSpPr>
            <a:spLocks xmlns:a="http://schemas.openxmlformats.org/drawingml/2006/main" noGrp="1"/>
          </p:cNvSpPr>
          <p:nvPr/>
        </p:nvSpPr>
        <p:spPr>
          <a:xfrm xmlns:a="http://schemas.openxmlformats.org/drawingml/2006/main">
            <a:off x="22764750" y="17240250"/>
            <a:ext cx="85725" cy="3048000"/>
          </a:xfrm>
          <a:prstGeom xmlns:a="http://schemas.openxmlformats.org/drawingml/2006/main" prst="rect">
            <a:avLst/>
          </a:prstGeom>
          <a:solidFill xmlns:a="http://schemas.openxmlformats.org/drawingml/2006/main">
            <a:srgbClr val="F4B321"/>
          </a:solidFill>
          <a:ln xmlns:a="http://schemas.openxmlformats.org/drawingml/2006/main" w="0">
            <a:solidFill>
              <a:srgbClr val="F4B321"/>
            </a:solidFill>
            <a:prstDash val="solid"/>
          </a:ln>
        </p:spPr>
      </p:sp>
      <p:sp>
        <p:nvSpPr>
          <p:cNvPr id="276" name="">
            <a:extLst xmlns:a="http://schemas.openxmlformats.org/drawingml/2006/main">
              <a:ext uri="{FF2B5EF4-FFF2-40B4-BE49-F238E27FC236}">
                <a16:creationId xmlns:a16="http://schemas.microsoft.com/office/drawing/2014/main" id="{84441891-9657-41B5-AF83-DE0B2AD35522}"/>
              </a:ext>
            </a:extLst>
          </p:cNvPr>
          <p:cNvSpPr>
            <a:spLocks xmlns:a="http://schemas.openxmlformats.org/drawingml/2006/main" noGrp="1"/>
          </p:cNvSpPr>
          <p:nvPr/>
        </p:nvSpPr>
        <p:spPr>
          <a:xfrm xmlns:a="http://schemas.openxmlformats.org/drawingml/2006/main">
            <a:off x="23031450" y="17430750"/>
            <a:ext cx="57912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2B2A55"/>
                </a:solidFill>
                <a:latin typeface="Malgun Gothic"/>
                <a:ea typeface="Malgun Gothic"/>
                <a:cs typeface="Malgun Gothic"/>
              </a:defRPr>
            </a:pPr>
            <a:r>
              <a:rPr sz="2025" b="1">
                <a:solidFill>
                  <a:srgbClr val="2B2A55"/>
                </a:solidFill>
                <a:latin typeface="Malgun Gothic"/>
                <a:ea typeface="Malgun Gothic"/>
                <a:cs typeface="Malgun Gothic"/>
              </a:rPr>
              <a:t>5단계 접근 제어</a:t>
            </a:r>
          </a:p>
        </p:txBody>
      </p:sp>
      <p:sp>
        <p:nvSpPr>
          <p:cNvPr id="277" name="">
            <a:extLst xmlns:a="http://schemas.openxmlformats.org/drawingml/2006/main">
              <a:ext uri="{FF2B5EF4-FFF2-40B4-BE49-F238E27FC236}">
                <a16:creationId xmlns:a16="http://schemas.microsoft.com/office/drawing/2014/main" id="{56BED57F-1227-4AAE-BC58-9EE458F551BF}"/>
              </a:ext>
            </a:extLst>
          </p:cNvPr>
          <p:cNvSpPr>
            <a:spLocks xmlns:a="http://schemas.openxmlformats.org/drawingml/2006/main" noGrp="1"/>
          </p:cNvSpPr>
          <p:nvPr/>
        </p:nvSpPr>
        <p:spPr>
          <a:xfrm xmlns:a="http://schemas.openxmlformats.org/drawingml/2006/main">
            <a:off x="23031450" y="17887950"/>
            <a:ext cx="5772150" cy="2266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4B4F73"/>
                </a:solidFill>
                <a:latin typeface="Malgun Gothic"/>
                <a:ea typeface="Malgun Gothic"/>
                <a:cs typeface="Malgun Gothic"/>
              </a:defRPr>
            </a:pPr>
            <a:r>
              <a:rPr sz="1575" b="0">
                <a:solidFill>
                  <a:srgbClr val="4B4F73"/>
                </a:solidFill>
                <a:latin typeface="Malgun Gothic"/>
                <a:ea typeface="Malgun Gothic"/>
                <a:cs typeface="Malgun Gothic"/>
              </a:rPr>
              <a:t>허용/차단만 제공하지 않고 열람 전용, 재인증, 관리자 승인, 차단으로 세분화한다. 동일한 자료라도 상황에 따라 원문 열람, 부분 마스킹, 다운로드 차단이 달라진다.</a:t>
            </a:r>
          </a:p>
        </p:txBody>
      </p:sp>
      <p:sp>
        <p:nvSpPr>
          <p:cNvPr id="278" name="">
            <a:extLst xmlns:a="http://schemas.openxmlformats.org/drawingml/2006/main">
              <a:ext uri="{FF2B5EF4-FFF2-40B4-BE49-F238E27FC236}">
                <a16:creationId xmlns:a16="http://schemas.microsoft.com/office/drawing/2014/main" id="{F5DCB976-53D6-43D0-84C1-6DBD4AC17D7E}"/>
              </a:ext>
            </a:extLst>
          </p:cNvPr>
          <p:cNvSpPr>
            <a:spLocks xmlns:a="http://schemas.openxmlformats.org/drawingml/2006/main" noGrp="1"/>
          </p:cNvSpPr>
          <p:nvPr/>
        </p:nvSpPr>
        <p:spPr>
          <a:xfrm xmlns:a="http://schemas.openxmlformats.org/drawingml/2006/main">
            <a:off x="16097250" y="20669250"/>
            <a:ext cx="6286500" cy="3048000"/>
          </a:xfrm>
          <a:prstGeom xmlns:a="http://schemas.openxmlformats.org/drawingml/2006/main" prst="rect">
            <a:avLst/>
          </a:prstGeom>
          <a:solidFill xmlns:a="http://schemas.openxmlformats.org/drawingml/2006/main">
            <a:srgbClr val="F4F8FF"/>
          </a:solidFill>
          <a:ln xmlns:a="http://schemas.openxmlformats.org/drawingml/2006/main" w="19050">
            <a:solidFill>
              <a:srgbClr val="DCE3F0"/>
            </a:solidFill>
            <a:prstDash val="solid"/>
          </a:ln>
        </p:spPr>
      </p:sp>
      <p:sp>
        <p:nvSpPr>
          <p:cNvPr id="279" name="">
            <a:extLst xmlns:a="http://schemas.openxmlformats.org/drawingml/2006/main">
              <a:ext uri="{FF2B5EF4-FFF2-40B4-BE49-F238E27FC236}">
                <a16:creationId xmlns:a16="http://schemas.microsoft.com/office/drawing/2014/main" id="{FE14EACA-19A5-40CC-BE9F-5BF5119C684C}"/>
              </a:ext>
            </a:extLst>
          </p:cNvPr>
          <p:cNvSpPr>
            <a:spLocks xmlns:a="http://schemas.openxmlformats.org/drawingml/2006/main" noGrp="1"/>
          </p:cNvSpPr>
          <p:nvPr/>
        </p:nvSpPr>
        <p:spPr>
          <a:xfrm xmlns:a="http://schemas.openxmlformats.org/drawingml/2006/main">
            <a:off x="16097250" y="20669250"/>
            <a:ext cx="85725" cy="3048000"/>
          </a:xfrm>
          <a:prstGeom xmlns:a="http://schemas.openxmlformats.org/drawingml/2006/main" prst="rect">
            <a:avLst/>
          </a:prstGeom>
          <a:solidFill xmlns:a="http://schemas.openxmlformats.org/drawingml/2006/main">
            <a:srgbClr val="4B9A58"/>
          </a:solidFill>
          <a:ln xmlns:a="http://schemas.openxmlformats.org/drawingml/2006/main" w="0">
            <a:solidFill>
              <a:srgbClr val="4B9A58"/>
            </a:solidFill>
            <a:prstDash val="solid"/>
          </a:ln>
        </p:spPr>
      </p:sp>
      <p:sp>
        <p:nvSpPr>
          <p:cNvPr id="280" name="">
            <a:extLst xmlns:a="http://schemas.openxmlformats.org/drawingml/2006/main">
              <a:ext uri="{FF2B5EF4-FFF2-40B4-BE49-F238E27FC236}">
                <a16:creationId xmlns:a16="http://schemas.microsoft.com/office/drawing/2014/main" id="{60CA186E-75CE-450E-B63B-9712816F7509}"/>
              </a:ext>
            </a:extLst>
          </p:cNvPr>
          <p:cNvSpPr>
            <a:spLocks xmlns:a="http://schemas.openxmlformats.org/drawingml/2006/main" noGrp="1"/>
          </p:cNvSpPr>
          <p:nvPr/>
        </p:nvSpPr>
        <p:spPr>
          <a:xfrm xmlns:a="http://schemas.openxmlformats.org/drawingml/2006/main">
            <a:off x="16363950" y="20859750"/>
            <a:ext cx="57912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2B2A55"/>
                </a:solidFill>
                <a:latin typeface="Malgun Gothic"/>
                <a:ea typeface="Malgun Gothic"/>
                <a:cs typeface="Malgun Gothic"/>
              </a:defRPr>
            </a:pPr>
            <a:r>
              <a:rPr sz="2025" b="1">
                <a:solidFill>
                  <a:srgbClr val="2B2A55"/>
                </a:solidFill>
                <a:latin typeface="Malgun Gothic"/>
                <a:ea typeface="Malgun Gothic"/>
                <a:cs typeface="Malgun Gothic"/>
              </a:rPr>
              <a:t>신뢰도 기반 안전판</a:t>
            </a:r>
          </a:p>
        </p:txBody>
      </p:sp>
      <p:sp>
        <p:nvSpPr>
          <p:cNvPr id="281" name="">
            <a:extLst xmlns:a="http://schemas.openxmlformats.org/drawingml/2006/main">
              <a:ext uri="{FF2B5EF4-FFF2-40B4-BE49-F238E27FC236}">
                <a16:creationId xmlns:a16="http://schemas.microsoft.com/office/drawing/2014/main" id="{25DDD756-5485-4438-9DAC-672EC300BB3C}"/>
              </a:ext>
            </a:extLst>
          </p:cNvPr>
          <p:cNvSpPr>
            <a:spLocks xmlns:a="http://schemas.openxmlformats.org/drawingml/2006/main" noGrp="1"/>
          </p:cNvSpPr>
          <p:nvPr/>
        </p:nvSpPr>
        <p:spPr>
          <a:xfrm xmlns:a="http://schemas.openxmlformats.org/drawingml/2006/main">
            <a:off x="16363950" y="21316950"/>
            <a:ext cx="5772150" cy="2266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4B4F73"/>
                </a:solidFill>
                <a:latin typeface="Malgun Gothic"/>
                <a:ea typeface="Malgun Gothic"/>
                <a:cs typeface="Malgun Gothic"/>
              </a:defRPr>
            </a:pPr>
            <a:r>
              <a:rPr sz="1575" b="0">
                <a:solidFill>
                  <a:srgbClr val="4B4F73"/>
                </a:solidFill>
                <a:latin typeface="Malgun Gothic"/>
                <a:ea typeface="Malgun Gothic"/>
                <a:cs typeface="Malgun Gothic"/>
              </a:rPr>
              <a:t>정책 판단의 신뢰도가 낮은 경우 무리하게 허용하거나 차단하지 않고 관리자 승인 또는 열람 전용으로 수렴한다. 오탐과 과도한 업무 방해를 줄이는 장치다.</a:t>
            </a:r>
          </a:p>
        </p:txBody>
      </p:sp>
      <p:sp>
        <p:nvSpPr>
          <p:cNvPr id="282" name="">
            <a:extLst xmlns:a="http://schemas.openxmlformats.org/drawingml/2006/main">
              <a:ext uri="{FF2B5EF4-FFF2-40B4-BE49-F238E27FC236}">
                <a16:creationId xmlns:a16="http://schemas.microsoft.com/office/drawing/2014/main" id="{8C7FFD67-CA11-489A-9F6F-222943A1CAAC}"/>
              </a:ext>
            </a:extLst>
          </p:cNvPr>
          <p:cNvSpPr>
            <a:spLocks xmlns:a="http://schemas.openxmlformats.org/drawingml/2006/main" noGrp="1"/>
          </p:cNvSpPr>
          <p:nvPr/>
        </p:nvSpPr>
        <p:spPr>
          <a:xfrm xmlns:a="http://schemas.openxmlformats.org/drawingml/2006/main">
            <a:off x="22764750" y="20669250"/>
            <a:ext cx="6286500" cy="3048000"/>
          </a:xfrm>
          <a:prstGeom xmlns:a="http://schemas.openxmlformats.org/drawingml/2006/main" prst="rect">
            <a:avLst/>
          </a:prstGeom>
          <a:solidFill xmlns:a="http://schemas.openxmlformats.org/drawingml/2006/main">
            <a:srgbClr val="FFF9E8"/>
          </a:solidFill>
          <a:ln xmlns:a="http://schemas.openxmlformats.org/drawingml/2006/main" w="19050">
            <a:solidFill>
              <a:srgbClr val="DCE3F0"/>
            </a:solidFill>
            <a:prstDash val="solid"/>
          </a:ln>
        </p:spPr>
      </p:sp>
      <p:sp>
        <p:nvSpPr>
          <p:cNvPr id="283" name="">
            <a:extLst xmlns:a="http://schemas.openxmlformats.org/drawingml/2006/main">
              <a:ext uri="{FF2B5EF4-FFF2-40B4-BE49-F238E27FC236}">
                <a16:creationId xmlns:a16="http://schemas.microsoft.com/office/drawing/2014/main" id="{49CB5A76-A028-4EFB-A058-1F4E0F2D4214}"/>
              </a:ext>
            </a:extLst>
          </p:cNvPr>
          <p:cNvSpPr>
            <a:spLocks xmlns:a="http://schemas.openxmlformats.org/drawingml/2006/main" noGrp="1"/>
          </p:cNvSpPr>
          <p:nvPr/>
        </p:nvSpPr>
        <p:spPr>
          <a:xfrm xmlns:a="http://schemas.openxmlformats.org/drawingml/2006/main">
            <a:off x="22764750" y="20669250"/>
            <a:ext cx="85725" cy="3048000"/>
          </a:xfrm>
          <a:prstGeom xmlns:a="http://schemas.openxmlformats.org/drawingml/2006/main" prst="rect">
            <a:avLst/>
          </a:prstGeom>
          <a:solidFill xmlns:a="http://schemas.openxmlformats.org/drawingml/2006/main">
            <a:srgbClr val="6F5AA7"/>
          </a:solidFill>
          <a:ln xmlns:a="http://schemas.openxmlformats.org/drawingml/2006/main" w="0">
            <a:solidFill>
              <a:srgbClr val="6F5AA7"/>
            </a:solidFill>
            <a:prstDash val="solid"/>
          </a:ln>
        </p:spPr>
      </p:sp>
      <p:sp>
        <p:nvSpPr>
          <p:cNvPr id="284" name="">
            <a:extLst xmlns:a="http://schemas.openxmlformats.org/drawingml/2006/main">
              <a:ext uri="{FF2B5EF4-FFF2-40B4-BE49-F238E27FC236}">
                <a16:creationId xmlns:a16="http://schemas.microsoft.com/office/drawing/2014/main" id="{20EA9550-0B30-4483-B6E9-00A0D141BE24}"/>
              </a:ext>
            </a:extLst>
          </p:cNvPr>
          <p:cNvSpPr>
            <a:spLocks xmlns:a="http://schemas.openxmlformats.org/drawingml/2006/main" noGrp="1"/>
          </p:cNvSpPr>
          <p:nvPr/>
        </p:nvSpPr>
        <p:spPr>
          <a:xfrm xmlns:a="http://schemas.openxmlformats.org/drawingml/2006/main">
            <a:off x="23031450" y="20859750"/>
            <a:ext cx="57912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2B2A55"/>
                </a:solidFill>
                <a:latin typeface="Malgun Gothic"/>
                <a:ea typeface="Malgun Gothic"/>
                <a:cs typeface="Malgun Gothic"/>
              </a:defRPr>
            </a:pPr>
            <a:r>
              <a:rPr sz="2025" b="1">
                <a:solidFill>
                  <a:srgbClr val="2B2A55"/>
                </a:solidFill>
                <a:latin typeface="Malgun Gothic"/>
                <a:ea typeface="Malgun Gothic"/>
                <a:cs typeface="Malgun Gothic"/>
              </a:rPr>
              <a:t>비상 접근 통제</a:t>
            </a:r>
          </a:p>
        </p:txBody>
      </p:sp>
      <p:sp>
        <p:nvSpPr>
          <p:cNvPr id="285" name="">
            <a:extLst xmlns:a="http://schemas.openxmlformats.org/drawingml/2006/main">
              <a:ext uri="{FF2B5EF4-FFF2-40B4-BE49-F238E27FC236}">
                <a16:creationId xmlns:a16="http://schemas.microsoft.com/office/drawing/2014/main" id="{B0AB1719-9282-459F-8229-0AD82EFEC7BA}"/>
              </a:ext>
            </a:extLst>
          </p:cNvPr>
          <p:cNvSpPr>
            <a:spLocks xmlns:a="http://schemas.openxmlformats.org/drawingml/2006/main" noGrp="1"/>
          </p:cNvSpPr>
          <p:nvPr/>
        </p:nvSpPr>
        <p:spPr>
          <a:xfrm xmlns:a="http://schemas.openxmlformats.org/drawingml/2006/main">
            <a:off x="23031450" y="21316950"/>
            <a:ext cx="5772150" cy="2266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4B4F73"/>
                </a:solidFill>
                <a:latin typeface="Malgun Gothic"/>
                <a:ea typeface="Malgun Gothic"/>
                <a:cs typeface="Malgun Gothic"/>
              </a:defRPr>
            </a:pPr>
            <a:r>
              <a:rPr sz="1575" b="0">
                <a:solidFill>
                  <a:srgbClr val="4B4F73"/>
                </a:solidFill>
                <a:latin typeface="Malgun Gothic"/>
                <a:ea typeface="Malgun Gothic"/>
                <a:cs typeface="Malgun Gothic"/>
              </a:rPr>
              <a:t>긴급 상황에서는 접근 자체를 막지 않되 MFA, 접근 범위, 유효시간, 사유 입력, 사후 심사를 강제한다. 긴급성과 감사 가능성을 동시에 만족한다.</a:t>
            </a:r>
          </a:p>
        </p:txBody>
      </p:sp>
      <p:sp>
        <p:nvSpPr>
          <p:cNvPr id="286" name="">
            <a:extLst xmlns:a="http://schemas.openxmlformats.org/drawingml/2006/main">
              <a:ext uri="{FF2B5EF4-FFF2-40B4-BE49-F238E27FC236}">
                <a16:creationId xmlns:a16="http://schemas.microsoft.com/office/drawing/2014/main" id="{E9A97A73-5A8D-4746-8159-E8742505809B}"/>
              </a:ext>
            </a:extLst>
          </p:cNvPr>
          <p:cNvSpPr>
            <a:spLocks xmlns:a="http://schemas.openxmlformats.org/drawingml/2006/main" noGrp="1"/>
          </p:cNvSpPr>
          <p:nvPr/>
        </p:nvSpPr>
        <p:spPr>
          <a:xfrm xmlns:a="http://schemas.openxmlformats.org/drawingml/2006/main">
            <a:off x="952500" y="26050875"/>
            <a:ext cx="13906500" cy="6286500"/>
          </a:xfrm>
          <a:prstGeom xmlns:a="http://schemas.openxmlformats.org/drawingml/2006/main" prst="rect">
            <a:avLst/>
          </a:prstGeom>
          <a:solidFill xmlns:a="http://schemas.openxmlformats.org/drawingml/2006/main">
            <a:srgbClr val="FFFFFF"/>
          </a:solidFill>
          <a:ln xmlns:a="http://schemas.openxmlformats.org/drawingml/2006/main" w="19050">
            <a:solidFill>
              <a:srgbClr val="D5DDEA"/>
            </a:solidFill>
            <a:prstDash val="solid"/>
          </a:ln>
        </p:spPr>
      </p:sp>
      <p:sp>
        <p:nvSpPr>
          <p:cNvPr id="287" name="">
            <a:extLst xmlns:a="http://schemas.openxmlformats.org/drawingml/2006/main">
              <a:ext uri="{FF2B5EF4-FFF2-40B4-BE49-F238E27FC236}">
                <a16:creationId xmlns:a16="http://schemas.microsoft.com/office/drawing/2014/main" id="{DAA74BA9-E6E8-462B-B3C0-0E8F526A2F9D}"/>
              </a:ext>
            </a:extLst>
          </p:cNvPr>
          <p:cNvSpPr>
            <a:spLocks xmlns:a="http://schemas.openxmlformats.org/drawingml/2006/main" noGrp="1"/>
          </p:cNvSpPr>
          <p:nvPr/>
        </p:nvSpPr>
        <p:spPr>
          <a:xfrm xmlns:a="http://schemas.openxmlformats.org/drawingml/2006/main">
            <a:off x="952500" y="26050875"/>
            <a:ext cx="114300" cy="6286500"/>
          </a:xfrm>
          <a:prstGeom xmlns:a="http://schemas.openxmlformats.org/drawingml/2006/main" prst="rect">
            <a:avLst/>
          </a:prstGeom>
          <a:solidFill xmlns:a="http://schemas.openxmlformats.org/drawingml/2006/main">
            <a:srgbClr val="F4B321"/>
          </a:solidFill>
          <a:ln xmlns:a="http://schemas.openxmlformats.org/drawingml/2006/main" w="0">
            <a:solidFill>
              <a:srgbClr val="F4B321"/>
            </a:solidFill>
            <a:prstDash val="solid"/>
          </a:ln>
        </p:spPr>
      </p:sp>
      <p:sp>
        <p:nvSpPr>
          <p:cNvPr id="288" name="">
            <a:extLst xmlns:a="http://schemas.openxmlformats.org/drawingml/2006/main">
              <a:ext uri="{FF2B5EF4-FFF2-40B4-BE49-F238E27FC236}">
                <a16:creationId xmlns:a16="http://schemas.microsoft.com/office/drawing/2014/main" id="{EC904DF6-2710-4F60-B2D0-A2E5FDC31DFD}"/>
              </a:ext>
            </a:extLst>
          </p:cNvPr>
          <p:cNvSpPr>
            <a:spLocks xmlns:a="http://schemas.openxmlformats.org/drawingml/2006/main" noGrp="1"/>
          </p:cNvSpPr>
          <p:nvPr/>
        </p:nvSpPr>
        <p:spPr>
          <a:xfrm xmlns:a="http://schemas.openxmlformats.org/drawingml/2006/main">
            <a:off x="1276350" y="26260425"/>
            <a:ext cx="132397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775" b="1">
                <a:solidFill>
                  <a:srgbClr val="2B2A55"/>
                </a:solidFill>
                <a:latin typeface="Malgun Gothic"/>
                <a:ea typeface="Malgun Gothic"/>
                <a:cs typeface="Malgun Gothic"/>
              </a:defRPr>
            </a:pPr>
            <a:r>
              <a:rPr sz="2775" b="1">
                <a:solidFill>
                  <a:srgbClr val="2B2A55"/>
                </a:solidFill>
                <a:latin typeface="Malgun Gothic"/>
                <a:ea typeface="Malgun Gothic"/>
                <a:cs typeface="Malgun Gothic"/>
              </a:rPr>
              <a:t>신규성 및 기술 기여</a:t>
            </a:r>
          </a:p>
        </p:txBody>
      </p:sp>
      <p:sp>
        <p:nvSpPr>
          <p:cNvPr id="289" name="">
            <a:extLst xmlns:a="http://schemas.openxmlformats.org/drawingml/2006/main">
              <a:ext uri="{FF2B5EF4-FFF2-40B4-BE49-F238E27FC236}">
                <a16:creationId xmlns:a16="http://schemas.microsoft.com/office/drawing/2014/main" id="{AD80BC3F-DDFC-4920-89BF-FA410896FC06}"/>
              </a:ext>
            </a:extLst>
          </p:cNvPr>
          <p:cNvSpPr>
            <a:spLocks xmlns:a="http://schemas.openxmlformats.org/drawingml/2006/main" noGrp="1"/>
          </p:cNvSpPr>
          <p:nvPr/>
        </p:nvSpPr>
        <p:spPr>
          <a:xfrm xmlns:a="http://schemas.openxmlformats.org/drawingml/2006/main">
            <a:off x="1428750" y="26955750"/>
            <a:ext cx="5905500" cy="2095500"/>
          </a:xfrm>
          <a:prstGeom xmlns:a="http://schemas.openxmlformats.org/drawingml/2006/main" prst="rect">
            <a:avLst/>
          </a:prstGeom>
          <a:solidFill xmlns:a="http://schemas.openxmlformats.org/drawingml/2006/main">
            <a:srgbClr val="FFFFFF"/>
          </a:solidFill>
          <a:ln xmlns:a="http://schemas.openxmlformats.org/drawingml/2006/main" w="19050">
            <a:solidFill>
              <a:srgbClr val="DCE3F0"/>
            </a:solidFill>
            <a:prstDash val="solid"/>
          </a:ln>
        </p:spPr>
      </p:sp>
      <p:sp>
        <p:nvSpPr>
          <p:cNvPr id="290" name="">
            <a:extLst xmlns:a="http://schemas.openxmlformats.org/drawingml/2006/main">
              <a:ext uri="{FF2B5EF4-FFF2-40B4-BE49-F238E27FC236}">
                <a16:creationId xmlns:a16="http://schemas.microsoft.com/office/drawing/2014/main" id="{00EA8BFF-11B7-426F-B35B-0825BA051E9E}"/>
              </a:ext>
            </a:extLst>
          </p:cNvPr>
          <p:cNvSpPr>
            <a:spLocks xmlns:a="http://schemas.openxmlformats.org/drawingml/2006/main" noGrp="1"/>
          </p:cNvSpPr>
          <p:nvPr/>
        </p:nvSpPr>
        <p:spPr>
          <a:xfrm xmlns:a="http://schemas.openxmlformats.org/drawingml/2006/main">
            <a:off x="1428750" y="26955750"/>
            <a:ext cx="85725" cy="2095500"/>
          </a:xfrm>
          <a:prstGeom xmlns:a="http://schemas.openxmlformats.org/drawingml/2006/main" prst="rect">
            <a:avLst/>
          </a:prstGeom>
          <a:solidFill xmlns:a="http://schemas.openxmlformats.org/drawingml/2006/main">
            <a:srgbClr val="C91414"/>
          </a:solidFill>
          <a:ln xmlns:a="http://schemas.openxmlformats.org/drawingml/2006/main" w="0">
            <a:solidFill>
              <a:srgbClr val="C91414"/>
            </a:solidFill>
            <a:prstDash val="solid"/>
          </a:ln>
        </p:spPr>
      </p:sp>
      <p:sp>
        <p:nvSpPr>
          <p:cNvPr id="291" name="">
            <a:extLst xmlns:a="http://schemas.openxmlformats.org/drawingml/2006/main">
              <a:ext uri="{FF2B5EF4-FFF2-40B4-BE49-F238E27FC236}">
                <a16:creationId xmlns:a16="http://schemas.microsoft.com/office/drawing/2014/main" id="{05AC6BE3-EB80-44AB-BF50-FD4BC21300BC}"/>
              </a:ext>
            </a:extLst>
          </p:cNvPr>
          <p:cNvSpPr>
            <a:spLocks xmlns:a="http://schemas.openxmlformats.org/drawingml/2006/main" noGrp="1"/>
          </p:cNvSpPr>
          <p:nvPr/>
        </p:nvSpPr>
        <p:spPr>
          <a:xfrm xmlns:a="http://schemas.openxmlformats.org/drawingml/2006/main">
            <a:off x="1695450" y="27146250"/>
            <a:ext cx="54102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2B2A55"/>
                </a:solidFill>
                <a:latin typeface="Malgun Gothic"/>
                <a:ea typeface="Malgun Gothic"/>
                <a:cs typeface="Malgun Gothic"/>
              </a:defRPr>
            </a:pPr>
            <a:r>
              <a:rPr sz="2025" b="1">
                <a:solidFill>
                  <a:srgbClr val="2B2A55"/>
                </a:solidFill>
                <a:latin typeface="Malgun Gothic"/>
                <a:ea typeface="Malgun Gothic"/>
                <a:cs typeface="Malgun Gothic"/>
              </a:rPr>
              <a:t>도메인 특화 정책</a:t>
            </a:r>
          </a:p>
        </p:txBody>
      </p:sp>
      <p:sp>
        <p:nvSpPr>
          <p:cNvPr id="292" name="">
            <a:extLst xmlns:a="http://schemas.openxmlformats.org/drawingml/2006/main">
              <a:ext uri="{FF2B5EF4-FFF2-40B4-BE49-F238E27FC236}">
                <a16:creationId xmlns:a16="http://schemas.microsoft.com/office/drawing/2014/main" id="{BC4E6971-73E9-448B-8AC6-4B8DD0271E02}"/>
              </a:ext>
            </a:extLst>
          </p:cNvPr>
          <p:cNvSpPr>
            <a:spLocks xmlns:a="http://schemas.openxmlformats.org/drawingml/2006/main" noGrp="1"/>
          </p:cNvSpPr>
          <p:nvPr/>
        </p:nvSpPr>
        <p:spPr>
          <a:xfrm xmlns:a="http://schemas.openxmlformats.org/drawingml/2006/main">
            <a:off x="1695450" y="27603450"/>
            <a:ext cx="5391150" cy="1314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4B4F73"/>
                </a:solidFill>
                <a:latin typeface="Malgun Gothic"/>
                <a:ea typeface="Malgun Gothic"/>
                <a:cs typeface="Malgun Gothic"/>
              </a:defRPr>
            </a:pPr>
            <a:r>
              <a:rPr sz="1575" b="0">
                <a:solidFill>
                  <a:srgbClr val="4B4F73"/>
                </a:solidFill>
                <a:latin typeface="Malgun Gothic"/>
                <a:ea typeface="Malgun Gothic"/>
                <a:cs typeface="Malgun Gothic"/>
              </a:rPr>
              <a:t>일반 ZTA가 아닌 경찰 수사정보의 사건 배정, 관할, 자료 등급을 정책 변수로 사용</a:t>
            </a:r>
          </a:p>
        </p:txBody>
      </p:sp>
      <p:sp>
        <p:nvSpPr>
          <p:cNvPr id="293" name="">
            <a:extLst xmlns:a="http://schemas.openxmlformats.org/drawingml/2006/main">
              <a:ext uri="{FF2B5EF4-FFF2-40B4-BE49-F238E27FC236}">
                <a16:creationId xmlns:a16="http://schemas.microsoft.com/office/drawing/2014/main" id="{53531ECB-B8A2-45FF-8E70-B98812E065BE}"/>
              </a:ext>
            </a:extLst>
          </p:cNvPr>
          <p:cNvSpPr>
            <a:spLocks xmlns:a="http://schemas.openxmlformats.org/drawingml/2006/main" noGrp="1"/>
          </p:cNvSpPr>
          <p:nvPr/>
        </p:nvSpPr>
        <p:spPr>
          <a:xfrm xmlns:a="http://schemas.openxmlformats.org/drawingml/2006/main">
            <a:off x="7905750" y="26955750"/>
            <a:ext cx="5905500" cy="2095500"/>
          </a:xfrm>
          <a:prstGeom xmlns:a="http://schemas.openxmlformats.org/drawingml/2006/main" prst="rect">
            <a:avLst/>
          </a:prstGeom>
          <a:solidFill xmlns:a="http://schemas.openxmlformats.org/drawingml/2006/main">
            <a:srgbClr val="FFFFFF"/>
          </a:solidFill>
          <a:ln xmlns:a="http://schemas.openxmlformats.org/drawingml/2006/main" w="19050">
            <a:solidFill>
              <a:srgbClr val="DCE3F0"/>
            </a:solidFill>
            <a:prstDash val="solid"/>
          </a:ln>
        </p:spPr>
      </p:sp>
      <p:sp>
        <p:nvSpPr>
          <p:cNvPr id="294" name="">
            <a:extLst xmlns:a="http://schemas.openxmlformats.org/drawingml/2006/main">
              <a:ext uri="{FF2B5EF4-FFF2-40B4-BE49-F238E27FC236}">
                <a16:creationId xmlns:a16="http://schemas.microsoft.com/office/drawing/2014/main" id="{B396AB50-A22D-403E-A3E2-73AB1AD6ACD5}"/>
              </a:ext>
            </a:extLst>
          </p:cNvPr>
          <p:cNvSpPr>
            <a:spLocks xmlns:a="http://schemas.openxmlformats.org/drawingml/2006/main" noGrp="1"/>
          </p:cNvSpPr>
          <p:nvPr/>
        </p:nvSpPr>
        <p:spPr>
          <a:xfrm xmlns:a="http://schemas.openxmlformats.org/drawingml/2006/main">
            <a:off x="7905750" y="26955750"/>
            <a:ext cx="85725" cy="2095500"/>
          </a:xfrm>
          <a:prstGeom xmlns:a="http://schemas.openxmlformats.org/drawingml/2006/main" prst="rect">
            <a:avLst/>
          </a:prstGeom>
          <a:solidFill xmlns:a="http://schemas.openxmlformats.org/drawingml/2006/main">
            <a:srgbClr val="4472C4"/>
          </a:solidFill>
          <a:ln xmlns:a="http://schemas.openxmlformats.org/drawingml/2006/main" w="0">
            <a:solidFill>
              <a:srgbClr val="4472C4"/>
            </a:solidFill>
            <a:prstDash val="solid"/>
          </a:ln>
        </p:spPr>
      </p:sp>
      <p:sp>
        <p:nvSpPr>
          <p:cNvPr id="295" name="">
            <a:extLst xmlns:a="http://schemas.openxmlformats.org/drawingml/2006/main">
              <a:ext uri="{FF2B5EF4-FFF2-40B4-BE49-F238E27FC236}">
                <a16:creationId xmlns:a16="http://schemas.microsoft.com/office/drawing/2014/main" id="{18995F0A-5A28-42B2-8D4F-16253B8523D8}"/>
              </a:ext>
            </a:extLst>
          </p:cNvPr>
          <p:cNvSpPr>
            <a:spLocks xmlns:a="http://schemas.openxmlformats.org/drawingml/2006/main" noGrp="1"/>
          </p:cNvSpPr>
          <p:nvPr/>
        </p:nvSpPr>
        <p:spPr>
          <a:xfrm xmlns:a="http://schemas.openxmlformats.org/drawingml/2006/main">
            <a:off x="8172450" y="27146250"/>
            <a:ext cx="54102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2B2A55"/>
                </a:solidFill>
                <a:latin typeface="Malgun Gothic"/>
                <a:ea typeface="Malgun Gothic"/>
                <a:cs typeface="Malgun Gothic"/>
              </a:defRPr>
            </a:pPr>
            <a:r>
              <a:rPr sz="2025" b="1">
                <a:solidFill>
                  <a:srgbClr val="2B2A55"/>
                </a:solidFill>
                <a:latin typeface="Malgun Gothic"/>
                <a:ea typeface="Malgun Gothic"/>
                <a:cs typeface="Malgun Gothic"/>
              </a:rPr>
              <a:t>사전 차단 규칙</a:t>
            </a:r>
          </a:p>
        </p:txBody>
      </p:sp>
      <p:sp>
        <p:nvSpPr>
          <p:cNvPr id="296" name="">
            <a:extLst xmlns:a="http://schemas.openxmlformats.org/drawingml/2006/main">
              <a:ext uri="{FF2B5EF4-FFF2-40B4-BE49-F238E27FC236}">
                <a16:creationId xmlns:a16="http://schemas.microsoft.com/office/drawing/2014/main" id="{DA43B662-17D1-45CA-A874-389AA86221B0}"/>
              </a:ext>
            </a:extLst>
          </p:cNvPr>
          <p:cNvSpPr>
            <a:spLocks xmlns:a="http://schemas.openxmlformats.org/drawingml/2006/main" noGrp="1"/>
          </p:cNvSpPr>
          <p:nvPr/>
        </p:nvSpPr>
        <p:spPr>
          <a:xfrm xmlns:a="http://schemas.openxmlformats.org/drawingml/2006/main">
            <a:off x="8172450" y="27603450"/>
            <a:ext cx="5391150" cy="1314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4B4F73"/>
                </a:solidFill>
                <a:latin typeface="Malgun Gothic"/>
                <a:ea typeface="Malgun Gothic"/>
                <a:cs typeface="Malgun Gothic"/>
              </a:defRPr>
            </a:pPr>
            <a:r>
              <a:rPr sz="1575" b="0">
                <a:solidFill>
                  <a:srgbClr val="4B4F73"/>
                </a:solidFill>
                <a:latin typeface="Malgun Gothic"/>
                <a:ea typeface="Malgun Gothic"/>
                <a:cs typeface="Malgun Gothic"/>
              </a:rPr>
              <a:t>위험 점수 이전에 즉시 차단할 조건을 별도 규칙으로 분리해 민감자료 노출을 줄임</a:t>
            </a:r>
          </a:p>
        </p:txBody>
      </p:sp>
      <p:sp>
        <p:nvSpPr>
          <p:cNvPr id="297" name="">
            <a:extLst xmlns:a="http://schemas.openxmlformats.org/drawingml/2006/main">
              <a:ext uri="{FF2B5EF4-FFF2-40B4-BE49-F238E27FC236}">
                <a16:creationId xmlns:a16="http://schemas.microsoft.com/office/drawing/2014/main" id="{D65E31D7-F162-406F-9E90-6BCB56E5A3A7}"/>
              </a:ext>
            </a:extLst>
          </p:cNvPr>
          <p:cNvSpPr>
            <a:spLocks xmlns:a="http://schemas.openxmlformats.org/drawingml/2006/main" noGrp="1"/>
          </p:cNvSpPr>
          <p:nvPr/>
        </p:nvSpPr>
        <p:spPr>
          <a:xfrm xmlns:a="http://schemas.openxmlformats.org/drawingml/2006/main">
            <a:off x="1428750" y="29384625"/>
            <a:ext cx="5905500" cy="2095500"/>
          </a:xfrm>
          <a:prstGeom xmlns:a="http://schemas.openxmlformats.org/drawingml/2006/main" prst="rect">
            <a:avLst/>
          </a:prstGeom>
          <a:solidFill xmlns:a="http://schemas.openxmlformats.org/drawingml/2006/main">
            <a:srgbClr val="FFFFFF"/>
          </a:solidFill>
          <a:ln xmlns:a="http://schemas.openxmlformats.org/drawingml/2006/main" w="19050">
            <a:solidFill>
              <a:srgbClr val="DCE3F0"/>
            </a:solidFill>
            <a:prstDash val="solid"/>
          </a:ln>
        </p:spPr>
      </p:sp>
      <p:sp>
        <p:nvSpPr>
          <p:cNvPr id="298" name="">
            <a:extLst xmlns:a="http://schemas.openxmlformats.org/drawingml/2006/main">
              <a:ext uri="{FF2B5EF4-FFF2-40B4-BE49-F238E27FC236}">
                <a16:creationId xmlns:a16="http://schemas.microsoft.com/office/drawing/2014/main" id="{68B181BF-128A-4CC3-BEED-0B788E21C537}"/>
              </a:ext>
            </a:extLst>
          </p:cNvPr>
          <p:cNvSpPr>
            <a:spLocks xmlns:a="http://schemas.openxmlformats.org/drawingml/2006/main" noGrp="1"/>
          </p:cNvSpPr>
          <p:nvPr/>
        </p:nvSpPr>
        <p:spPr>
          <a:xfrm xmlns:a="http://schemas.openxmlformats.org/drawingml/2006/main">
            <a:off x="1428750" y="29384625"/>
            <a:ext cx="85725" cy="2095500"/>
          </a:xfrm>
          <a:prstGeom xmlns:a="http://schemas.openxmlformats.org/drawingml/2006/main" prst="rect">
            <a:avLst/>
          </a:prstGeom>
          <a:solidFill xmlns:a="http://schemas.openxmlformats.org/drawingml/2006/main">
            <a:srgbClr val="F4B321"/>
          </a:solidFill>
          <a:ln xmlns:a="http://schemas.openxmlformats.org/drawingml/2006/main" w="0">
            <a:solidFill>
              <a:srgbClr val="F4B321"/>
            </a:solidFill>
            <a:prstDash val="solid"/>
          </a:ln>
        </p:spPr>
      </p:sp>
      <p:sp>
        <p:nvSpPr>
          <p:cNvPr id="299" name="">
            <a:extLst xmlns:a="http://schemas.openxmlformats.org/drawingml/2006/main">
              <a:ext uri="{FF2B5EF4-FFF2-40B4-BE49-F238E27FC236}">
                <a16:creationId xmlns:a16="http://schemas.microsoft.com/office/drawing/2014/main" id="{70AD8830-F8F1-458C-9861-AD6934F033AD}"/>
              </a:ext>
            </a:extLst>
          </p:cNvPr>
          <p:cNvSpPr>
            <a:spLocks xmlns:a="http://schemas.openxmlformats.org/drawingml/2006/main" noGrp="1"/>
          </p:cNvSpPr>
          <p:nvPr/>
        </p:nvSpPr>
        <p:spPr>
          <a:xfrm xmlns:a="http://schemas.openxmlformats.org/drawingml/2006/main">
            <a:off x="1695450" y="29575125"/>
            <a:ext cx="54102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2B2A55"/>
                </a:solidFill>
                <a:latin typeface="Malgun Gothic"/>
                <a:ea typeface="Malgun Gothic"/>
                <a:cs typeface="Malgun Gothic"/>
              </a:defRPr>
            </a:pPr>
            <a:r>
              <a:rPr sz="2025" b="1">
                <a:solidFill>
                  <a:srgbClr val="2B2A55"/>
                </a:solidFill>
                <a:latin typeface="Malgun Gothic"/>
                <a:ea typeface="Malgun Gothic"/>
                <a:cs typeface="Malgun Gothic"/>
              </a:rPr>
              <a:t>업무 연속성</a:t>
            </a:r>
          </a:p>
        </p:txBody>
      </p:sp>
      <p:sp>
        <p:nvSpPr>
          <p:cNvPr id="300" name="">
            <a:extLst xmlns:a="http://schemas.openxmlformats.org/drawingml/2006/main">
              <a:ext uri="{FF2B5EF4-FFF2-40B4-BE49-F238E27FC236}">
                <a16:creationId xmlns:a16="http://schemas.microsoft.com/office/drawing/2014/main" id="{968EEF4D-370A-4357-8E04-79819363E196}"/>
              </a:ext>
            </a:extLst>
          </p:cNvPr>
          <p:cNvSpPr>
            <a:spLocks xmlns:a="http://schemas.openxmlformats.org/drawingml/2006/main" noGrp="1"/>
          </p:cNvSpPr>
          <p:nvPr/>
        </p:nvSpPr>
        <p:spPr>
          <a:xfrm xmlns:a="http://schemas.openxmlformats.org/drawingml/2006/main">
            <a:off x="1695450" y="30032325"/>
            <a:ext cx="5391150" cy="1314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4B4F73"/>
                </a:solidFill>
                <a:latin typeface="Malgun Gothic"/>
                <a:ea typeface="Malgun Gothic"/>
                <a:cs typeface="Malgun Gothic"/>
              </a:defRPr>
            </a:pPr>
            <a:r>
              <a:rPr sz="1575" b="0">
                <a:solidFill>
                  <a:srgbClr val="4B4F73"/>
                </a:solidFill>
                <a:latin typeface="Malgun Gothic"/>
                <a:ea typeface="Malgun Gothic"/>
                <a:cs typeface="Malgun Gothic"/>
              </a:rPr>
              <a:t>위험이 애매한 경우 완전 차단보다 재인증·열람 전용·승인으로 업무 중단을 완화</a:t>
            </a:r>
          </a:p>
        </p:txBody>
      </p:sp>
      <p:sp>
        <p:nvSpPr>
          <p:cNvPr id="301" name="">
            <a:extLst xmlns:a="http://schemas.openxmlformats.org/drawingml/2006/main">
              <a:ext uri="{FF2B5EF4-FFF2-40B4-BE49-F238E27FC236}">
                <a16:creationId xmlns:a16="http://schemas.microsoft.com/office/drawing/2014/main" id="{19586052-B49D-462D-825E-03BF23AF3FA1}"/>
              </a:ext>
            </a:extLst>
          </p:cNvPr>
          <p:cNvSpPr>
            <a:spLocks xmlns:a="http://schemas.openxmlformats.org/drawingml/2006/main" noGrp="1"/>
          </p:cNvSpPr>
          <p:nvPr/>
        </p:nvSpPr>
        <p:spPr>
          <a:xfrm xmlns:a="http://schemas.openxmlformats.org/drawingml/2006/main">
            <a:off x="7905750" y="29384625"/>
            <a:ext cx="5905500" cy="2095500"/>
          </a:xfrm>
          <a:prstGeom xmlns:a="http://schemas.openxmlformats.org/drawingml/2006/main" prst="rect">
            <a:avLst/>
          </a:prstGeom>
          <a:solidFill xmlns:a="http://schemas.openxmlformats.org/drawingml/2006/main">
            <a:srgbClr val="FFFFFF"/>
          </a:solidFill>
          <a:ln xmlns:a="http://schemas.openxmlformats.org/drawingml/2006/main" w="19050">
            <a:solidFill>
              <a:srgbClr val="DCE3F0"/>
            </a:solidFill>
            <a:prstDash val="solid"/>
          </a:ln>
        </p:spPr>
      </p:sp>
      <p:sp>
        <p:nvSpPr>
          <p:cNvPr id="302" name="">
            <a:extLst xmlns:a="http://schemas.openxmlformats.org/drawingml/2006/main">
              <a:ext uri="{FF2B5EF4-FFF2-40B4-BE49-F238E27FC236}">
                <a16:creationId xmlns:a16="http://schemas.microsoft.com/office/drawing/2014/main" id="{10259907-8148-466F-ACDC-37C628E85579}"/>
              </a:ext>
            </a:extLst>
          </p:cNvPr>
          <p:cNvSpPr>
            <a:spLocks xmlns:a="http://schemas.openxmlformats.org/drawingml/2006/main" noGrp="1"/>
          </p:cNvSpPr>
          <p:nvPr/>
        </p:nvSpPr>
        <p:spPr>
          <a:xfrm xmlns:a="http://schemas.openxmlformats.org/drawingml/2006/main">
            <a:off x="7905750" y="29384625"/>
            <a:ext cx="85725" cy="2095500"/>
          </a:xfrm>
          <a:prstGeom xmlns:a="http://schemas.openxmlformats.org/drawingml/2006/main" prst="rect">
            <a:avLst/>
          </a:prstGeom>
          <a:solidFill xmlns:a="http://schemas.openxmlformats.org/drawingml/2006/main">
            <a:srgbClr val="4B9A58"/>
          </a:solidFill>
          <a:ln xmlns:a="http://schemas.openxmlformats.org/drawingml/2006/main" w="0">
            <a:solidFill>
              <a:srgbClr val="4B9A58"/>
            </a:solidFill>
            <a:prstDash val="solid"/>
          </a:ln>
        </p:spPr>
      </p:sp>
      <p:sp>
        <p:nvSpPr>
          <p:cNvPr id="303" name="">
            <a:extLst xmlns:a="http://schemas.openxmlformats.org/drawingml/2006/main">
              <a:ext uri="{FF2B5EF4-FFF2-40B4-BE49-F238E27FC236}">
                <a16:creationId xmlns:a16="http://schemas.microsoft.com/office/drawing/2014/main" id="{21A21A76-4E98-48AD-A1AE-E4A18629A489}"/>
              </a:ext>
            </a:extLst>
          </p:cNvPr>
          <p:cNvSpPr>
            <a:spLocks xmlns:a="http://schemas.openxmlformats.org/drawingml/2006/main" noGrp="1"/>
          </p:cNvSpPr>
          <p:nvPr/>
        </p:nvSpPr>
        <p:spPr>
          <a:xfrm xmlns:a="http://schemas.openxmlformats.org/drawingml/2006/main">
            <a:off x="8172450" y="29575125"/>
            <a:ext cx="54102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2B2A55"/>
                </a:solidFill>
                <a:latin typeface="Malgun Gothic"/>
                <a:ea typeface="Malgun Gothic"/>
                <a:cs typeface="Malgun Gothic"/>
              </a:defRPr>
            </a:pPr>
            <a:r>
              <a:rPr sz="2025" b="1">
                <a:solidFill>
                  <a:srgbClr val="2B2A55"/>
                </a:solidFill>
                <a:latin typeface="Malgun Gothic"/>
                <a:ea typeface="Malgun Gothic"/>
                <a:cs typeface="Malgun Gothic"/>
              </a:rPr>
              <a:t>감사 중심 설계</a:t>
            </a:r>
          </a:p>
        </p:txBody>
      </p:sp>
      <p:sp>
        <p:nvSpPr>
          <p:cNvPr id="304" name="">
            <a:extLst xmlns:a="http://schemas.openxmlformats.org/drawingml/2006/main">
              <a:ext uri="{FF2B5EF4-FFF2-40B4-BE49-F238E27FC236}">
                <a16:creationId xmlns:a16="http://schemas.microsoft.com/office/drawing/2014/main" id="{4BCE796D-6F26-4BC4-829D-647B47CC1186}"/>
              </a:ext>
            </a:extLst>
          </p:cNvPr>
          <p:cNvSpPr>
            <a:spLocks xmlns:a="http://schemas.openxmlformats.org/drawingml/2006/main" noGrp="1"/>
          </p:cNvSpPr>
          <p:nvPr/>
        </p:nvSpPr>
        <p:spPr>
          <a:xfrm xmlns:a="http://schemas.openxmlformats.org/drawingml/2006/main">
            <a:off x="8172450" y="30032325"/>
            <a:ext cx="5391150" cy="1314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4B4F73"/>
                </a:solidFill>
                <a:latin typeface="Malgun Gothic"/>
                <a:ea typeface="Malgun Gothic"/>
                <a:cs typeface="Malgun Gothic"/>
              </a:defRPr>
            </a:pPr>
            <a:r>
              <a:rPr sz="1575" b="0">
                <a:solidFill>
                  <a:srgbClr val="4B4F73"/>
                </a:solidFill>
                <a:latin typeface="Malgun Gothic"/>
                <a:ea typeface="Malgun Gothic"/>
                <a:cs typeface="Malgun Gothic"/>
              </a:rPr>
              <a:t>모든 허용, 거부, 승인, 비상 접근이 사후 검토 가능한 근거를 남기도록 설계</a:t>
            </a:r>
          </a:p>
        </p:txBody>
      </p:sp>
      <p:sp>
        <p:nvSpPr>
          <p:cNvPr id="305" name="">
            <a:extLst xmlns:a="http://schemas.openxmlformats.org/drawingml/2006/main">
              <a:ext uri="{FF2B5EF4-FFF2-40B4-BE49-F238E27FC236}">
                <a16:creationId xmlns:a16="http://schemas.microsoft.com/office/drawing/2014/main" id="{3CA93A94-AFA6-4AC8-B907-CDDD324E9AB1}"/>
              </a:ext>
            </a:extLst>
          </p:cNvPr>
          <p:cNvSpPr>
            <a:spLocks xmlns:a="http://schemas.openxmlformats.org/drawingml/2006/main" noGrp="1"/>
          </p:cNvSpPr>
          <p:nvPr/>
        </p:nvSpPr>
        <p:spPr>
          <a:xfrm xmlns:a="http://schemas.openxmlformats.org/drawingml/2006/main">
            <a:off x="15621000" y="26050875"/>
            <a:ext cx="13906500" cy="6286500"/>
          </a:xfrm>
          <a:prstGeom xmlns:a="http://schemas.openxmlformats.org/drawingml/2006/main" prst="rect">
            <a:avLst/>
          </a:prstGeom>
          <a:solidFill xmlns:a="http://schemas.openxmlformats.org/drawingml/2006/main">
            <a:srgbClr val="FFFFFF"/>
          </a:solidFill>
          <a:ln xmlns:a="http://schemas.openxmlformats.org/drawingml/2006/main" w="19050">
            <a:solidFill>
              <a:srgbClr val="D5DDEA"/>
            </a:solidFill>
            <a:prstDash val="solid"/>
          </a:ln>
        </p:spPr>
      </p:sp>
      <p:sp>
        <p:nvSpPr>
          <p:cNvPr id="306" name="">
            <a:extLst xmlns:a="http://schemas.openxmlformats.org/drawingml/2006/main">
              <a:ext uri="{FF2B5EF4-FFF2-40B4-BE49-F238E27FC236}">
                <a16:creationId xmlns:a16="http://schemas.microsoft.com/office/drawing/2014/main" id="{F59ED211-DD78-4624-B30D-476A234BFC28}"/>
              </a:ext>
            </a:extLst>
          </p:cNvPr>
          <p:cNvSpPr>
            <a:spLocks xmlns:a="http://schemas.openxmlformats.org/drawingml/2006/main" noGrp="1"/>
          </p:cNvSpPr>
          <p:nvPr/>
        </p:nvSpPr>
        <p:spPr>
          <a:xfrm xmlns:a="http://schemas.openxmlformats.org/drawingml/2006/main">
            <a:off x="15621000" y="26050875"/>
            <a:ext cx="114300" cy="6286500"/>
          </a:xfrm>
          <a:prstGeom xmlns:a="http://schemas.openxmlformats.org/drawingml/2006/main" prst="rect">
            <a:avLst/>
          </a:prstGeom>
          <a:solidFill xmlns:a="http://schemas.openxmlformats.org/drawingml/2006/main">
            <a:srgbClr val="4B9A58"/>
          </a:solidFill>
          <a:ln xmlns:a="http://schemas.openxmlformats.org/drawingml/2006/main" w="0">
            <a:solidFill>
              <a:srgbClr val="4B9A58"/>
            </a:solidFill>
            <a:prstDash val="solid"/>
          </a:ln>
        </p:spPr>
      </p:sp>
      <p:sp>
        <p:nvSpPr>
          <p:cNvPr id="307" name="">
            <a:extLst xmlns:a="http://schemas.openxmlformats.org/drawingml/2006/main">
              <a:ext uri="{FF2B5EF4-FFF2-40B4-BE49-F238E27FC236}">
                <a16:creationId xmlns:a16="http://schemas.microsoft.com/office/drawing/2014/main" id="{2489D5C0-82A6-4536-A719-CD03C607CA5D}"/>
              </a:ext>
            </a:extLst>
          </p:cNvPr>
          <p:cNvSpPr>
            <a:spLocks xmlns:a="http://schemas.openxmlformats.org/drawingml/2006/main" noGrp="1"/>
          </p:cNvSpPr>
          <p:nvPr/>
        </p:nvSpPr>
        <p:spPr>
          <a:xfrm xmlns:a="http://schemas.openxmlformats.org/drawingml/2006/main">
            <a:off x="15944850" y="26260425"/>
            <a:ext cx="132397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775" b="1">
                <a:solidFill>
                  <a:srgbClr val="2B2A55"/>
                </a:solidFill>
                <a:latin typeface="Malgun Gothic"/>
                <a:ea typeface="Malgun Gothic"/>
                <a:cs typeface="Malgun Gothic"/>
              </a:defRPr>
            </a:pPr>
            <a:r>
              <a:rPr sz="2775" b="1">
                <a:solidFill>
                  <a:srgbClr val="2B2A55"/>
                </a:solidFill>
                <a:latin typeface="Malgun Gothic"/>
                <a:ea typeface="Malgun Gothic"/>
                <a:cs typeface="Malgun Gothic"/>
              </a:rPr>
              <a:t>장점·한계·보완 방향</a:t>
            </a:r>
          </a:p>
        </p:txBody>
      </p:sp>
      <p:sp>
        <p:nvSpPr>
          <p:cNvPr id="308" name="">
            <a:extLst xmlns:a="http://schemas.openxmlformats.org/drawingml/2006/main">
              <a:ext uri="{FF2B5EF4-FFF2-40B4-BE49-F238E27FC236}">
                <a16:creationId xmlns:a16="http://schemas.microsoft.com/office/drawing/2014/main" id="{ABE1D0E4-873C-4F32-8BB3-810F9C353FE3}"/>
              </a:ext>
            </a:extLst>
          </p:cNvPr>
          <p:cNvSpPr>
            <a:spLocks xmlns:a="http://schemas.openxmlformats.org/drawingml/2006/main" noGrp="1"/>
          </p:cNvSpPr>
          <p:nvPr/>
        </p:nvSpPr>
        <p:spPr>
          <a:xfrm xmlns:a="http://schemas.openxmlformats.org/drawingml/2006/main">
            <a:off x="16097250" y="26955750"/>
            <a:ext cx="12954000" cy="1409700"/>
          </a:xfrm>
          <a:prstGeom xmlns:a="http://schemas.openxmlformats.org/drawingml/2006/main" prst="rect">
            <a:avLst/>
          </a:prstGeom>
          <a:solidFill xmlns:a="http://schemas.openxmlformats.org/drawingml/2006/main">
            <a:srgbClr val="FFFFFF"/>
          </a:solidFill>
          <a:ln xmlns:a="http://schemas.openxmlformats.org/drawingml/2006/main" w="19050">
            <a:solidFill>
              <a:srgbClr val="DCE3F0"/>
            </a:solidFill>
            <a:prstDash val="solid"/>
          </a:ln>
        </p:spPr>
      </p:sp>
      <p:sp>
        <p:nvSpPr>
          <p:cNvPr id="309" name="">
            <a:extLst xmlns:a="http://schemas.openxmlformats.org/drawingml/2006/main">
              <a:ext uri="{FF2B5EF4-FFF2-40B4-BE49-F238E27FC236}">
                <a16:creationId xmlns:a16="http://schemas.microsoft.com/office/drawing/2014/main" id="{A44E9FED-B9CC-4845-8CE5-4E7C56B6F169}"/>
              </a:ext>
            </a:extLst>
          </p:cNvPr>
          <p:cNvSpPr>
            <a:spLocks xmlns:a="http://schemas.openxmlformats.org/drawingml/2006/main" noGrp="1"/>
          </p:cNvSpPr>
          <p:nvPr/>
        </p:nvSpPr>
        <p:spPr>
          <a:xfrm xmlns:a="http://schemas.openxmlformats.org/drawingml/2006/main">
            <a:off x="16097250" y="26955750"/>
            <a:ext cx="85725" cy="1409700"/>
          </a:xfrm>
          <a:prstGeom xmlns:a="http://schemas.openxmlformats.org/drawingml/2006/main" prst="rect">
            <a:avLst/>
          </a:prstGeom>
          <a:solidFill xmlns:a="http://schemas.openxmlformats.org/drawingml/2006/main">
            <a:srgbClr val="4B9A58"/>
          </a:solidFill>
          <a:ln xmlns:a="http://schemas.openxmlformats.org/drawingml/2006/main" w="0">
            <a:solidFill>
              <a:srgbClr val="4B9A58"/>
            </a:solidFill>
            <a:prstDash val="solid"/>
          </a:ln>
        </p:spPr>
      </p:sp>
      <p:sp>
        <p:nvSpPr>
          <p:cNvPr id="310" name="">
            <a:extLst xmlns:a="http://schemas.openxmlformats.org/drawingml/2006/main">
              <a:ext uri="{FF2B5EF4-FFF2-40B4-BE49-F238E27FC236}">
                <a16:creationId xmlns:a16="http://schemas.microsoft.com/office/drawing/2014/main" id="{19114538-23DB-48E5-9AE8-FA8564E0FB89}"/>
              </a:ext>
            </a:extLst>
          </p:cNvPr>
          <p:cNvSpPr>
            <a:spLocks xmlns:a="http://schemas.openxmlformats.org/drawingml/2006/main" noGrp="1"/>
          </p:cNvSpPr>
          <p:nvPr/>
        </p:nvSpPr>
        <p:spPr>
          <a:xfrm xmlns:a="http://schemas.openxmlformats.org/drawingml/2006/main">
            <a:off x="16363950" y="27146250"/>
            <a:ext cx="124587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2B2A55"/>
                </a:solidFill>
                <a:latin typeface="Malgun Gothic"/>
                <a:ea typeface="Malgun Gothic"/>
                <a:cs typeface="Malgun Gothic"/>
              </a:defRPr>
            </a:pPr>
            <a:r>
              <a:rPr sz="2025" b="1">
                <a:solidFill>
                  <a:srgbClr val="2B2A55"/>
                </a:solidFill>
                <a:latin typeface="Malgun Gothic"/>
                <a:ea typeface="Malgun Gothic"/>
                <a:cs typeface="Malgun Gothic"/>
              </a:rPr>
              <a:t>장점</a:t>
            </a:r>
          </a:p>
        </p:txBody>
      </p:sp>
      <p:sp>
        <p:nvSpPr>
          <p:cNvPr id="311" name="">
            <a:extLst xmlns:a="http://schemas.openxmlformats.org/drawingml/2006/main">
              <a:ext uri="{FF2B5EF4-FFF2-40B4-BE49-F238E27FC236}">
                <a16:creationId xmlns:a16="http://schemas.microsoft.com/office/drawing/2014/main" id="{FF737987-4F5B-4534-B75F-6CF86238B6E7}"/>
              </a:ext>
            </a:extLst>
          </p:cNvPr>
          <p:cNvSpPr>
            <a:spLocks xmlns:a="http://schemas.openxmlformats.org/drawingml/2006/main" noGrp="1"/>
          </p:cNvSpPr>
          <p:nvPr/>
        </p:nvSpPr>
        <p:spPr>
          <a:xfrm xmlns:a="http://schemas.openxmlformats.org/drawingml/2006/main">
            <a:off x="16363950" y="27603450"/>
            <a:ext cx="12439650"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4B4F73"/>
                </a:solidFill>
                <a:latin typeface="Malgun Gothic"/>
                <a:ea typeface="Malgun Gothic"/>
                <a:cs typeface="Malgun Gothic"/>
              </a:defRPr>
            </a:pPr>
            <a:r>
              <a:rPr sz="1575" b="0">
                <a:solidFill>
                  <a:srgbClr val="4B4F73"/>
                </a:solidFill>
                <a:latin typeface="Malgun Gothic"/>
                <a:ea typeface="Malgun Gothic"/>
                <a:cs typeface="Malgun Gothic"/>
              </a:rPr>
              <a:t>내부자 위협을 접근 단계에서 줄이고, 자료 노출 범위를 최소화하며, 관리자 승인과 비상 접근까지 감사 가능한 흐름으로 묶는다.</a:t>
            </a:r>
          </a:p>
        </p:txBody>
      </p:sp>
      <p:sp>
        <p:nvSpPr>
          <p:cNvPr id="312" name="">
            <a:extLst xmlns:a="http://schemas.openxmlformats.org/drawingml/2006/main">
              <a:ext uri="{FF2B5EF4-FFF2-40B4-BE49-F238E27FC236}">
                <a16:creationId xmlns:a16="http://schemas.microsoft.com/office/drawing/2014/main" id="{2DA08869-94E7-4767-8F54-03D27E2AB39B}"/>
              </a:ext>
            </a:extLst>
          </p:cNvPr>
          <p:cNvSpPr>
            <a:spLocks xmlns:a="http://schemas.openxmlformats.org/drawingml/2006/main" noGrp="1"/>
          </p:cNvSpPr>
          <p:nvPr/>
        </p:nvSpPr>
        <p:spPr>
          <a:xfrm xmlns:a="http://schemas.openxmlformats.org/drawingml/2006/main">
            <a:off x="16097250" y="28651200"/>
            <a:ext cx="12954000" cy="1409700"/>
          </a:xfrm>
          <a:prstGeom xmlns:a="http://schemas.openxmlformats.org/drawingml/2006/main" prst="rect">
            <a:avLst/>
          </a:prstGeom>
          <a:solidFill xmlns:a="http://schemas.openxmlformats.org/drawingml/2006/main">
            <a:srgbClr val="FFF4F4"/>
          </a:solidFill>
          <a:ln xmlns:a="http://schemas.openxmlformats.org/drawingml/2006/main" w="19050">
            <a:solidFill>
              <a:srgbClr val="DCE3F0"/>
            </a:solidFill>
            <a:prstDash val="solid"/>
          </a:ln>
        </p:spPr>
      </p:sp>
      <p:sp>
        <p:nvSpPr>
          <p:cNvPr id="313" name="">
            <a:extLst xmlns:a="http://schemas.openxmlformats.org/drawingml/2006/main">
              <a:ext uri="{FF2B5EF4-FFF2-40B4-BE49-F238E27FC236}">
                <a16:creationId xmlns:a16="http://schemas.microsoft.com/office/drawing/2014/main" id="{DEA65517-350D-46C1-93A6-0A26C96D4FD0}"/>
              </a:ext>
            </a:extLst>
          </p:cNvPr>
          <p:cNvSpPr>
            <a:spLocks xmlns:a="http://schemas.openxmlformats.org/drawingml/2006/main" noGrp="1"/>
          </p:cNvSpPr>
          <p:nvPr/>
        </p:nvSpPr>
        <p:spPr>
          <a:xfrm xmlns:a="http://schemas.openxmlformats.org/drawingml/2006/main">
            <a:off x="16097250" y="28651200"/>
            <a:ext cx="85725" cy="1409700"/>
          </a:xfrm>
          <a:prstGeom xmlns:a="http://schemas.openxmlformats.org/drawingml/2006/main" prst="rect">
            <a:avLst/>
          </a:prstGeom>
          <a:solidFill xmlns:a="http://schemas.openxmlformats.org/drawingml/2006/main">
            <a:srgbClr val="C91414"/>
          </a:solidFill>
          <a:ln xmlns:a="http://schemas.openxmlformats.org/drawingml/2006/main" w="0">
            <a:solidFill>
              <a:srgbClr val="C91414"/>
            </a:solidFill>
            <a:prstDash val="solid"/>
          </a:ln>
        </p:spPr>
      </p:sp>
      <p:sp>
        <p:nvSpPr>
          <p:cNvPr id="314" name="">
            <a:extLst xmlns:a="http://schemas.openxmlformats.org/drawingml/2006/main">
              <a:ext uri="{FF2B5EF4-FFF2-40B4-BE49-F238E27FC236}">
                <a16:creationId xmlns:a16="http://schemas.microsoft.com/office/drawing/2014/main" id="{30084E8D-3926-4EF5-8659-AACA78841300}"/>
              </a:ext>
            </a:extLst>
          </p:cNvPr>
          <p:cNvSpPr>
            <a:spLocks xmlns:a="http://schemas.openxmlformats.org/drawingml/2006/main" noGrp="1"/>
          </p:cNvSpPr>
          <p:nvPr/>
        </p:nvSpPr>
        <p:spPr>
          <a:xfrm xmlns:a="http://schemas.openxmlformats.org/drawingml/2006/main">
            <a:off x="16363950" y="28841700"/>
            <a:ext cx="124587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2B2A55"/>
                </a:solidFill>
                <a:latin typeface="Malgun Gothic"/>
                <a:ea typeface="Malgun Gothic"/>
                <a:cs typeface="Malgun Gothic"/>
              </a:defRPr>
            </a:pPr>
            <a:r>
              <a:rPr sz="2025" b="1">
                <a:solidFill>
                  <a:srgbClr val="2B2A55"/>
                </a:solidFill>
                <a:latin typeface="Malgun Gothic"/>
                <a:ea typeface="Malgun Gothic"/>
                <a:cs typeface="Malgun Gothic"/>
              </a:rPr>
              <a:t>한계</a:t>
            </a:r>
          </a:p>
        </p:txBody>
      </p:sp>
      <p:sp>
        <p:nvSpPr>
          <p:cNvPr id="315" name="">
            <a:extLst xmlns:a="http://schemas.openxmlformats.org/drawingml/2006/main">
              <a:ext uri="{FF2B5EF4-FFF2-40B4-BE49-F238E27FC236}">
                <a16:creationId xmlns:a16="http://schemas.microsoft.com/office/drawing/2014/main" id="{9B834C74-272E-4AB8-A95A-161864716A2B}"/>
              </a:ext>
            </a:extLst>
          </p:cNvPr>
          <p:cNvSpPr>
            <a:spLocks xmlns:a="http://schemas.openxmlformats.org/drawingml/2006/main" noGrp="1"/>
          </p:cNvSpPr>
          <p:nvPr/>
        </p:nvSpPr>
        <p:spPr>
          <a:xfrm xmlns:a="http://schemas.openxmlformats.org/drawingml/2006/main">
            <a:off x="16363950" y="29298900"/>
            <a:ext cx="12439650"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4B4F73"/>
                </a:solidFill>
                <a:latin typeface="Malgun Gothic"/>
                <a:ea typeface="Malgun Gothic"/>
                <a:cs typeface="Malgun Gothic"/>
              </a:defRPr>
            </a:pPr>
            <a:r>
              <a:rPr sz="1575" b="0">
                <a:solidFill>
                  <a:srgbClr val="4B4F73"/>
                </a:solidFill>
                <a:latin typeface="Malgun Gothic"/>
                <a:ea typeface="Malgun Gothic"/>
                <a:cs typeface="Malgun Gothic"/>
              </a:rPr>
              <a:t>현재는 시연 시나리오 중심의 프로토타입이므로 실제 운영에서는 조직별 정책 임계값, 실시간 단말 텔레메트리, SIEM/EDR 연동이 필요하다.</a:t>
            </a:r>
          </a:p>
        </p:txBody>
      </p:sp>
      <p:sp>
        <p:nvSpPr>
          <p:cNvPr id="316" name="">
            <a:extLst xmlns:a="http://schemas.openxmlformats.org/drawingml/2006/main">
              <a:ext uri="{FF2B5EF4-FFF2-40B4-BE49-F238E27FC236}">
                <a16:creationId xmlns:a16="http://schemas.microsoft.com/office/drawing/2014/main" id="{550A0184-40C7-4BF1-B30C-5CA774893F25}"/>
              </a:ext>
            </a:extLst>
          </p:cNvPr>
          <p:cNvSpPr>
            <a:spLocks xmlns:a="http://schemas.openxmlformats.org/drawingml/2006/main" noGrp="1"/>
          </p:cNvSpPr>
          <p:nvPr/>
        </p:nvSpPr>
        <p:spPr>
          <a:xfrm xmlns:a="http://schemas.openxmlformats.org/drawingml/2006/main">
            <a:off x="16097250" y="30346650"/>
            <a:ext cx="12954000" cy="1409700"/>
          </a:xfrm>
          <a:prstGeom xmlns:a="http://schemas.openxmlformats.org/drawingml/2006/main" prst="rect">
            <a:avLst/>
          </a:prstGeom>
          <a:solidFill xmlns:a="http://schemas.openxmlformats.org/drawingml/2006/main">
            <a:srgbClr val="FFFFFF"/>
          </a:solidFill>
          <a:ln xmlns:a="http://schemas.openxmlformats.org/drawingml/2006/main" w="19050">
            <a:solidFill>
              <a:srgbClr val="DCE3F0"/>
            </a:solidFill>
            <a:prstDash val="solid"/>
          </a:ln>
        </p:spPr>
      </p:sp>
      <p:sp>
        <p:nvSpPr>
          <p:cNvPr id="317" name="">
            <a:extLst xmlns:a="http://schemas.openxmlformats.org/drawingml/2006/main">
              <a:ext uri="{FF2B5EF4-FFF2-40B4-BE49-F238E27FC236}">
                <a16:creationId xmlns:a16="http://schemas.microsoft.com/office/drawing/2014/main" id="{6E209761-47F9-4F70-B13E-AE83AD3D843D}"/>
              </a:ext>
            </a:extLst>
          </p:cNvPr>
          <p:cNvSpPr>
            <a:spLocks xmlns:a="http://schemas.openxmlformats.org/drawingml/2006/main" noGrp="1"/>
          </p:cNvSpPr>
          <p:nvPr/>
        </p:nvSpPr>
        <p:spPr>
          <a:xfrm xmlns:a="http://schemas.openxmlformats.org/drawingml/2006/main">
            <a:off x="16097250" y="30346650"/>
            <a:ext cx="85725" cy="1409700"/>
          </a:xfrm>
          <a:prstGeom xmlns:a="http://schemas.openxmlformats.org/drawingml/2006/main" prst="rect">
            <a:avLst/>
          </a:prstGeom>
          <a:solidFill xmlns:a="http://schemas.openxmlformats.org/drawingml/2006/main">
            <a:srgbClr val="4472C4"/>
          </a:solidFill>
          <a:ln xmlns:a="http://schemas.openxmlformats.org/drawingml/2006/main" w="0">
            <a:solidFill>
              <a:srgbClr val="4472C4"/>
            </a:solidFill>
            <a:prstDash val="solid"/>
          </a:ln>
        </p:spPr>
      </p:sp>
      <p:sp>
        <p:nvSpPr>
          <p:cNvPr id="318" name="">
            <a:extLst xmlns:a="http://schemas.openxmlformats.org/drawingml/2006/main">
              <a:ext uri="{FF2B5EF4-FFF2-40B4-BE49-F238E27FC236}">
                <a16:creationId xmlns:a16="http://schemas.microsoft.com/office/drawing/2014/main" id="{3B8997CF-8097-4FEB-AC43-B2DA13627BAC}"/>
              </a:ext>
            </a:extLst>
          </p:cNvPr>
          <p:cNvSpPr>
            <a:spLocks xmlns:a="http://schemas.openxmlformats.org/drawingml/2006/main" noGrp="1"/>
          </p:cNvSpPr>
          <p:nvPr/>
        </p:nvSpPr>
        <p:spPr>
          <a:xfrm xmlns:a="http://schemas.openxmlformats.org/drawingml/2006/main">
            <a:off x="16363950" y="30537150"/>
            <a:ext cx="124587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2B2A55"/>
                </a:solidFill>
                <a:latin typeface="Malgun Gothic"/>
                <a:ea typeface="Malgun Gothic"/>
                <a:cs typeface="Malgun Gothic"/>
              </a:defRPr>
            </a:pPr>
            <a:r>
              <a:rPr sz="2025" b="1">
                <a:solidFill>
                  <a:srgbClr val="2B2A55"/>
                </a:solidFill>
                <a:latin typeface="Malgun Gothic"/>
                <a:ea typeface="Malgun Gothic"/>
                <a:cs typeface="Malgun Gothic"/>
              </a:rPr>
              <a:t>보완 방향</a:t>
            </a:r>
          </a:p>
        </p:txBody>
      </p:sp>
      <p:sp>
        <p:nvSpPr>
          <p:cNvPr id="319" name="">
            <a:extLst xmlns:a="http://schemas.openxmlformats.org/drawingml/2006/main">
              <a:ext uri="{FF2B5EF4-FFF2-40B4-BE49-F238E27FC236}">
                <a16:creationId xmlns:a16="http://schemas.microsoft.com/office/drawing/2014/main" id="{BF1FE793-3BD8-4A2E-8718-AAC4AEA2F418}"/>
              </a:ext>
            </a:extLst>
          </p:cNvPr>
          <p:cNvSpPr>
            <a:spLocks xmlns:a="http://schemas.openxmlformats.org/drawingml/2006/main" noGrp="1"/>
          </p:cNvSpPr>
          <p:nvPr/>
        </p:nvSpPr>
        <p:spPr>
          <a:xfrm xmlns:a="http://schemas.openxmlformats.org/drawingml/2006/main">
            <a:off x="16363950" y="30994350"/>
            <a:ext cx="12439650"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4B4F73"/>
                </a:solidFill>
                <a:latin typeface="Malgun Gothic"/>
                <a:ea typeface="Malgun Gothic"/>
                <a:cs typeface="Malgun Gothic"/>
              </a:defRPr>
            </a:pPr>
            <a:r>
              <a:rPr sz="1575" b="0">
                <a:solidFill>
                  <a:srgbClr val="4B4F73"/>
                </a:solidFill>
                <a:latin typeface="Malgun Gothic"/>
                <a:ea typeface="Malgun Gothic"/>
                <a:cs typeface="Malgun Gothic"/>
              </a:rPr>
              <a:t>사용자 행동 기준선을 장기간 학습하고, 조직별 위험 정책을 튜닝하며, 실제 경찰망 운영 환경에 맞춘 성능·가용성 검증이 필요하다.</a:t>
            </a:r>
          </a:p>
        </p:txBody>
      </p:sp>
      <p:sp>
        <p:nvSpPr>
          <p:cNvPr id="320" name="">
            <a:extLst xmlns:a="http://schemas.openxmlformats.org/drawingml/2006/main">
              <a:ext uri="{FF2B5EF4-FFF2-40B4-BE49-F238E27FC236}">
                <a16:creationId xmlns:a16="http://schemas.microsoft.com/office/drawing/2014/main" id="{60BF6BCA-5B95-4AEE-8140-BC21BE611416}"/>
              </a:ext>
            </a:extLst>
          </p:cNvPr>
          <p:cNvSpPr>
            <a:spLocks xmlns:a="http://schemas.openxmlformats.org/drawingml/2006/main" noGrp="1"/>
          </p:cNvSpPr>
          <p:nvPr/>
        </p:nvSpPr>
        <p:spPr>
          <a:xfrm xmlns:a="http://schemas.openxmlformats.org/drawingml/2006/main">
            <a:off x="952500" y="33147000"/>
            <a:ext cx="28575000" cy="5048250"/>
          </a:xfrm>
          <a:prstGeom xmlns:a="http://schemas.openxmlformats.org/drawingml/2006/main" prst="rect">
            <a:avLst/>
          </a:prstGeom>
          <a:solidFill xmlns:a="http://schemas.openxmlformats.org/drawingml/2006/main">
            <a:srgbClr val="FFFFFF"/>
          </a:solidFill>
          <a:ln xmlns:a="http://schemas.openxmlformats.org/drawingml/2006/main" w="19050">
            <a:solidFill>
              <a:srgbClr val="D5DDEA"/>
            </a:solidFill>
            <a:prstDash val="solid"/>
          </a:ln>
        </p:spPr>
      </p:sp>
      <p:sp>
        <p:nvSpPr>
          <p:cNvPr id="321" name="">
            <a:extLst xmlns:a="http://schemas.openxmlformats.org/drawingml/2006/main">
              <a:ext uri="{FF2B5EF4-FFF2-40B4-BE49-F238E27FC236}">
                <a16:creationId xmlns:a16="http://schemas.microsoft.com/office/drawing/2014/main" id="{7AD22A9E-150D-495B-8260-AE2DFBE22E5F}"/>
              </a:ext>
            </a:extLst>
          </p:cNvPr>
          <p:cNvSpPr>
            <a:spLocks xmlns:a="http://schemas.openxmlformats.org/drawingml/2006/main" noGrp="1"/>
          </p:cNvSpPr>
          <p:nvPr/>
        </p:nvSpPr>
        <p:spPr>
          <a:xfrm xmlns:a="http://schemas.openxmlformats.org/drawingml/2006/main">
            <a:off x="952500" y="33147000"/>
            <a:ext cx="114300" cy="5048250"/>
          </a:xfrm>
          <a:prstGeom xmlns:a="http://schemas.openxmlformats.org/drawingml/2006/main" prst="rect">
            <a:avLst/>
          </a:prstGeom>
          <a:solidFill xmlns:a="http://schemas.openxmlformats.org/drawingml/2006/main">
            <a:srgbClr val="4472C4"/>
          </a:solidFill>
          <a:ln xmlns:a="http://schemas.openxmlformats.org/drawingml/2006/main" w="0">
            <a:solidFill>
              <a:srgbClr val="4472C4"/>
            </a:solidFill>
            <a:prstDash val="solid"/>
          </a:ln>
        </p:spPr>
      </p:sp>
      <p:sp>
        <p:nvSpPr>
          <p:cNvPr id="322" name="">
            <a:extLst xmlns:a="http://schemas.openxmlformats.org/drawingml/2006/main">
              <a:ext uri="{FF2B5EF4-FFF2-40B4-BE49-F238E27FC236}">
                <a16:creationId xmlns:a16="http://schemas.microsoft.com/office/drawing/2014/main" id="{8F7954FD-17C7-4154-80A5-A51283B99C62}"/>
              </a:ext>
            </a:extLst>
          </p:cNvPr>
          <p:cNvSpPr>
            <a:spLocks xmlns:a="http://schemas.openxmlformats.org/drawingml/2006/main" noGrp="1"/>
          </p:cNvSpPr>
          <p:nvPr/>
        </p:nvSpPr>
        <p:spPr>
          <a:xfrm xmlns:a="http://schemas.openxmlformats.org/drawingml/2006/main">
            <a:off x="1276350" y="33356550"/>
            <a:ext cx="279082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775" b="1">
                <a:solidFill>
                  <a:srgbClr val="2B2A55"/>
                </a:solidFill>
                <a:latin typeface="Malgun Gothic"/>
                <a:ea typeface="Malgun Gothic"/>
                <a:cs typeface="Malgun Gothic"/>
              </a:defRPr>
            </a:pPr>
            <a:r>
              <a:rPr sz="2775" b="1">
                <a:solidFill>
                  <a:srgbClr val="2B2A55"/>
                </a:solidFill>
                <a:latin typeface="Malgun Gothic"/>
                <a:ea typeface="Malgun Gothic"/>
                <a:cs typeface="Malgun Gothic"/>
              </a:rPr>
              <a:t>기대효과</a:t>
            </a:r>
          </a:p>
        </p:txBody>
      </p:sp>
      <p:sp>
        <p:nvSpPr>
          <p:cNvPr id="323" name="">
            <a:extLst xmlns:a="http://schemas.openxmlformats.org/drawingml/2006/main">
              <a:ext uri="{FF2B5EF4-FFF2-40B4-BE49-F238E27FC236}">
                <a16:creationId xmlns:a16="http://schemas.microsoft.com/office/drawing/2014/main" id="{064D26E2-8B2F-4536-9E8F-8F777EA7A4C8}"/>
              </a:ext>
            </a:extLst>
          </p:cNvPr>
          <p:cNvSpPr>
            <a:spLocks xmlns:a="http://schemas.openxmlformats.org/drawingml/2006/main" noGrp="1"/>
          </p:cNvSpPr>
          <p:nvPr/>
        </p:nvSpPr>
        <p:spPr>
          <a:xfrm xmlns:a="http://schemas.openxmlformats.org/drawingml/2006/main">
            <a:off x="1476375" y="34147125"/>
            <a:ext cx="6429375" cy="2857500"/>
          </a:xfrm>
          <a:prstGeom xmlns:a="http://schemas.openxmlformats.org/drawingml/2006/main" prst="rect">
            <a:avLst/>
          </a:prstGeom>
          <a:solidFill xmlns:a="http://schemas.openxmlformats.org/drawingml/2006/main">
            <a:srgbClr val="FFFFFF"/>
          </a:solidFill>
          <a:ln xmlns:a="http://schemas.openxmlformats.org/drawingml/2006/main" w="19050">
            <a:solidFill>
              <a:srgbClr val="DCE3F0"/>
            </a:solidFill>
            <a:prstDash val="solid"/>
          </a:ln>
        </p:spPr>
      </p:sp>
      <p:sp>
        <p:nvSpPr>
          <p:cNvPr id="324" name="">
            <a:extLst xmlns:a="http://schemas.openxmlformats.org/drawingml/2006/main">
              <a:ext uri="{FF2B5EF4-FFF2-40B4-BE49-F238E27FC236}">
                <a16:creationId xmlns:a16="http://schemas.microsoft.com/office/drawing/2014/main" id="{D56CE611-F4E5-46CB-BE29-A733B0293CDE}"/>
              </a:ext>
            </a:extLst>
          </p:cNvPr>
          <p:cNvSpPr>
            <a:spLocks xmlns:a="http://schemas.openxmlformats.org/drawingml/2006/main" noGrp="1"/>
          </p:cNvSpPr>
          <p:nvPr/>
        </p:nvSpPr>
        <p:spPr>
          <a:xfrm xmlns:a="http://schemas.openxmlformats.org/drawingml/2006/main">
            <a:off x="1476375" y="34147125"/>
            <a:ext cx="85725" cy="2857500"/>
          </a:xfrm>
          <a:prstGeom xmlns:a="http://schemas.openxmlformats.org/drawingml/2006/main" prst="rect">
            <a:avLst/>
          </a:prstGeom>
          <a:solidFill xmlns:a="http://schemas.openxmlformats.org/drawingml/2006/main">
            <a:srgbClr val="C91414"/>
          </a:solidFill>
          <a:ln xmlns:a="http://schemas.openxmlformats.org/drawingml/2006/main" w="0">
            <a:solidFill>
              <a:srgbClr val="C91414"/>
            </a:solidFill>
            <a:prstDash val="solid"/>
          </a:ln>
        </p:spPr>
      </p:sp>
      <p:sp>
        <p:nvSpPr>
          <p:cNvPr id="325" name="">
            <a:extLst xmlns:a="http://schemas.openxmlformats.org/drawingml/2006/main">
              <a:ext uri="{FF2B5EF4-FFF2-40B4-BE49-F238E27FC236}">
                <a16:creationId xmlns:a16="http://schemas.microsoft.com/office/drawing/2014/main" id="{8DBFA94B-9D78-4C1B-B6C9-228E20FD27AE}"/>
              </a:ext>
            </a:extLst>
          </p:cNvPr>
          <p:cNvSpPr>
            <a:spLocks xmlns:a="http://schemas.openxmlformats.org/drawingml/2006/main" noGrp="1"/>
          </p:cNvSpPr>
          <p:nvPr/>
        </p:nvSpPr>
        <p:spPr>
          <a:xfrm xmlns:a="http://schemas.openxmlformats.org/drawingml/2006/main">
            <a:off x="1743075" y="34337625"/>
            <a:ext cx="5934075"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2B2A55"/>
                </a:solidFill>
                <a:latin typeface="Malgun Gothic"/>
                <a:ea typeface="Malgun Gothic"/>
                <a:cs typeface="Malgun Gothic"/>
              </a:defRPr>
            </a:pPr>
            <a:r>
              <a:rPr sz="2025" b="1">
                <a:solidFill>
                  <a:srgbClr val="2B2A55"/>
                </a:solidFill>
                <a:latin typeface="Malgun Gothic"/>
                <a:ea typeface="Malgun Gothic"/>
                <a:cs typeface="Malgun Gothic"/>
              </a:rPr>
              <a:t>내부자 오남용 예방</a:t>
            </a:r>
          </a:p>
        </p:txBody>
      </p:sp>
      <p:sp>
        <p:nvSpPr>
          <p:cNvPr id="326" name="">
            <a:extLst xmlns:a="http://schemas.openxmlformats.org/drawingml/2006/main">
              <a:ext uri="{FF2B5EF4-FFF2-40B4-BE49-F238E27FC236}">
                <a16:creationId xmlns:a16="http://schemas.microsoft.com/office/drawing/2014/main" id="{F4E8CB59-90DC-4B38-9B2B-25714D1B8262}"/>
              </a:ext>
            </a:extLst>
          </p:cNvPr>
          <p:cNvSpPr>
            <a:spLocks xmlns:a="http://schemas.openxmlformats.org/drawingml/2006/main" noGrp="1"/>
          </p:cNvSpPr>
          <p:nvPr/>
        </p:nvSpPr>
        <p:spPr>
          <a:xfrm xmlns:a="http://schemas.openxmlformats.org/drawingml/2006/main">
            <a:off x="1743075" y="34794825"/>
            <a:ext cx="5915025" cy="2076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4B4F73"/>
                </a:solidFill>
                <a:latin typeface="Malgun Gothic"/>
                <a:ea typeface="Malgun Gothic"/>
                <a:cs typeface="Malgun Gothic"/>
              </a:defRPr>
            </a:pPr>
            <a:r>
              <a:rPr sz="1575" b="0">
                <a:solidFill>
                  <a:srgbClr val="4B4F73"/>
                </a:solidFill>
                <a:latin typeface="Malgun Gothic"/>
                <a:ea typeface="Malgun Gothic"/>
                <a:cs typeface="Malgun Gothic"/>
              </a:rPr>
              <a:t>정당한 권한을 가진 사용자의 비담당 조회와 반복 접근을 사전에 감지하고 제한한다.</a:t>
            </a:r>
          </a:p>
        </p:txBody>
      </p:sp>
      <p:sp>
        <p:nvSpPr>
          <p:cNvPr id="327" name="">
            <a:extLst xmlns:a="http://schemas.openxmlformats.org/drawingml/2006/main">
              <a:ext uri="{FF2B5EF4-FFF2-40B4-BE49-F238E27FC236}">
                <a16:creationId xmlns:a16="http://schemas.microsoft.com/office/drawing/2014/main" id="{D838FF8F-3F6B-4E30-8964-E9248D863161}"/>
              </a:ext>
            </a:extLst>
          </p:cNvPr>
          <p:cNvSpPr>
            <a:spLocks xmlns:a="http://schemas.openxmlformats.org/drawingml/2006/main" noGrp="1"/>
          </p:cNvSpPr>
          <p:nvPr/>
        </p:nvSpPr>
        <p:spPr>
          <a:xfrm xmlns:a="http://schemas.openxmlformats.org/drawingml/2006/main">
            <a:off x="8429625" y="34147125"/>
            <a:ext cx="6429375" cy="2857500"/>
          </a:xfrm>
          <a:prstGeom xmlns:a="http://schemas.openxmlformats.org/drawingml/2006/main" prst="rect">
            <a:avLst/>
          </a:prstGeom>
          <a:solidFill xmlns:a="http://schemas.openxmlformats.org/drawingml/2006/main">
            <a:srgbClr val="F4F8FF"/>
          </a:solidFill>
          <a:ln xmlns:a="http://schemas.openxmlformats.org/drawingml/2006/main" w="19050">
            <a:solidFill>
              <a:srgbClr val="DCE3F0"/>
            </a:solidFill>
            <a:prstDash val="solid"/>
          </a:ln>
        </p:spPr>
      </p:sp>
      <p:sp>
        <p:nvSpPr>
          <p:cNvPr id="328" name="">
            <a:extLst xmlns:a="http://schemas.openxmlformats.org/drawingml/2006/main">
              <a:ext uri="{FF2B5EF4-FFF2-40B4-BE49-F238E27FC236}">
                <a16:creationId xmlns:a16="http://schemas.microsoft.com/office/drawing/2014/main" id="{A380E2A8-A8CD-41CF-981A-67513761FAB6}"/>
              </a:ext>
            </a:extLst>
          </p:cNvPr>
          <p:cNvSpPr>
            <a:spLocks xmlns:a="http://schemas.openxmlformats.org/drawingml/2006/main" noGrp="1"/>
          </p:cNvSpPr>
          <p:nvPr/>
        </p:nvSpPr>
        <p:spPr>
          <a:xfrm xmlns:a="http://schemas.openxmlformats.org/drawingml/2006/main">
            <a:off x="8429625" y="34147125"/>
            <a:ext cx="85725" cy="2857500"/>
          </a:xfrm>
          <a:prstGeom xmlns:a="http://schemas.openxmlformats.org/drawingml/2006/main" prst="rect">
            <a:avLst/>
          </a:prstGeom>
          <a:solidFill xmlns:a="http://schemas.openxmlformats.org/drawingml/2006/main">
            <a:srgbClr val="4472C4"/>
          </a:solidFill>
          <a:ln xmlns:a="http://schemas.openxmlformats.org/drawingml/2006/main" w="0">
            <a:solidFill>
              <a:srgbClr val="4472C4"/>
            </a:solidFill>
            <a:prstDash val="solid"/>
          </a:ln>
        </p:spPr>
      </p:sp>
      <p:sp>
        <p:nvSpPr>
          <p:cNvPr id="329" name="">
            <a:extLst xmlns:a="http://schemas.openxmlformats.org/drawingml/2006/main">
              <a:ext uri="{FF2B5EF4-FFF2-40B4-BE49-F238E27FC236}">
                <a16:creationId xmlns:a16="http://schemas.microsoft.com/office/drawing/2014/main" id="{9A8BEFFE-773C-4C0D-BC26-5C9CD457E393}"/>
              </a:ext>
            </a:extLst>
          </p:cNvPr>
          <p:cNvSpPr>
            <a:spLocks xmlns:a="http://schemas.openxmlformats.org/drawingml/2006/main" noGrp="1"/>
          </p:cNvSpPr>
          <p:nvPr/>
        </p:nvSpPr>
        <p:spPr>
          <a:xfrm xmlns:a="http://schemas.openxmlformats.org/drawingml/2006/main">
            <a:off x="8696325" y="34337625"/>
            <a:ext cx="5934075"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2B2A55"/>
                </a:solidFill>
                <a:latin typeface="Malgun Gothic"/>
                <a:ea typeface="Malgun Gothic"/>
                <a:cs typeface="Malgun Gothic"/>
              </a:defRPr>
            </a:pPr>
            <a:r>
              <a:rPr sz="2025" b="1">
                <a:solidFill>
                  <a:srgbClr val="2B2A55"/>
                </a:solidFill>
                <a:latin typeface="Malgun Gothic"/>
                <a:ea typeface="Malgun Gothic"/>
                <a:cs typeface="Malgun Gothic"/>
              </a:rPr>
              <a:t>정보 노출 최소화</a:t>
            </a:r>
          </a:p>
        </p:txBody>
      </p:sp>
      <p:sp>
        <p:nvSpPr>
          <p:cNvPr id="330" name="">
            <a:extLst xmlns:a="http://schemas.openxmlformats.org/drawingml/2006/main">
              <a:ext uri="{FF2B5EF4-FFF2-40B4-BE49-F238E27FC236}">
                <a16:creationId xmlns:a16="http://schemas.microsoft.com/office/drawing/2014/main" id="{4BC28202-F04A-4DB3-BC8E-8544C167C9D7}"/>
              </a:ext>
            </a:extLst>
          </p:cNvPr>
          <p:cNvSpPr>
            <a:spLocks xmlns:a="http://schemas.openxmlformats.org/drawingml/2006/main" noGrp="1"/>
          </p:cNvSpPr>
          <p:nvPr/>
        </p:nvSpPr>
        <p:spPr>
          <a:xfrm xmlns:a="http://schemas.openxmlformats.org/drawingml/2006/main">
            <a:off x="8696325" y="34794825"/>
            <a:ext cx="5915025" cy="2076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4B4F73"/>
                </a:solidFill>
                <a:latin typeface="Malgun Gothic"/>
                <a:ea typeface="Malgun Gothic"/>
                <a:cs typeface="Malgun Gothic"/>
              </a:defRPr>
            </a:pPr>
            <a:r>
              <a:rPr sz="1575" b="0">
                <a:solidFill>
                  <a:srgbClr val="4B4F73"/>
                </a:solidFill>
                <a:latin typeface="Malgun Gothic"/>
                <a:ea typeface="Malgun Gothic"/>
                <a:cs typeface="Malgun Gothic"/>
              </a:rPr>
              <a:t>고위험 상황에서는 원문 대신 마스킹 또는 열람 전용으로 전환해 유출 가능성을 낮춘다.</a:t>
            </a:r>
          </a:p>
        </p:txBody>
      </p:sp>
      <p:sp>
        <p:nvSpPr>
          <p:cNvPr id="331" name="">
            <a:extLst xmlns:a="http://schemas.openxmlformats.org/drawingml/2006/main">
              <a:ext uri="{FF2B5EF4-FFF2-40B4-BE49-F238E27FC236}">
                <a16:creationId xmlns:a16="http://schemas.microsoft.com/office/drawing/2014/main" id="{4752E1D2-4018-43A0-A02A-2E9D28151568}"/>
              </a:ext>
            </a:extLst>
          </p:cNvPr>
          <p:cNvSpPr>
            <a:spLocks xmlns:a="http://schemas.openxmlformats.org/drawingml/2006/main" noGrp="1"/>
          </p:cNvSpPr>
          <p:nvPr/>
        </p:nvSpPr>
        <p:spPr>
          <a:xfrm xmlns:a="http://schemas.openxmlformats.org/drawingml/2006/main">
            <a:off x="15382875" y="34147125"/>
            <a:ext cx="6429375" cy="2857500"/>
          </a:xfrm>
          <a:prstGeom xmlns:a="http://schemas.openxmlformats.org/drawingml/2006/main" prst="rect">
            <a:avLst/>
          </a:prstGeom>
          <a:solidFill xmlns:a="http://schemas.openxmlformats.org/drawingml/2006/main">
            <a:srgbClr val="FFFFFF"/>
          </a:solidFill>
          <a:ln xmlns:a="http://schemas.openxmlformats.org/drawingml/2006/main" w="19050">
            <a:solidFill>
              <a:srgbClr val="DCE3F0"/>
            </a:solidFill>
            <a:prstDash val="solid"/>
          </a:ln>
        </p:spPr>
      </p:sp>
      <p:sp>
        <p:nvSpPr>
          <p:cNvPr id="332" name="">
            <a:extLst xmlns:a="http://schemas.openxmlformats.org/drawingml/2006/main">
              <a:ext uri="{FF2B5EF4-FFF2-40B4-BE49-F238E27FC236}">
                <a16:creationId xmlns:a16="http://schemas.microsoft.com/office/drawing/2014/main" id="{DEB8D9A6-A1B9-4391-88B5-AC94B2C3AC76}"/>
              </a:ext>
            </a:extLst>
          </p:cNvPr>
          <p:cNvSpPr>
            <a:spLocks xmlns:a="http://schemas.openxmlformats.org/drawingml/2006/main" noGrp="1"/>
          </p:cNvSpPr>
          <p:nvPr/>
        </p:nvSpPr>
        <p:spPr>
          <a:xfrm xmlns:a="http://schemas.openxmlformats.org/drawingml/2006/main">
            <a:off x="15382875" y="34147125"/>
            <a:ext cx="85725" cy="2857500"/>
          </a:xfrm>
          <a:prstGeom xmlns:a="http://schemas.openxmlformats.org/drawingml/2006/main" prst="rect">
            <a:avLst/>
          </a:prstGeom>
          <a:solidFill xmlns:a="http://schemas.openxmlformats.org/drawingml/2006/main">
            <a:srgbClr val="F4B321"/>
          </a:solidFill>
          <a:ln xmlns:a="http://schemas.openxmlformats.org/drawingml/2006/main" w="0">
            <a:solidFill>
              <a:srgbClr val="F4B321"/>
            </a:solidFill>
            <a:prstDash val="solid"/>
          </a:ln>
        </p:spPr>
      </p:sp>
      <p:sp>
        <p:nvSpPr>
          <p:cNvPr id="333" name="">
            <a:extLst xmlns:a="http://schemas.openxmlformats.org/drawingml/2006/main">
              <a:ext uri="{FF2B5EF4-FFF2-40B4-BE49-F238E27FC236}">
                <a16:creationId xmlns:a16="http://schemas.microsoft.com/office/drawing/2014/main" id="{9642F4D6-0ECD-47FA-B94E-AAFA7DFDCDA9}"/>
              </a:ext>
            </a:extLst>
          </p:cNvPr>
          <p:cNvSpPr>
            <a:spLocks xmlns:a="http://schemas.openxmlformats.org/drawingml/2006/main" noGrp="1"/>
          </p:cNvSpPr>
          <p:nvPr/>
        </p:nvSpPr>
        <p:spPr>
          <a:xfrm xmlns:a="http://schemas.openxmlformats.org/drawingml/2006/main">
            <a:off x="15649575" y="34337625"/>
            <a:ext cx="5934075"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2B2A55"/>
                </a:solidFill>
                <a:latin typeface="Malgun Gothic"/>
                <a:ea typeface="Malgun Gothic"/>
                <a:cs typeface="Malgun Gothic"/>
              </a:defRPr>
            </a:pPr>
            <a:r>
              <a:rPr sz="2025" b="1">
                <a:solidFill>
                  <a:srgbClr val="2B2A55"/>
                </a:solidFill>
                <a:latin typeface="Malgun Gothic"/>
                <a:ea typeface="Malgun Gothic"/>
                <a:cs typeface="Malgun Gothic"/>
              </a:rPr>
              <a:t>업무 지속성 확보</a:t>
            </a:r>
          </a:p>
        </p:txBody>
      </p:sp>
      <p:sp>
        <p:nvSpPr>
          <p:cNvPr id="334" name="">
            <a:extLst xmlns:a="http://schemas.openxmlformats.org/drawingml/2006/main">
              <a:ext uri="{FF2B5EF4-FFF2-40B4-BE49-F238E27FC236}">
                <a16:creationId xmlns:a16="http://schemas.microsoft.com/office/drawing/2014/main" id="{14C528B7-D8BD-4C03-A93B-D7A7D447481F}"/>
              </a:ext>
            </a:extLst>
          </p:cNvPr>
          <p:cNvSpPr>
            <a:spLocks xmlns:a="http://schemas.openxmlformats.org/drawingml/2006/main" noGrp="1"/>
          </p:cNvSpPr>
          <p:nvPr/>
        </p:nvSpPr>
        <p:spPr>
          <a:xfrm xmlns:a="http://schemas.openxmlformats.org/drawingml/2006/main">
            <a:off x="15649575" y="34794825"/>
            <a:ext cx="5915025" cy="2076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4B4F73"/>
                </a:solidFill>
                <a:latin typeface="Malgun Gothic"/>
                <a:ea typeface="Malgun Gothic"/>
                <a:cs typeface="Malgun Gothic"/>
              </a:defRPr>
            </a:pPr>
            <a:r>
              <a:rPr sz="1575" b="0">
                <a:solidFill>
                  <a:srgbClr val="4B4F73"/>
                </a:solidFill>
                <a:latin typeface="Malgun Gothic"/>
                <a:ea typeface="Malgun Gothic"/>
                <a:cs typeface="Malgun Gothic"/>
              </a:rPr>
              <a:t>무조건 차단이 아니라 재인증, 승인, 비상 접근을 제공해 수사 업무를 멈추지 않는다.</a:t>
            </a:r>
          </a:p>
        </p:txBody>
      </p:sp>
      <p:sp>
        <p:nvSpPr>
          <p:cNvPr id="335" name="">
            <a:extLst xmlns:a="http://schemas.openxmlformats.org/drawingml/2006/main">
              <a:ext uri="{FF2B5EF4-FFF2-40B4-BE49-F238E27FC236}">
                <a16:creationId xmlns:a16="http://schemas.microsoft.com/office/drawing/2014/main" id="{2E958FBF-9005-4A5A-B0A4-6FEBD0DDDC1C}"/>
              </a:ext>
            </a:extLst>
          </p:cNvPr>
          <p:cNvSpPr>
            <a:spLocks xmlns:a="http://schemas.openxmlformats.org/drawingml/2006/main" noGrp="1"/>
          </p:cNvSpPr>
          <p:nvPr/>
        </p:nvSpPr>
        <p:spPr>
          <a:xfrm xmlns:a="http://schemas.openxmlformats.org/drawingml/2006/main">
            <a:off x="22336125" y="34147125"/>
            <a:ext cx="6429375" cy="2857500"/>
          </a:xfrm>
          <a:prstGeom xmlns:a="http://schemas.openxmlformats.org/drawingml/2006/main" prst="rect">
            <a:avLst/>
          </a:prstGeom>
          <a:solidFill xmlns:a="http://schemas.openxmlformats.org/drawingml/2006/main">
            <a:srgbClr val="F4F8FF"/>
          </a:solidFill>
          <a:ln xmlns:a="http://schemas.openxmlformats.org/drawingml/2006/main" w="19050">
            <a:solidFill>
              <a:srgbClr val="DCE3F0"/>
            </a:solidFill>
            <a:prstDash val="solid"/>
          </a:ln>
        </p:spPr>
      </p:sp>
      <p:sp>
        <p:nvSpPr>
          <p:cNvPr id="336" name="">
            <a:extLst xmlns:a="http://schemas.openxmlformats.org/drawingml/2006/main">
              <a:ext uri="{FF2B5EF4-FFF2-40B4-BE49-F238E27FC236}">
                <a16:creationId xmlns:a16="http://schemas.microsoft.com/office/drawing/2014/main" id="{DC21803E-92A8-4598-86F7-B084EFB87AB1}"/>
              </a:ext>
            </a:extLst>
          </p:cNvPr>
          <p:cNvSpPr>
            <a:spLocks xmlns:a="http://schemas.openxmlformats.org/drawingml/2006/main" noGrp="1"/>
          </p:cNvSpPr>
          <p:nvPr/>
        </p:nvSpPr>
        <p:spPr>
          <a:xfrm xmlns:a="http://schemas.openxmlformats.org/drawingml/2006/main">
            <a:off x="22336125" y="34147125"/>
            <a:ext cx="85725" cy="2857500"/>
          </a:xfrm>
          <a:prstGeom xmlns:a="http://schemas.openxmlformats.org/drawingml/2006/main" prst="rect">
            <a:avLst/>
          </a:prstGeom>
          <a:solidFill xmlns:a="http://schemas.openxmlformats.org/drawingml/2006/main">
            <a:srgbClr val="4B9A58"/>
          </a:solidFill>
          <a:ln xmlns:a="http://schemas.openxmlformats.org/drawingml/2006/main" w="0">
            <a:solidFill>
              <a:srgbClr val="4B9A58"/>
            </a:solidFill>
            <a:prstDash val="solid"/>
          </a:ln>
        </p:spPr>
      </p:sp>
      <p:sp>
        <p:nvSpPr>
          <p:cNvPr id="337" name="">
            <a:extLst xmlns:a="http://schemas.openxmlformats.org/drawingml/2006/main">
              <a:ext uri="{FF2B5EF4-FFF2-40B4-BE49-F238E27FC236}">
                <a16:creationId xmlns:a16="http://schemas.microsoft.com/office/drawing/2014/main" id="{84E304BD-193F-4348-BC29-9378BAA3A690}"/>
              </a:ext>
            </a:extLst>
          </p:cNvPr>
          <p:cNvSpPr>
            <a:spLocks xmlns:a="http://schemas.openxmlformats.org/drawingml/2006/main" noGrp="1"/>
          </p:cNvSpPr>
          <p:nvPr/>
        </p:nvSpPr>
        <p:spPr>
          <a:xfrm xmlns:a="http://schemas.openxmlformats.org/drawingml/2006/main">
            <a:off x="22602825" y="34337625"/>
            <a:ext cx="5934075"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2B2A55"/>
                </a:solidFill>
                <a:latin typeface="Malgun Gothic"/>
                <a:ea typeface="Malgun Gothic"/>
                <a:cs typeface="Malgun Gothic"/>
              </a:defRPr>
            </a:pPr>
            <a:r>
              <a:rPr sz="2025" b="1">
                <a:solidFill>
                  <a:srgbClr val="2B2A55"/>
                </a:solidFill>
                <a:latin typeface="Malgun Gothic"/>
                <a:ea typeface="Malgun Gothic"/>
                <a:cs typeface="Malgun Gothic"/>
              </a:rPr>
              <a:t>감사 책임성 강화</a:t>
            </a:r>
          </a:p>
        </p:txBody>
      </p:sp>
      <p:sp>
        <p:nvSpPr>
          <p:cNvPr id="338" name="">
            <a:extLst xmlns:a="http://schemas.openxmlformats.org/drawingml/2006/main">
              <a:ext uri="{FF2B5EF4-FFF2-40B4-BE49-F238E27FC236}">
                <a16:creationId xmlns:a16="http://schemas.microsoft.com/office/drawing/2014/main" id="{807ACABE-110C-469A-9A1D-B3C2EDBFB44C}"/>
              </a:ext>
            </a:extLst>
          </p:cNvPr>
          <p:cNvSpPr>
            <a:spLocks xmlns:a="http://schemas.openxmlformats.org/drawingml/2006/main" noGrp="1"/>
          </p:cNvSpPr>
          <p:nvPr/>
        </p:nvSpPr>
        <p:spPr>
          <a:xfrm xmlns:a="http://schemas.openxmlformats.org/drawingml/2006/main">
            <a:off x="22602825" y="34794825"/>
            <a:ext cx="5915025" cy="2076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4B4F73"/>
                </a:solidFill>
                <a:latin typeface="Malgun Gothic"/>
                <a:ea typeface="Malgun Gothic"/>
                <a:cs typeface="Malgun Gothic"/>
              </a:defRPr>
            </a:pPr>
            <a:r>
              <a:rPr sz="1575" b="0">
                <a:solidFill>
                  <a:srgbClr val="4B4F73"/>
                </a:solidFill>
                <a:latin typeface="Malgun Gothic"/>
                <a:ea typeface="Malgun Gothic"/>
                <a:cs typeface="Malgun Gothic"/>
              </a:rPr>
              <a:t>정책 결정 근거와 접근 이력을 남겨 사후 조사, 내부 감찰, 책임 추적을 지원한다.</a:t>
            </a:r>
          </a:p>
        </p:txBody>
      </p:sp>
      <p:sp>
        <p:nvSpPr>
          <p:cNvPr id="339" name="">
            <a:extLst xmlns:a="http://schemas.openxmlformats.org/drawingml/2006/main">
              <a:ext uri="{FF2B5EF4-FFF2-40B4-BE49-F238E27FC236}">
                <a16:creationId xmlns:a16="http://schemas.microsoft.com/office/drawing/2014/main" id="{86B84C99-0802-465E-A75D-D2982A92C1EC}"/>
              </a:ext>
            </a:extLst>
          </p:cNvPr>
          <p:cNvSpPr>
            <a:spLocks xmlns:a="http://schemas.openxmlformats.org/drawingml/2006/main" noGrp="1"/>
          </p:cNvSpPr>
          <p:nvPr/>
        </p:nvSpPr>
        <p:spPr>
          <a:xfrm xmlns:a="http://schemas.openxmlformats.org/drawingml/2006/main">
            <a:off x="952500" y="39385875"/>
            <a:ext cx="28575000" cy="2095500"/>
          </a:xfrm>
          <a:prstGeom xmlns:a="http://schemas.openxmlformats.org/drawingml/2006/main" prst="rect">
            <a:avLst/>
          </a:prstGeom>
          <a:solidFill xmlns:a="http://schemas.openxmlformats.org/drawingml/2006/main">
            <a:srgbClr val="1F234B"/>
          </a:solidFill>
          <a:ln xmlns:a="http://schemas.openxmlformats.org/drawingml/2006/main" w="0">
            <a:solidFill>
              <a:srgbClr val="1F234B"/>
            </a:solidFill>
            <a:prstDash val="solid"/>
          </a:ln>
        </p:spPr>
      </p:sp>
      <p:sp>
        <p:nvSpPr>
          <p:cNvPr id="340" name="">
            <a:extLst xmlns:a="http://schemas.openxmlformats.org/drawingml/2006/main">
              <a:ext uri="{FF2B5EF4-FFF2-40B4-BE49-F238E27FC236}">
                <a16:creationId xmlns:a16="http://schemas.microsoft.com/office/drawing/2014/main" id="{54F96711-39EC-42CB-B866-8C52044BAC48}"/>
              </a:ext>
            </a:extLst>
          </p:cNvPr>
          <p:cNvSpPr>
            <a:spLocks xmlns:a="http://schemas.openxmlformats.org/drawingml/2006/main" noGrp="1"/>
          </p:cNvSpPr>
          <p:nvPr/>
        </p:nvSpPr>
        <p:spPr>
          <a:xfrm xmlns:a="http://schemas.openxmlformats.org/drawingml/2006/main">
            <a:off x="1476375" y="39909750"/>
            <a:ext cx="27527250" cy="723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400" b="1">
                <a:solidFill>
                  <a:srgbClr val="FFFFFF"/>
                </a:solidFill>
                <a:latin typeface="Malgun Gothic"/>
                <a:ea typeface="Malgun Gothic"/>
                <a:cs typeface="Malgun Gothic"/>
              </a:defRPr>
            </a:pPr>
            <a:r>
              <a:rPr sz="2400" b="1">
                <a:solidFill>
                  <a:srgbClr val="FFFFFF"/>
                </a:solidFill>
                <a:latin typeface="Malgun Gothic"/>
                <a:ea typeface="Malgun Gothic"/>
                <a:cs typeface="Malgun Gothic"/>
              </a:rPr>
              <a:t>결론: 제로트러스트를 단순 인증 기술이 아니라 경찰 수사정보 업무의 위험 맥락을 계속 반영하는 접근 정책 엔진으로 구현했다.</a:t>
            </a:r>
          </a:p>
        </p:txBody>
      </p:sp>
    </p:spTree>
    <p:extLst>
      <p:ext uri="{BB962C8B-B14F-4D97-AF65-F5344CB8AC3E}">
        <p14:creationId xmlns:p14="http://schemas.microsoft.com/office/powerpoint/2010/main" val="2561063437"/>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solidFill>
          <a:schemeClr val="dk1"/>
        </a:solidFill>
        <a:solidFill>
          <a:schemeClr val="accent1"/>
        </a:soli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2026-06-12T12:37:21.1150000Z</dcterms:created>
  <dcterms:modified xsi:type="dcterms:W3CDTF">2026-06-12T12:37:21.1150000Z</dcterms:modified>
</coreProperties>
</file>