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7537c0cb5a54e86" /><Relationship Type="http://schemas.openxmlformats.org/officeDocument/2006/relationships/extended-properties" Target="/docProps/app.xml" Id="R85dbc6ba55c34233" /><Relationship Type="http://schemas.openxmlformats.org/officeDocument/2006/relationships/officeDocument" Target="/ppt/presentation.xml" Id="R64edcd03d1ee442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ff5c95840e843e6"/>
  </p:sldMasterIdLst>
  <p:notesMasterIdLst>
    <p:notesMasterId xmlns:r="http://schemas.openxmlformats.org/officeDocument/2006/relationships" r:id="R7294323eee484ce3"/>
  </p:notesMasterIdLst>
  <p:sldIdLst>
    <p:sldId xmlns:r="http://schemas.openxmlformats.org/officeDocument/2006/relationships" id="256" r:id="Re533cd5b0b714036"/>
  </p:sldIdLst>
  <p:sldSz cx="30275213" cy="42803763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d728a6341ae4b8b" /><Relationship Type="http://schemas.openxmlformats.org/officeDocument/2006/relationships/slideMaster" Target="/ppt/slideMasters/slideMaster1.xml" Id="R9ff5c95840e843e6" /><Relationship Type="http://schemas.openxmlformats.org/officeDocument/2006/relationships/notesMaster" Target="/ppt/notesMasters/notesMaster1.xml" Id="R7294323eee484ce3" /><Relationship Type="http://schemas.openxmlformats.org/officeDocument/2006/relationships/presProps" Target="/ppt/presProps.xml" Id="R6f6d89a1ddbf44ef" /><Relationship Type="http://schemas.openxmlformats.org/officeDocument/2006/relationships/viewProps" Target="/ppt/viewProps.xml" Id="R567ec479715c4cdd" /><Relationship Type="http://schemas.openxmlformats.org/officeDocument/2006/relationships/tableStyles" Target="/ppt/tableStyles.xml" Id="Rcd34729f65ba4107" /><Relationship Type="http://schemas.openxmlformats.org/officeDocument/2006/relationships/slide" Target="/ppt/slides/slide1.xml" Id="Re533cd5b0b71403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f8ebbb459bd48d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cc716d984b44619" /><Relationship Type="http://schemas.openxmlformats.org/officeDocument/2006/relationships/notesMaster" Target="/ppt/notesMasters/notesMaster1.xml" Id="R4bc5a34f89794f1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f6ada0654c04fc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ec3bf4d141b4ca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7b63fa407974d1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d682f22fd2346f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ee64f25add841b9" /></Relationships>
</file>

<file path=ppt/slideLayouts/slideLayout1.xml><?xml version="1.0" encoding="utf-8"?>
<p:sldLayout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older 2">
            <a:extLst xmlns:a="http://schemas.openxmlformats.org/drawingml/2006/main">
              <a:ext uri="{FF2B5EF4-FFF2-40B4-BE49-F238E27FC236}">
                <a16:creationId xmlns:a16="http://schemas.microsoft.com/office/drawing/2014/main" id="{C2BE2E78-5EE5-4EBE-8E42-90BD2B9CA8EA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2272546" y="13269164"/>
            <a:ext cx="25755554" cy="6617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/>
        </p:txBody>
      </p:sp>
      <p:sp>
        <p:nvSpPr>
          <p:cNvPr id="3" name="Holder 3">
            <a:extLst xmlns:a="http://schemas.openxmlformats.org/drawingml/2006/main">
              <a:ext uri="{FF2B5EF4-FFF2-40B4-BE49-F238E27FC236}">
                <a16:creationId xmlns:a16="http://schemas.microsoft.com/office/drawing/2014/main" id="{9625D93C-D487-4420-83BF-B3E54E571D9E}"/>
              </a:ext>
            </a:extLst>
          </p:cNvPr>
          <p:cNvSpPr>
            <a:spLocks xmlns:a="http://schemas.openxmlformats.org/drawingml/2006/main" noGrp="1"/>
          </p:cNvSpPr>
          <p:nvPr>
            <p:ph type="subTitle" idx="4"/>
          </p:nvPr>
        </p:nvSpPr>
        <p:spPr>
          <a:xfrm xmlns:a="http://schemas.openxmlformats.org/drawingml/2006/main">
            <a:off x="4545098" y="23970113"/>
            <a:ext cx="21210458" cy="27699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/>
        </p:txBody>
      </p:sp>
      <p:sp>
        <p:nvSpPr>
          <p:cNvPr id="4" name="Holder 4">
            <a:extLst xmlns:a="http://schemas.openxmlformats.org/drawingml/2006/main">
              <a:ext uri="{FF2B5EF4-FFF2-40B4-BE49-F238E27FC236}">
                <a16:creationId xmlns:a16="http://schemas.microsoft.com/office/drawing/2014/main" id="{FF3D5D55-EE4E-491A-AD2F-3D8DE35C8E62}"/>
              </a:ext>
            </a:extLst>
          </p:cNvPr>
          <p:cNvSpPr>
            <a:spLocks xmlns:a="http://schemas.openxmlformats.org/drawingml/2006/main" noGrp="1"/>
          </p:cNvSpPr>
          <p:nvPr>
            <p:ph type="ftr" idx="5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5" name="Holder 5">
            <a:extLst xmlns:a="http://schemas.openxmlformats.org/drawingml/2006/main">
              <a:ext uri="{FF2B5EF4-FFF2-40B4-BE49-F238E27FC236}">
                <a16:creationId xmlns:a16="http://schemas.microsoft.com/office/drawing/2014/main" id="{AD6466F7-6ECA-4ED1-9F9E-8ED8B55DA27E}"/>
              </a:ext>
            </a:extLst>
          </p:cNvPr>
          <p:cNvSpPr>
            <a:spLocks xmlns:a="http://schemas.openxmlformats.org/drawingml/2006/main" noGrp="1"/>
          </p:cNvSpPr>
          <p:nvPr>
            <p:ph type="dt" idx="6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l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1D8BD707-D9CF-40AE-B4C6-C98DA3205C09}" type="datetimeFigureOut">
              <a:t>11/22/2024</a:t>
            </a:fld>
          </a:p>
        </p:txBody>
      </p:sp>
      <p:sp>
        <p:nvSpPr>
          <p:cNvPr id="6" name="Holder 6">
            <a:extLst xmlns:a="http://schemas.openxmlformats.org/drawingml/2006/main">
              <a:ext uri="{FF2B5EF4-FFF2-40B4-BE49-F238E27FC236}">
                <a16:creationId xmlns:a16="http://schemas.microsoft.com/office/drawing/2014/main" id="{64DBFADC-31EA-4E96-A4B6-89DD141CCA71}"/>
              </a:ext>
            </a:extLst>
          </p:cNvPr>
          <p:cNvSpPr>
            <a:spLocks xmlns:a="http://schemas.openxmlformats.org/drawingml/2006/main" noGrp="1"/>
          </p:cNvSpPr>
          <p:nvPr>
            <p:ph type="sldNum" idx="7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B6F15528-21DE-4FAA-801E-634DDDAF4B2B}" type="slidenum">
              <a:t>‹#›</a:t>
            </a:fld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older 2">
            <a:extLst xmlns:a="http://schemas.openxmlformats.org/drawingml/2006/main">
              <a:ext uri="{FF2B5EF4-FFF2-40B4-BE49-F238E27FC236}">
                <a16:creationId xmlns:a16="http://schemas.microsoft.com/office/drawing/2014/main" id="{4794A862-76D8-44F5-81BC-B2D04190816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332416" y="1330512"/>
            <a:ext cx="27635831" cy="2647200"/>
          </a:xfrm>
        </p:spPr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17202" b="0" i="0">
                <a:solidFill>
                  <a:srgbClr val="373362"/>
                </a:solidFill>
                <a:latin typeface="Tahoma"/>
                <a:ea typeface="Tahoma"/>
                <a:cs typeface="Tahoma"/>
              </a:defRPr>
            </a:lvl1pPr>
          </a:lstStyle>
          <a:p xmlns:a="http://schemas.openxmlformats.org/drawingml/2006/main"/>
        </p:txBody>
      </p:sp>
      <p:sp>
        <p:nvSpPr>
          <p:cNvPr id="3" name="Holder 3">
            <a:extLst xmlns:a="http://schemas.openxmlformats.org/drawingml/2006/main">
              <a:ext uri="{FF2B5EF4-FFF2-40B4-BE49-F238E27FC236}">
                <a16:creationId xmlns:a16="http://schemas.microsoft.com/office/drawing/2014/main" id="{B05DA6BB-5DAD-47D6-9956-2B8BDE8B20F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/>
        </p:txBody>
      </p:sp>
      <p:sp>
        <p:nvSpPr>
          <p:cNvPr id="4" name="Holder 4">
            <a:extLst xmlns:a="http://schemas.openxmlformats.org/drawingml/2006/main">
              <a:ext uri="{FF2B5EF4-FFF2-40B4-BE49-F238E27FC236}">
                <a16:creationId xmlns:a16="http://schemas.microsoft.com/office/drawing/2014/main" id="{890B3E69-BC2C-4732-A34F-A4E4754FF094}"/>
              </a:ext>
            </a:extLst>
          </p:cNvPr>
          <p:cNvSpPr>
            <a:spLocks xmlns:a="http://schemas.openxmlformats.org/drawingml/2006/main" noGrp="1"/>
          </p:cNvSpPr>
          <p:nvPr>
            <p:ph type="ftr" idx="5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5" name="Holder 5">
            <a:extLst xmlns:a="http://schemas.openxmlformats.org/drawingml/2006/main">
              <a:ext uri="{FF2B5EF4-FFF2-40B4-BE49-F238E27FC236}">
                <a16:creationId xmlns:a16="http://schemas.microsoft.com/office/drawing/2014/main" id="{CE1815C1-2116-4B09-B86B-8D5EF69510D2}"/>
              </a:ext>
            </a:extLst>
          </p:cNvPr>
          <p:cNvSpPr>
            <a:spLocks xmlns:a="http://schemas.openxmlformats.org/drawingml/2006/main" noGrp="1"/>
          </p:cNvSpPr>
          <p:nvPr>
            <p:ph type="dt" idx="6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l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1D8BD707-D9CF-40AE-B4C6-C98DA3205C09}" type="datetimeFigureOut">
              <a:t>11/22/2024</a:t>
            </a:fld>
          </a:p>
        </p:txBody>
      </p:sp>
      <p:sp>
        <p:nvSpPr>
          <p:cNvPr id="6" name="Holder 6">
            <a:extLst xmlns:a="http://schemas.openxmlformats.org/drawingml/2006/main">
              <a:ext uri="{FF2B5EF4-FFF2-40B4-BE49-F238E27FC236}">
                <a16:creationId xmlns:a16="http://schemas.microsoft.com/office/drawing/2014/main" id="{3005B063-4225-493C-879B-9BD01920D383}"/>
              </a:ext>
            </a:extLst>
          </p:cNvPr>
          <p:cNvSpPr>
            <a:spLocks xmlns:a="http://schemas.openxmlformats.org/drawingml/2006/main" noGrp="1"/>
          </p:cNvSpPr>
          <p:nvPr>
            <p:ph type="sldNum" idx="7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B6F15528-21DE-4FAA-801E-634DDDAF4B2B}" type="slidenum">
              <a:t>‹#›</a:t>
            </a:fld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older 2">
            <a:extLst xmlns:a="http://schemas.openxmlformats.org/drawingml/2006/main">
              <a:ext uri="{FF2B5EF4-FFF2-40B4-BE49-F238E27FC236}">
                <a16:creationId xmlns:a16="http://schemas.microsoft.com/office/drawing/2014/main" id="{375D737A-E972-4014-817D-6F24566D9F3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332416" y="1330512"/>
            <a:ext cx="27635831" cy="2647200"/>
          </a:xfrm>
        </p:spPr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17202" b="0" i="0">
                <a:solidFill>
                  <a:srgbClr val="373362"/>
                </a:solidFill>
                <a:latin typeface="Tahoma"/>
                <a:ea typeface="Tahoma"/>
                <a:cs typeface="Tahoma"/>
              </a:defRPr>
            </a:lvl1pPr>
          </a:lstStyle>
          <a:p xmlns:a="http://schemas.openxmlformats.org/drawingml/2006/main"/>
        </p:txBody>
      </p:sp>
      <p:sp>
        <p:nvSpPr>
          <p:cNvPr id="3" name="Holder 3">
            <a:extLst xmlns:a="http://schemas.openxmlformats.org/drawingml/2006/main">
              <a:ext uri="{FF2B5EF4-FFF2-40B4-BE49-F238E27FC236}">
                <a16:creationId xmlns:a16="http://schemas.microsoft.com/office/drawing/2014/main" id="{5A93BD1D-1E64-430B-9191-127E3ABE49D1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1515037" y="9844870"/>
            <a:ext cx="13180782" cy="27699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/>
        </p:txBody>
      </p:sp>
      <p:sp>
        <p:nvSpPr>
          <p:cNvPr id="4" name="Holder 4">
            <a:extLst xmlns:a="http://schemas.openxmlformats.org/drawingml/2006/main">
              <a:ext uri="{FF2B5EF4-FFF2-40B4-BE49-F238E27FC236}">
                <a16:creationId xmlns:a16="http://schemas.microsoft.com/office/drawing/2014/main" id="{8E192FA5-1607-406D-A2E6-787FC399A6F5}"/>
              </a:ext>
            </a:extLst>
          </p:cNvPr>
          <p:cNvSpPr>
            <a:spLocks xmlns:a="http://schemas.openxmlformats.org/drawingml/2006/main" noGrp="1"/>
          </p:cNvSpPr>
          <p:nvPr>
            <p:ph idx="3"/>
          </p:nvPr>
        </p:nvSpPr>
        <p:spPr>
          <a:xfrm xmlns:a="http://schemas.openxmlformats.org/drawingml/2006/main">
            <a:off x="16153871" y="11536227"/>
            <a:ext cx="11270520" cy="61562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>
              <a:buNone/>
              <a:defRPr sz="4000" b="1" i="0">
                <a:solidFill>
                  <a:schemeClr val="tx1"/>
                </a:solidFill>
                <a:latin typeface="Book Antiqua"/>
                <a:ea typeface="Book Antiqua"/>
                <a:cs typeface="Book Antiqua"/>
              </a:defRPr>
            </a:lvl1pPr>
          </a:lstStyle>
          <a:p xmlns:a="http://schemas.openxmlformats.org/drawingml/2006/main"/>
        </p:txBody>
      </p:sp>
      <p:sp>
        <p:nvSpPr>
          <p:cNvPr id="5" name="Holder 5">
            <a:extLst xmlns:a="http://schemas.openxmlformats.org/drawingml/2006/main">
              <a:ext uri="{FF2B5EF4-FFF2-40B4-BE49-F238E27FC236}">
                <a16:creationId xmlns:a16="http://schemas.microsoft.com/office/drawing/2014/main" id="{723F4882-0D01-4A77-82C2-BC2D592A57BA}"/>
              </a:ext>
            </a:extLst>
          </p:cNvPr>
          <p:cNvSpPr>
            <a:spLocks xmlns:a="http://schemas.openxmlformats.org/drawingml/2006/main" noGrp="1"/>
          </p:cNvSpPr>
          <p:nvPr>
            <p:ph type="ftr" idx="5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Holder 6">
            <a:extLst xmlns:a="http://schemas.openxmlformats.org/drawingml/2006/main">
              <a:ext uri="{FF2B5EF4-FFF2-40B4-BE49-F238E27FC236}">
                <a16:creationId xmlns:a16="http://schemas.microsoft.com/office/drawing/2014/main" id="{58BA99A5-DBDF-4570-ACA9-9F392E2B12F8}"/>
              </a:ext>
            </a:extLst>
          </p:cNvPr>
          <p:cNvSpPr>
            <a:spLocks xmlns:a="http://schemas.openxmlformats.org/drawingml/2006/main" noGrp="1"/>
          </p:cNvSpPr>
          <p:nvPr>
            <p:ph type="dt" idx="6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l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1D8BD707-D9CF-40AE-B4C6-C98DA3205C09}" type="datetimeFigureOut">
              <a:t>11/22/2024</a:t>
            </a:fld>
          </a:p>
        </p:txBody>
      </p:sp>
      <p:sp>
        <p:nvSpPr>
          <p:cNvPr id="7" name="Holder 7">
            <a:extLst xmlns:a="http://schemas.openxmlformats.org/drawingml/2006/main">
              <a:ext uri="{FF2B5EF4-FFF2-40B4-BE49-F238E27FC236}">
                <a16:creationId xmlns:a16="http://schemas.microsoft.com/office/drawing/2014/main" id="{B08E87B8-898C-4D19-B7A2-DFC092A1C7CC}"/>
              </a:ext>
            </a:extLst>
          </p:cNvPr>
          <p:cNvSpPr>
            <a:spLocks xmlns:a="http://schemas.openxmlformats.org/drawingml/2006/main" noGrp="1"/>
          </p:cNvSpPr>
          <p:nvPr>
            <p:ph type="sldNum" idx="7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B6F15528-21DE-4FAA-801E-634DDDAF4B2B}" type="slidenum">
              <a:t>‹#›</a:t>
            </a:fld>
          </a:p>
        </p:txBody>
      </p:sp>
    </p:spTree>
  </p:cSld>
</p:sldLayout>
</file>

<file path=ppt/slideLayouts/slideLayout4.xml><?xml version="1.0" encoding="utf-8"?>
<p:sldLayout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older 2">
            <a:extLst xmlns:a="http://schemas.openxmlformats.org/drawingml/2006/main">
              <a:ext uri="{FF2B5EF4-FFF2-40B4-BE49-F238E27FC236}">
                <a16:creationId xmlns:a16="http://schemas.microsoft.com/office/drawing/2014/main" id="{CEF36C51-AFFF-4F25-964C-B1FCE3DFF72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332416" y="1330512"/>
            <a:ext cx="27635831" cy="2647200"/>
          </a:xfrm>
        </p:spPr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17202" b="0" i="0">
                <a:solidFill>
                  <a:srgbClr val="373362"/>
                </a:solidFill>
                <a:latin typeface="Tahoma"/>
                <a:ea typeface="Tahoma"/>
                <a:cs typeface="Tahoma"/>
              </a:defRPr>
            </a:lvl1pPr>
          </a:lstStyle>
          <a:p xmlns:a="http://schemas.openxmlformats.org/drawingml/2006/main"/>
        </p:txBody>
      </p:sp>
      <p:sp>
        <p:nvSpPr>
          <p:cNvPr id="3" name="Holder 3">
            <a:extLst xmlns:a="http://schemas.openxmlformats.org/drawingml/2006/main">
              <a:ext uri="{FF2B5EF4-FFF2-40B4-BE49-F238E27FC236}">
                <a16:creationId xmlns:a16="http://schemas.microsoft.com/office/drawing/2014/main" id="{5D06B33E-7CB0-48A0-BD43-497EF5E6AFE4}"/>
              </a:ext>
            </a:extLst>
          </p:cNvPr>
          <p:cNvSpPr>
            <a:spLocks xmlns:a="http://schemas.openxmlformats.org/drawingml/2006/main" noGrp="1"/>
          </p:cNvSpPr>
          <p:nvPr>
            <p:ph type="ftr" idx="5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4" name="Holder 4">
            <a:extLst xmlns:a="http://schemas.openxmlformats.org/drawingml/2006/main">
              <a:ext uri="{FF2B5EF4-FFF2-40B4-BE49-F238E27FC236}">
                <a16:creationId xmlns:a16="http://schemas.microsoft.com/office/drawing/2014/main" id="{EC524AF8-4E72-4216-A5D1-3A5518666F4E}"/>
              </a:ext>
            </a:extLst>
          </p:cNvPr>
          <p:cNvSpPr>
            <a:spLocks xmlns:a="http://schemas.openxmlformats.org/drawingml/2006/main" noGrp="1"/>
          </p:cNvSpPr>
          <p:nvPr>
            <p:ph type="dt" idx="6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l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1D8BD707-D9CF-40AE-B4C6-C98DA3205C09}" type="datetimeFigureOut">
              <a:t>11/22/2024</a:t>
            </a:fld>
          </a:p>
        </p:txBody>
      </p:sp>
      <p:sp>
        <p:nvSpPr>
          <p:cNvPr id="5" name="Holder 5">
            <a:extLst xmlns:a="http://schemas.openxmlformats.org/drawingml/2006/main">
              <a:ext uri="{FF2B5EF4-FFF2-40B4-BE49-F238E27FC236}">
                <a16:creationId xmlns:a16="http://schemas.microsoft.com/office/drawing/2014/main" id="{7DC2D0D1-5819-4E01-B36A-AAAB23B2A4C2}"/>
              </a:ext>
            </a:extLst>
          </p:cNvPr>
          <p:cNvSpPr>
            <a:spLocks xmlns:a="http://schemas.openxmlformats.org/drawingml/2006/main" noGrp="1"/>
          </p:cNvSpPr>
          <p:nvPr>
            <p:ph type="sldNum" idx="7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B6F15528-21DE-4FAA-801E-634DDDAF4B2B}" type="slidenum">
              <a:t>‹#›</a:t>
            </a:fld>
          </a:p>
        </p:txBody>
      </p:sp>
    </p:spTree>
  </p:cSld>
</p:sldLayout>
</file>

<file path=ppt/slideLayouts/slideLayout5.xml><?xml version="1.0" encoding="utf-8"?>
<p:sldLayout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older 2">
            <a:extLst xmlns:a="http://schemas.openxmlformats.org/drawingml/2006/main">
              <a:ext uri="{FF2B5EF4-FFF2-40B4-BE49-F238E27FC236}">
                <a16:creationId xmlns:a16="http://schemas.microsoft.com/office/drawing/2014/main" id="{FCCEA099-3361-478D-9FDB-D34627E4A186}"/>
              </a:ext>
            </a:extLst>
          </p:cNvPr>
          <p:cNvSpPr>
            <a:spLocks xmlns:a="http://schemas.openxmlformats.org/drawingml/2006/main" noGrp="1"/>
          </p:cNvSpPr>
          <p:nvPr>
            <p:ph type="ftr" idx="5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3" name="Holder 3">
            <a:extLst xmlns:a="http://schemas.openxmlformats.org/drawingml/2006/main">
              <a:ext uri="{FF2B5EF4-FFF2-40B4-BE49-F238E27FC236}">
                <a16:creationId xmlns:a16="http://schemas.microsoft.com/office/drawing/2014/main" id="{3D4F5A11-CBF8-401B-AB2E-F0117BE356E6}"/>
              </a:ext>
            </a:extLst>
          </p:cNvPr>
          <p:cNvSpPr>
            <a:spLocks xmlns:a="http://schemas.openxmlformats.org/drawingml/2006/main" noGrp="1"/>
          </p:cNvSpPr>
          <p:nvPr>
            <p:ph type="dt" idx="6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l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1D8BD707-D9CF-40AE-B4C6-C98DA3205C09}" type="datetimeFigureOut">
              <a:t>11/22/2024</a:t>
            </a:fld>
          </a:p>
        </p:txBody>
      </p:sp>
      <p:sp>
        <p:nvSpPr>
          <p:cNvPr id="4" name="Holder 4">
            <a:extLst xmlns:a="http://schemas.openxmlformats.org/drawingml/2006/main">
              <a:ext uri="{FF2B5EF4-FFF2-40B4-BE49-F238E27FC236}">
                <a16:creationId xmlns:a16="http://schemas.microsoft.com/office/drawing/2014/main" id="{6D41FCB3-0967-4DBD-B56D-A4647416FFA5}"/>
              </a:ext>
            </a:extLst>
          </p:cNvPr>
          <p:cNvSpPr>
            <a:spLocks xmlns:a="http://schemas.openxmlformats.org/drawingml/2006/main" noGrp="1"/>
          </p:cNvSpPr>
          <p:nvPr>
            <p:ph type="sldNum" idx="7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B6F15528-21DE-4FAA-801E-634DDDAF4B2B}" type="slidenum">
              <a:t>‹#›</a:t>
            </a:fld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image" Target="/ppt/media/image.png" Id="R6e97f93b83fe4a34" /><Relationship Type="http://schemas.openxmlformats.org/officeDocument/2006/relationships/theme" Target="/ppt/slideMasters/theme/theme2.xml" Id="R70fa4c6d2d5e4cd7" /><Relationship Type="http://schemas.openxmlformats.org/officeDocument/2006/relationships/slideLayout" Target="/ppt/slideLayouts/slideLayout1.xml" Id="Rdb3e8ac242df4e92" /><Relationship Type="http://schemas.openxmlformats.org/officeDocument/2006/relationships/slideLayout" Target="/ppt/slideLayouts/slideLayout2.xml" Id="Rffa0df04506f4a69" /><Relationship Type="http://schemas.openxmlformats.org/officeDocument/2006/relationships/slideLayout" Target="/ppt/slideLayouts/slideLayout3.xml" Id="R6c72c28c70d74e39" /><Relationship Type="http://schemas.openxmlformats.org/officeDocument/2006/relationships/slideLayout" Target="/ppt/slideLayouts/slideLayout4.xml" Id="R5ff15f36f9d247ea" /><Relationship Type="http://schemas.openxmlformats.org/officeDocument/2006/relationships/slideLayout" Target="/ppt/slideLayouts/slideLayout5.xml" Id="R13832232ec964003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bg object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97f93b83fe4a3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881056"/>
            <a:ext cx="30300654" cy="41910001"/>
          </a:xfrm>
          <a:prstGeom xmlns:a="http://schemas.openxmlformats.org/drawingml/2006/main" prst="rect">
            <a:avLst/>
          </a:prstGeom>
        </p:spPr>
      </p:pic>
      <p:sp>
        <p:nvSpPr>
          <p:cNvPr id="17" name="bg object 17">
            <a:extLst xmlns:a="http://schemas.openxmlformats.org/drawingml/2006/main">
              <a:ext uri="{FF2B5EF4-FFF2-40B4-BE49-F238E27FC236}">
                <a16:creationId xmlns:a16="http://schemas.microsoft.com/office/drawing/2014/main" id="{96EC0D05-044A-4545-91CB-29257ADAB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0300654" cy="42791112"/>
          </a:xfrm>
          <a:custGeom xmlns:a="http://schemas.openxmlformats.org/drawingml/2006/main">
            <a:rect l="l" t="t" r="r" b="b"/>
            <a:pathLst>
              <a:path w="7562850" h="10696575">
                <a:moveTo>
                  <a:pt x="507479" y="0"/>
                </a:moveTo>
                <a:lnTo>
                  <a:pt x="408584" y="0"/>
                </a:lnTo>
                <a:lnTo>
                  <a:pt x="0" y="408584"/>
                </a:lnTo>
                <a:lnTo>
                  <a:pt x="0" y="507479"/>
                </a:lnTo>
                <a:lnTo>
                  <a:pt x="507479" y="0"/>
                </a:lnTo>
                <a:close/>
              </a:path>
              <a:path w="7562850" h="10696575">
                <a:moveTo>
                  <a:pt x="537692" y="10696575"/>
                </a:moveTo>
                <a:lnTo>
                  <a:pt x="0" y="10158908"/>
                </a:lnTo>
                <a:lnTo>
                  <a:pt x="0" y="10257803"/>
                </a:lnTo>
                <a:lnTo>
                  <a:pt x="438759" y="10696575"/>
                </a:lnTo>
                <a:lnTo>
                  <a:pt x="537692" y="10696575"/>
                </a:lnTo>
                <a:close/>
              </a:path>
              <a:path w="7562850" h="10696575">
                <a:moveTo>
                  <a:pt x="1534642" y="757351"/>
                </a:moveTo>
                <a:lnTo>
                  <a:pt x="1435658" y="658418"/>
                </a:lnTo>
                <a:lnTo>
                  <a:pt x="1435658" y="757351"/>
                </a:lnTo>
                <a:lnTo>
                  <a:pt x="1294447" y="898575"/>
                </a:lnTo>
                <a:lnTo>
                  <a:pt x="1153236" y="757351"/>
                </a:lnTo>
                <a:lnTo>
                  <a:pt x="1294447" y="616140"/>
                </a:lnTo>
                <a:lnTo>
                  <a:pt x="1435658" y="757351"/>
                </a:lnTo>
                <a:lnTo>
                  <a:pt x="1435658" y="658418"/>
                </a:lnTo>
                <a:lnTo>
                  <a:pt x="1393367" y="616140"/>
                </a:lnTo>
                <a:lnTo>
                  <a:pt x="1294447" y="517258"/>
                </a:lnTo>
                <a:lnTo>
                  <a:pt x="1054341" y="757351"/>
                </a:lnTo>
                <a:lnTo>
                  <a:pt x="1294447" y="997458"/>
                </a:lnTo>
                <a:lnTo>
                  <a:pt x="1319187" y="972718"/>
                </a:lnTo>
                <a:lnTo>
                  <a:pt x="1534642" y="757351"/>
                </a:lnTo>
                <a:close/>
              </a:path>
              <a:path w="7562850" h="10696575">
                <a:moveTo>
                  <a:pt x="1570672" y="9945065"/>
                </a:moveTo>
                <a:lnTo>
                  <a:pt x="1471688" y="9846132"/>
                </a:lnTo>
                <a:lnTo>
                  <a:pt x="1471688" y="9945065"/>
                </a:lnTo>
                <a:lnTo>
                  <a:pt x="1330477" y="10086276"/>
                </a:lnTo>
                <a:lnTo>
                  <a:pt x="1189266" y="9945065"/>
                </a:lnTo>
                <a:lnTo>
                  <a:pt x="1330477" y="9803854"/>
                </a:lnTo>
                <a:lnTo>
                  <a:pt x="1471688" y="9945065"/>
                </a:lnTo>
                <a:lnTo>
                  <a:pt x="1471688" y="9846132"/>
                </a:lnTo>
                <a:lnTo>
                  <a:pt x="1429397" y="9803854"/>
                </a:lnTo>
                <a:lnTo>
                  <a:pt x="1330477" y="9704959"/>
                </a:lnTo>
                <a:lnTo>
                  <a:pt x="1090371" y="9945065"/>
                </a:lnTo>
                <a:lnTo>
                  <a:pt x="1330477" y="10185171"/>
                </a:lnTo>
                <a:lnTo>
                  <a:pt x="1355217" y="10160419"/>
                </a:lnTo>
                <a:lnTo>
                  <a:pt x="1570672" y="9945065"/>
                </a:lnTo>
                <a:close/>
              </a:path>
              <a:path w="7562850" h="10696575">
                <a:moveTo>
                  <a:pt x="1781644" y="757351"/>
                </a:moveTo>
                <a:lnTo>
                  <a:pt x="1682762" y="658495"/>
                </a:lnTo>
                <a:lnTo>
                  <a:pt x="1682762" y="757351"/>
                </a:lnTo>
                <a:lnTo>
                  <a:pt x="1294447" y="1145590"/>
                </a:lnTo>
                <a:lnTo>
                  <a:pt x="906221" y="757351"/>
                </a:lnTo>
                <a:lnTo>
                  <a:pt x="1294447" y="369138"/>
                </a:lnTo>
                <a:lnTo>
                  <a:pt x="1682762" y="757351"/>
                </a:lnTo>
                <a:lnTo>
                  <a:pt x="1682762" y="658495"/>
                </a:lnTo>
                <a:lnTo>
                  <a:pt x="1393355" y="369138"/>
                </a:lnTo>
                <a:lnTo>
                  <a:pt x="1294447" y="270243"/>
                </a:lnTo>
                <a:lnTo>
                  <a:pt x="807326" y="757351"/>
                </a:lnTo>
                <a:lnTo>
                  <a:pt x="1294447" y="1244561"/>
                </a:lnTo>
                <a:lnTo>
                  <a:pt x="1319187" y="1219822"/>
                </a:lnTo>
                <a:lnTo>
                  <a:pt x="1269695" y="1170330"/>
                </a:lnTo>
                <a:lnTo>
                  <a:pt x="1294536" y="1195070"/>
                </a:lnTo>
                <a:lnTo>
                  <a:pt x="1319187" y="1219822"/>
                </a:lnTo>
                <a:lnTo>
                  <a:pt x="1781644" y="757351"/>
                </a:lnTo>
                <a:close/>
              </a:path>
              <a:path w="7562850" h="10696575">
                <a:moveTo>
                  <a:pt x="1817674" y="9945065"/>
                </a:moveTo>
                <a:lnTo>
                  <a:pt x="1718792" y="9846208"/>
                </a:lnTo>
                <a:lnTo>
                  <a:pt x="1718792" y="9945065"/>
                </a:lnTo>
                <a:lnTo>
                  <a:pt x="1330477" y="10333291"/>
                </a:lnTo>
                <a:lnTo>
                  <a:pt x="942251" y="9945065"/>
                </a:lnTo>
                <a:lnTo>
                  <a:pt x="1330477" y="9556839"/>
                </a:lnTo>
                <a:lnTo>
                  <a:pt x="1718792" y="9945065"/>
                </a:lnTo>
                <a:lnTo>
                  <a:pt x="1718792" y="9846208"/>
                </a:lnTo>
                <a:lnTo>
                  <a:pt x="1429385" y="9556839"/>
                </a:lnTo>
                <a:lnTo>
                  <a:pt x="1330477" y="9457944"/>
                </a:lnTo>
                <a:lnTo>
                  <a:pt x="843356" y="9945065"/>
                </a:lnTo>
                <a:lnTo>
                  <a:pt x="1330477" y="10432275"/>
                </a:lnTo>
                <a:lnTo>
                  <a:pt x="1355217" y="10407523"/>
                </a:lnTo>
                <a:lnTo>
                  <a:pt x="1305725" y="10358031"/>
                </a:lnTo>
                <a:lnTo>
                  <a:pt x="1330566" y="10382783"/>
                </a:lnTo>
                <a:lnTo>
                  <a:pt x="1355217" y="10407523"/>
                </a:lnTo>
                <a:lnTo>
                  <a:pt x="1817674" y="9945065"/>
                </a:lnTo>
                <a:close/>
              </a:path>
              <a:path w="7562850" h="10696575">
                <a:moveTo>
                  <a:pt x="2037232" y="757351"/>
                </a:moveTo>
                <a:lnTo>
                  <a:pt x="1938248" y="658393"/>
                </a:lnTo>
                <a:lnTo>
                  <a:pt x="1938248" y="757351"/>
                </a:lnTo>
                <a:lnTo>
                  <a:pt x="1294447" y="1401165"/>
                </a:lnTo>
                <a:lnTo>
                  <a:pt x="650722" y="757351"/>
                </a:lnTo>
                <a:lnTo>
                  <a:pt x="1294447" y="113550"/>
                </a:lnTo>
                <a:lnTo>
                  <a:pt x="1938248" y="757351"/>
                </a:lnTo>
                <a:lnTo>
                  <a:pt x="1938248" y="658393"/>
                </a:lnTo>
                <a:lnTo>
                  <a:pt x="1393342" y="113550"/>
                </a:lnTo>
                <a:lnTo>
                  <a:pt x="1294447" y="14655"/>
                </a:lnTo>
                <a:lnTo>
                  <a:pt x="551738" y="757351"/>
                </a:lnTo>
                <a:lnTo>
                  <a:pt x="1294447" y="1500060"/>
                </a:lnTo>
                <a:lnTo>
                  <a:pt x="1319187" y="1475308"/>
                </a:lnTo>
                <a:lnTo>
                  <a:pt x="2037232" y="757351"/>
                </a:lnTo>
                <a:close/>
              </a:path>
              <a:path w="7562850" h="10696575">
                <a:moveTo>
                  <a:pt x="2073262" y="9945065"/>
                </a:moveTo>
                <a:lnTo>
                  <a:pt x="1974278" y="9846094"/>
                </a:lnTo>
                <a:lnTo>
                  <a:pt x="1974278" y="9945065"/>
                </a:lnTo>
                <a:lnTo>
                  <a:pt x="1330477" y="10588866"/>
                </a:lnTo>
                <a:lnTo>
                  <a:pt x="686752" y="9945065"/>
                </a:lnTo>
                <a:lnTo>
                  <a:pt x="1330477" y="9301264"/>
                </a:lnTo>
                <a:lnTo>
                  <a:pt x="1974278" y="9945065"/>
                </a:lnTo>
                <a:lnTo>
                  <a:pt x="1974278" y="9846094"/>
                </a:lnTo>
                <a:lnTo>
                  <a:pt x="1429385" y="9301264"/>
                </a:lnTo>
                <a:lnTo>
                  <a:pt x="1330477" y="9202369"/>
                </a:lnTo>
                <a:lnTo>
                  <a:pt x="587781" y="9945065"/>
                </a:lnTo>
                <a:lnTo>
                  <a:pt x="1330477" y="10687761"/>
                </a:lnTo>
                <a:lnTo>
                  <a:pt x="1355217" y="10663022"/>
                </a:lnTo>
                <a:lnTo>
                  <a:pt x="2073262" y="9945065"/>
                </a:lnTo>
                <a:close/>
              </a:path>
              <a:path w="7562850" h="10696575">
                <a:moveTo>
                  <a:pt x="4024084" y="757351"/>
                </a:moveTo>
                <a:lnTo>
                  <a:pt x="3925112" y="658418"/>
                </a:lnTo>
                <a:lnTo>
                  <a:pt x="3925112" y="757351"/>
                </a:lnTo>
                <a:lnTo>
                  <a:pt x="3783901" y="898575"/>
                </a:lnTo>
                <a:lnTo>
                  <a:pt x="3642677" y="757351"/>
                </a:lnTo>
                <a:lnTo>
                  <a:pt x="3783901" y="616140"/>
                </a:lnTo>
                <a:lnTo>
                  <a:pt x="3925112" y="757351"/>
                </a:lnTo>
                <a:lnTo>
                  <a:pt x="3925112" y="658418"/>
                </a:lnTo>
                <a:lnTo>
                  <a:pt x="3882821" y="616140"/>
                </a:lnTo>
                <a:lnTo>
                  <a:pt x="3783901" y="517258"/>
                </a:lnTo>
                <a:lnTo>
                  <a:pt x="3543795" y="757351"/>
                </a:lnTo>
                <a:lnTo>
                  <a:pt x="3783901" y="997458"/>
                </a:lnTo>
                <a:lnTo>
                  <a:pt x="3808641" y="972718"/>
                </a:lnTo>
                <a:lnTo>
                  <a:pt x="4024084" y="757351"/>
                </a:lnTo>
                <a:close/>
              </a:path>
              <a:path w="7562850" h="10696575">
                <a:moveTo>
                  <a:pt x="4052392" y="9945065"/>
                </a:moveTo>
                <a:lnTo>
                  <a:pt x="3953408" y="9846119"/>
                </a:lnTo>
                <a:lnTo>
                  <a:pt x="3953408" y="9945065"/>
                </a:lnTo>
                <a:lnTo>
                  <a:pt x="3812197" y="10086276"/>
                </a:lnTo>
                <a:lnTo>
                  <a:pt x="3670985" y="9945065"/>
                </a:lnTo>
                <a:lnTo>
                  <a:pt x="3812197" y="9803854"/>
                </a:lnTo>
                <a:lnTo>
                  <a:pt x="3953408" y="9945065"/>
                </a:lnTo>
                <a:lnTo>
                  <a:pt x="3953408" y="9846119"/>
                </a:lnTo>
                <a:lnTo>
                  <a:pt x="3911130" y="9803854"/>
                </a:lnTo>
                <a:lnTo>
                  <a:pt x="3812197" y="9704959"/>
                </a:lnTo>
                <a:lnTo>
                  <a:pt x="3572091" y="9945065"/>
                </a:lnTo>
                <a:lnTo>
                  <a:pt x="3812197" y="10185171"/>
                </a:lnTo>
                <a:lnTo>
                  <a:pt x="3836936" y="10160419"/>
                </a:lnTo>
                <a:lnTo>
                  <a:pt x="4052392" y="9945065"/>
                </a:lnTo>
                <a:close/>
              </a:path>
              <a:path w="7562850" h="10696575">
                <a:moveTo>
                  <a:pt x="4271099" y="757351"/>
                </a:moveTo>
                <a:lnTo>
                  <a:pt x="4172204" y="658482"/>
                </a:lnTo>
                <a:lnTo>
                  <a:pt x="4172204" y="757351"/>
                </a:lnTo>
                <a:lnTo>
                  <a:pt x="3783901" y="1145590"/>
                </a:lnTo>
                <a:lnTo>
                  <a:pt x="3395675" y="757351"/>
                </a:lnTo>
                <a:lnTo>
                  <a:pt x="3783901" y="369138"/>
                </a:lnTo>
                <a:lnTo>
                  <a:pt x="4172204" y="757351"/>
                </a:lnTo>
                <a:lnTo>
                  <a:pt x="4172204" y="658482"/>
                </a:lnTo>
                <a:lnTo>
                  <a:pt x="3882809" y="369138"/>
                </a:lnTo>
                <a:lnTo>
                  <a:pt x="3783901" y="270243"/>
                </a:lnTo>
                <a:lnTo>
                  <a:pt x="3296780" y="757351"/>
                </a:lnTo>
                <a:lnTo>
                  <a:pt x="3783901" y="1244561"/>
                </a:lnTo>
                <a:lnTo>
                  <a:pt x="3808641" y="1219822"/>
                </a:lnTo>
                <a:lnTo>
                  <a:pt x="3759149" y="1170330"/>
                </a:lnTo>
                <a:lnTo>
                  <a:pt x="3783977" y="1195070"/>
                </a:lnTo>
                <a:lnTo>
                  <a:pt x="3808641" y="1219822"/>
                </a:lnTo>
                <a:lnTo>
                  <a:pt x="4271099" y="757351"/>
                </a:lnTo>
                <a:close/>
              </a:path>
              <a:path w="7562850" h="10696575">
                <a:moveTo>
                  <a:pt x="4299407" y="9945065"/>
                </a:moveTo>
                <a:lnTo>
                  <a:pt x="4200512" y="9846196"/>
                </a:lnTo>
                <a:lnTo>
                  <a:pt x="4200512" y="9945065"/>
                </a:lnTo>
                <a:lnTo>
                  <a:pt x="3812197" y="10333291"/>
                </a:lnTo>
                <a:lnTo>
                  <a:pt x="3423970" y="9945065"/>
                </a:lnTo>
                <a:lnTo>
                  <a:pt x="3812197" y="9556839"/>
                </a:lnTo>
                <a:lnTo>
                  <a:pt x="4200512" y="9945065"/>
                </a:lnTo>
                <a:lnTo>
                  <a:pt x="4200512" y="9846196"/>
                </a:lnTo>
                <a:lnTo>
                  <a:pt x="3911104" y="9556839"/>
                </a:lnTo>
                <a:lnTo>
                  <a:pt x="3812197" y="9457944"/>
                </a:lnTo>
                <a:lnTo>
                  <a:pt x="3325076" y="9945065"/>
                </a:lnTo>
                <a:lnTo>
                  <a:pt x="3812197" y="10432275"/>
                </a:lnTo>
                <a:lnTo>
                  <a:pt x="3836936" y="10407523"/>
                </a:lnTo>
                <a:lnTo>
                  <a:pt x="3787457" y="10358031"/>
                </a:lnTo>
                <a:lnTo>
                  <a:pt x="3812286" y="10382783"/>
                </a:lnTo>
                <a:lnTo>
                  <a:pt x="3836936" y="10407523"/>
                </a:lnTo>
                <a:lnTo>
                  <a:pt x="4299407" y="9945065"/>
                </a:lnTo>
                <a:close/>
              </a:path>
              <a:path w="7562850" h="10696575">
                <a:moveTo>
                  <a:pt x="4526686" y="757351"/>
                </a:moveTo>
                <a:lnTo>
                  <a:pt x="4427702" y="658393"/>
                </a:lnTo>
                <a:lnTo>
                  <a:pt x="4427702" y="757351"/>
                </a:lnTo>
                <a:lnTo>
                  <a:pt x="3783901" y="1401165"/>
                </a:lnTo>
                <a:lnTo>
                  <a:pt x="3140176" y="757351"/>
                </a:lnTo>
                <a:lnTo>
                  <a:pt x="3783901" y="113550"/>
                </a:lnTo>
                <a:lnTo>
                  <a:pt x="4427702" y="757351"/>
                </a:lnTo>
                <a:lnTo>
                  <a:pt x="4427702" y="658393"/>
                </a:lnTo>
                <a:lnTo>
                  <a:pt x="3882796" y="113550"/>
                </a:lnTo>
                <a:lnTo>
                  <a:pt x="3783901" y="14655"/>
                </a:lnTo>
                <a:lnTo>
                  <a:pt x="3041192" y="757351"/>
                </a:lnTo>
                <a:lnTo>
                  <a:pt x="3783901" y="1500060"/>
                </a:lnTo>
                <a:lnTo>
                  <a:pt x="3808641" y="1475308"/>
                </a:lnTo>
                <a:lnTo>
                  <a:pt x="4526686" y="757351"/>
                </a:lnTo>
                <a:close/>
              </a:path>
              <a:path w="7562850" h="10696575">
                <a:moveTo>
                  <a:pt x="4554982" y="9945065"/>
                </a:moveTo>
                <a:lnTo>
                  <a:pt x="4455998" y="9846094"/>
                </a:lnTo>
                <a:lnTo>
                  <a:pt x="4455998" y="9945065"/>
                </a:lnTo>
                <a:lnTo>
                  <a:pt x="3812197" y="10588866"/>
                </a:lnTo>
                <a:lnTo>
                  <a:pt x="3168472" y="9945065"/>
                </a:lnTo>
                <a:lnTo>
                  <a:pt x="3812197" y="9301264"/>
                </a:lnTo>
                <a:lnTo>
                  <a:pt x="4455998" y="9945065"/>
                </a:lnTo>
                <a:lnTo>
                  <a:pt x="4455998" y="9846094"/>
                </a:lnTo>
                <a:lnTo>
                  <a:pt x="3911104" y="9301264"/>
                </a:lnTo>
                <a:lnTo>
                  <a:pt x="3812197" y="9202369"/>
                </a:lnTo>
                <a:lnTo>
                  <a:pt x="3069501" y="9945065"/>
                </a:lnTo>
                <a:lnTo>
                  <a:pt x="3812197" y="10687761"/>
                </a:lnTo>
                <a:lnTo>
                  <a:pt x="3836936" y="10663022"/>
                </a:lnTo>
                <a:lnTo>
                  <a:pt x="4554982" y="9945065"/>
                </a:lnTo>
                <a:close/>
              </a:path>
              <a:path w="7562850" h="10696575">
                <a:moveTo>
                  <a:pt x="6497523" y="757351"/>
                </a:moveTo>
                <a:lnTo>
                  <a:pt x="6398539" y="658418"/>
                </a:lnTo>
                <a:lnTo>
                  <a:pt x="6398539" y="757351"/>
                </a:lnTo>
                <a:lnTo>
                  <a:pt x="6257328" y="898575"/>
                </a:lnTo>
                <a:lnTo>
                  <a:pt x="6116117" y="757351"/>
                </a:lnTo>
                <a:lnTo>
                  <a:pt x="6257328" y="616140"/>
                </a:lnTo>
                <a:lnTo>
                  <a:pt x="6398539" y="757351"/>
                </a:lnTo>
                <a:lnTo>
                  <a:pt x="6398539" y="658418"/>
                </a:lnTo>
                <a:lnTo>
                  <a:pt x="6356248" y="616140"/>
                </a:lnTo>
                <a:lnTo>
                  <a:pt x="6257328" y="517258"/>
                </a:lnTo>
                <a:lnTo>
                  <a:pt x="6017222" y="757351"/>
                </a:lnTo>
                <a:lnTo>
                  <a:pt x="6257328" y="997458"/>
                </a:lnTo>
                <a:lnTo>
                  <a:pt x="6282067" y="972718"/>
                </a:lnTo>
                <a:lnTo>
                  <a:pt x="6497523" y="757351"/>
                </a:lnTo>
                <a:close/>
              </a:path>
              <a:path w="7562850" h="10696575">
                <a:moveTo>
                  <a:pt x="6744525" y="757351"/>
                </a:moveTo>
                <a:lnTo>
                  <a:pt x="6645643" y="658495"/>
                </a:lnTo>
                <a:lnTo>
                  <a:pt x="6645643" y="757351"/>
                </a:lnTo>
                <a:lnTo>
                  <a:pt x="6257328" y="1145590"/>
                </a:lnTo>
                <a:lnTo>
                  <a:pt x="5869102" y="757351"/>
                </a:lnTo>
                <a:lnTo>
                  <a:pt x="6257328" y="369138"/>
                </a:lnTo>
                <a:lnTo>
                  <a:pt x="6645643" y="757351"/>
                </a:lnTo>
                <a:lnTo>
                  <a:pt x="6645643" y="658495"/>
                </a:lnTo>
                <a:lnTo>
                  <a:pt x="6356236" y="369138"/>
                </a:lnTo>
                <a:lnTo>
                  <a:pt x="6257328" y="270243"/>
                </a:lnTo>
                <a:lnTo>
                  <a:pt x="5770207" y="757351"/>
                </a:lnTo>
                <a:lnTo>
                  <a:pt x="6257328" y="1244561"/>
                </a:lnTo>
                <a:lnTo>
                  <a:pt x="6282067" y="1219822"/>
                </a:lnTo>
                <a:lnTo>
                  <a:pt x="6232576" y="1170330"/>
                </a:lnTo>
                <a:lnTo>
                  <a:pt x="6257417" y="1195070"/>
                </a:lnTo>
                <a:lnTo>
                  <a:pt x="6282067" y="1219822"/>
                </a:lnTo>
                <a:lnTo>
                  <a:pt x="6744525" y="757351"/>
                </a:lnTo>
                <a:close/>
              </a:path>
              <a:path w="7562850" h="10696575">
                <a:moveTo>
                  <a:pt x="7000113" y="757351"/>
                </a:moveTo>
                <a:lnTo>
                  <a:pt x="6901129" y="658393"/>
                </a:lnTo>
                <a:lnTo>
                  <a:pt x="6901129" y="757351"/>
                </a:lnTo>
                <a:lnTo>
                  <a:pt x="6257328" y="1401165"/>
                </a:lnTo>
                <a:lnTo>
                  <a:pt x="5613603" y="757351"/>
                </a:lnTo>
                <a:lnTo>
                  <a:pt x="6257328" y="113550"/>
                </a:lnTo>
                <a:lnTo>
                  <a:pt x="6901129" y="757351"/>
                </a:lnTo>
                <a:lnTo>
                  <a:pt x="6901129" y="658393"/>
                </a:lnTo>
                <a:lnTo>
                  <a:pt x="6356223" y="113550"/>
                </a:lnTo>
                <a:lnTo>
                  <a:pt x="6257328" y="14655"/>
                </a:lnTo>
                <a:lnTo>
                  <a:pt x="5514619" y="757351"/>
                </a:lnTo>
                <a:lnTo>
                  <a:pt x="6257328" y="1500060"/>
                </a:lnTo>
                <a:lnTo>
                  <a:pt x="6282067" y="1475308"/>
                </a:lnTo>
                <a:lnTo>
                  <a:pt x="7000113" y="757351"/>
                </a:lnTo>
                <a:close/>
              </a:path>
              <a:path w="7562850" h="10696575">
                <a:moveTo>
                  <a:pt x="7036143" y="9945065"/>
                </a:moveTo>
                <a:lnTo>
                  <a:pt x="6937159" y="9846094"/>
                </a:lnTo>
                <a:lnTo>
                  <a:pt x="6937159" y="9945065"/>
                </a:lnTo>
                <a:lnTo>
                  <a:pt x="6293358" y="10588866"/>
                </a:lnTo>
                <a:lnTo>
                  <a:pt x="5649633" y="9945065"/>
                </a:lnTo>
                <a:lnTo>
                  <a:pt x="6293358" y="9301264"/>
                </a:lnTo>
                <a:lnTo>
                  <a:pt x="6937159" y="9945065"/>
                </a:lnTo>
                <a:lnTo>
                  <a:pt x="6937159" y="9846094"/>
                </a:lnTo>
                <a:lnTo>
                  <a:pt x="6392265" y="9301264"/>
                </a:lnTo>
                <a:lnTo>
                  <a:pt x="6293358" y="9202369"/>
                </a:lnTo>
                <a:lnTo>
                  <a:pt x="5550662" y="9945065"/>
                </a:lnTo>
                <a:lnTo>
                  <a:pt x="6293358" y="10687761"/>
                </a:lnTo>
                <a:lnTo>
                  <a:pt x="6318097" y="10663022"/>
                </a:lnTo>
                <a:lnTo>
                  <a:pt x="7036143" y="9945065"/>
                </a:lnTo>
                <a:close/>
              </a:path>
              <a:path w="7562850" h="10696575">
                <a:moveTo>
                  <a:pt x="7562850" y="10219817"/>
                </a:moveTo>
                <a:lnTo>
                  <a:pt x="7086092" y="10696575"/>
                </a:lnTo>
                <a:lnTo>
                  <a:pt x="7185076" y="10696575"/>
                </a:lnTo>
                <a:lnTo>
                  <a:pt x="7562850" y="10318801"/>
                </a:lnTo>
                <a:lnTo>
                  <a:pt x="7562850" y="10219817"/>
                </a:lnTo>
                <a:close/>
              </a:path>
              <a:path w="7562850" h="10696575">
                <a:moveTo>
                  <a:pt x="7562850" y="9571330"/>
                </a:moveTo>
                <a:lnTo>
                  <a:pt x="6392253" y="8400732"/>
                </a:lnTo>
                <a:lnTo>
                  <a:pt x="6293358" y="8301837"/>
                </a:lnTo>
                <a:lnTo>
                  <a:pt x="5052771" y="9542424"/>
                </a:lnTo>
                <a:lnTo>
                  <a:pt x="5003292" y="9492945"/>
                </a:lnTo>
                <a:lnTo>
                  <a:pt x="5003292" y="9591904"/>
                </a:lnTo>
                <a:lnTo>
                  <a:pt x="4890173" y="9705022"/>
                </a:lnTo>
                <a:lnTo>
                  <a:pt x="4840694" y="9655556"/>
                </a:lnTo>
                <a:lnTo>
                  <a:pt x="4840694" y="9754502"/>
                </a:lnTo>
                <a:lnTo>
                  <a:pt x="4741405" y="9853790"/>
                </a:lnTo>
                <a:lnTo>
                  <a:pt x="3911092" y="9023464"/>
                </a:lnTo>
                <a:lnTo>
                  <a:pt x="3812197" y="8924569"/>
                </a:lnTo>
                <a:lnTo>
                  <a:pt x="2882696" y="9854070"/>
                </a:lnTo>
                <a:lnTo>
                  <a:pt x="2833205" y="9804578"/>
                </a:lnTo>
                <a:lnTo>
                  <a:pt x="2833205" y="9903562"/>
                </a:lnTo>
                <a:lnTo>
                  <a:pt x="2791701" y="9945065"/>
                </a:lnTo>
                <a:lnTo>
                  <a:pt x="2833205" y="9986581"/>
                </a:lnTo>
                <a:lnTo>
                  <a:pt x="2733916" y="10085870"/>
                </a:lnTo>
                <a:lnTo>
                  <a:pt x="2684437" y="10036391"/>
                </a:lnTo>
                <a:lnTo>
                  <a:pt x="2684437" y="10135349"/>
                </a:lnTo>
                <a:lnTo>
                  <a:pt x="2571292" y="10248494"/>
                </a:lnTo>
                <a:lnTo>
                  <a:pt x="2458174" y="10135387"/>
                </a:lnTo>
                <a:lnTo>
                  <a:pt x="2571331" y="10022256"/>
                </a:lnTo>
                <a:lnTo>
                  <a:pt x="2684437" y="10135349"/>
                </a:lnTo>
                <a:lnTo>
                  <a:pt x="2684437" y="10036391"/>
                </a:lnTo>
                <a:lnTo>
                  <a:pt x="2620822" y="9972764"/>
                </a:lnTo>
                <a:lnTo>
                  <a:pt x="2648521" y="9945065"/>
                </a:lnTo>
                <a:lnTo>
                  <a:pt x="2620822" y="9917379"/>
                </a:lnTo>
                <a:lnTo>
                  <a:pt x="2733929" y="9804273"/>
                </a:lnTo>
                <a:lnTo>
                  <a:pt x="2833205" y="9903562"/>
                </a:lnTo>
                <a:lnTo>
                  <a:pt x="2833205" y="9804578"/>
                </a:lnTo>
                <a:lnTo>
                  <a:pt x="2783421" y="9754781"/>
                </a:lnTo>
                <a:lnTo>
                  <a:pt x="3812197" y="8726005"/>
                </a:lnTo>
                <a:lnTo>
                  <a:pt x="4840694" y="9754502"/>
                </a:lnTo>
                <a:lnTo>
                  <a:pt x="4840694" y="9655556"/>
                </a:lnTo>
                <a:lnTo>
                  <a:pt x="3911092" y="8726005"/>
                </a:lnTo>
                <a:lnTo>
                  <a:pt x="3812197" y="8627110"/>
                </a:lnTo>
                <a:lnTo>
                  <a:pt x="2733929" y="9705302"/>
                </a:lnTo>
                <a:lnTo>
                  <a:pt x="2684437" y="9655810"/>
                </a:lnTo>
                <a:lnTo>
                  <a:pt x="2684437" y="9754794"/>
                </a:lnTo>
                <a:lnTo>
                  <a:pt x="2571331" y="9867887"/>
                </a:lnTo>
                <a:lnTo>
                  <a:pt x="2521839" y="9818408"/>
                </a:lnTo>
                <a:lnTo>
                  <a:pt x="2521839" y="9917379"/>
                </a:lnTo>
                <a:lnTo>
                  <a:pt x="2494153" y="9945065"/>
                </a:lnTo>
                <a:lnTo>
                  <a:pt x="2521839" y="9972764"/>
                </a:lnTo>
                <a:lnTo>
                  <a:pt x="2408694" y="10085908"/>
                </a:lnTo>
                <a:lnTo>
                  <a:pt x="2309406" y="9986620"/>
                </a:lnTo>
                <a:lnTo>
                  <a:pt x="2350960" y="9945065"/>
                </a:lnTo>
                <a:lnTo>
                  <a:pt x="2309406" y="9903523"/>
                </a:lnTo>
                <a:lnTo>
                  <a:pt x="2408694" y="9804235"/>
                </a:lnTo>
                <a:lnTo>
                  <a:pt x="2521839" y="9917379"/>
                </a:lnTo>
                <a:lnTo>
                  <a:pt x="2521839" y="9818408"/>
                </a:lnTo>
                <a:lnTo>
                  <a:pt x="2458174" y="9754756"/>
                </a:lnTo>
                <a:lnTo>
                  <a:pt x="2571292" y="9641637"/>
                </a:lnTo>
                <a:lnTo>
                  <a:pt x="2684437" y="9754794"/>
                </a:lnTo>
                <a:lnTo>
                  <a:pt x="2684437" y="9655810"/>
                </a:lnTo>
                <a:lnTo>
                  <a:pt x="2620784" y="9592145"/>
                </a:lnTo>
                <a:lnTo>
                  <a:pt x="3812197" y="8400732"/>
                </a:lnTo>
                <a:lnTo>
                  <a:pt x="5003292" y="9591904"/>
                </a:lnTo>
                <a:lnTo>
                  <a:pt x="5003292" y="9492945"/>
                </a:lnTo>
                <a:lnTo>
                  <a:pt x="3911092" y="8400732"/>
                </a:lnTo>
                <a:lnTo>
                  <a:pt x="3812197" y="8301837"/>
                </a:lnTo>
                <a:lnTo>
                  <a:pt x="2571331" y="9542704"/>
                </a:lnTo>
                <a:lnTo>
                  <a:pt x="1429372" y="8400732"/>
                </a:lnTo>
                <a:lnTo>
                  <a:pt x="1330477" y="8301837"/>
                </a:lnTo>
                <a:lnTo>
                  <a:pt x="0" y="9632315"/>
                </a:lnTo>
                <a:lnTo>
                  <a:pt x="0" y="9731210"/>
                </a:lnTo>
                <a:lnTo>
                  <a:pt x="1330477" y="8400732"/>
                </a:lnTo>
                <a:lnTo>
                  <a:pt x="2521851" y="9592183"/>
                </a:lnTo>
                <a:lnTo>
                  <a:pt x="2408732" y="9705302"/>
                </a:lnTo>
                <a:lnTo>
                  <a:pt x="1429372" y="8726005"/>
                </a:lnTo>
                <a:lnTo>
                  <a:pt x="1330477" y="8627110"/>
                </a:lnTo>
                <a:lnTo>
                  <a:pt x="12433" y="9945065"/>
                </a:lnTo>
                <a:lnTo>
                  <a:pt x="763981" y="10696575"/>
                </a:lnTo>
                <a:lnTo>
                  <a:pt x="862914" y="10696575"/>
                </a:lnTo>
                <a:lnTo>
                  <a:pt x="111417" y="9945065"/>
                </a:lnTo>
                <a:lnTo>
                  <a:pt x="1330477" y="8726005"/>
                </a:lnTo>
                <a:lnTo>
                  <a:pt x="2359253" y="9754781"/>
                </a:lnTo>
                <a:lnTo>
                  <a:pt x="2259965" y="9854070"/>
                </a:lnTo>
                <a:lnTo>
                  <a:pt x="1429372" y="9023464"/>
                </a:lnTo>
                <a:lnTo>
                  <a:pt x="1330477" y="8924569"/>
                </a:lnTo>
                <a:lnTo>
                  <a:pt x="309981" y="9945065"/>
                </a:lnTo>
                <a:lnTo>
                  <a:pt x="1061491" y="10696575"/>
                </a:lnTo>
                <a:lnTo>
                  <a:pt x="1160449" y="10696575"/>
                </a:lnTo>
                <a:lnTo>
                  <a:pt x="408876" y="9945065"/>
                </a:lnTo>
                <a:lnTo>
                  <a:pt x="1330477" y="9023464"/>
                </a:lnTo>
                <a:lnTo>
                  <a:pt x="2210524" y="9903511"/>
                </a:lnTo>
                <a:lnTo>
                  <a:pt x="2168969" y="9945065"/>
                </a:lnTo>
                <a:lnTo>
                  <a:pt x="2210511" y="9986632"/>
                </a:lnTo>
                <a:lnTo>
                  <a:pt x="1500492" y="10696575"/>
                </a:lnTo>
                <a:lnTo>
                  <a:pt x="1599463" y="10696575"/>
                </a:lnTo>
                <a:lnTo>
                  <a:pt x="2259952" y="10036073"/>
                </a:lnTo>
                <a:lnTo>
                  <a:pt x="2359241" y="10135362"/>
                </a:lnTo>
                <a:lnTo>
                  <a:pt x="1798027" y="10696575"/>
                </a:lnTo>
                <a:lnTo>
                  <a:pt x="1896960" y="10696575"/>
                </a:lnTo>
                <a:lnTo>
                  <a:pt x="2408732" y="10184841"/>
                </a:lnTo>
                <a:lnTo>
                  <a:pt x="2521839" y="10297947"/>
                </a:lnTo>
                <a:lnTo>
                  <a:pt x="2123211" y="10696575"/>
                </a:lnTo>
                <a:lnTo>
                  <a:pt x="2222195" y="10696575"/>
                </a:lnTo>
                <a:lnTo>
                  <a:pt x="2571331" y="10347439"/>
                </a:lnTo>
                <a:lnTo>
                  <a:pt x="2920479" y="10696575"/>
                </a:lnTo>
                <a:lnTo>
                  <a:pt x="3019412" y="10696575"/>
                </a:lnTo>
                <a:lnTo>
                  <a:pt x="2620784" y="10297985"/>
                </a:lnTo>
                <a:lnTo>
                  <a:pt x="2733929" y="10184841"/>
                </a:lnTo>
                <a:lnTo>
                  <a:pt x="3245713" y="10696575"/>
                </a:lnTo>
                <a:lnTo>
                  <a:pt x="3344634" y="10696575"/>
                </a:lnTo>
                <a:lnTo>
                  <a:pt x="2783408" y="10135362"/>
                </a:lnTo>
                <a:lnTo>
                  <a:pt x="2882696" y="10036073"/>
                </a:lnTo>
                <a:lnTo>
                  <a:pt x="3543211" y="10696575"/>
                </a:lnTo>
                <a:lnTo>
                  <a:pt x="3642169" y="10696575"/>
                </a:lnTo>
                <a:lnTo>
                  <a:pt x="2932150" y="9986620"/>
                </a:lnTo>
                <a:lnTo>
                  <a:pt x="2973705" y="9945065"/>
                </a:lnTo>
                <a:lnTo>
                  <a:pt x="2932150" y="9903511"/>
                </a:lnTo>
                <a:lnTo>
                  <a:pt x="3812197" y="9023464"/>
                </a:lnTo>
                <a:lnTo>
                  <a:pt x="4691964" y="9903231"/>
                </a:lnTo>
                <a:lnTo>
                  <a:pt x="4650130" y="9945065"/>
                </a:lnTo>
                <a:lnTo>
                  <a:pt x="4691951" y="9986899"/>
                </a:lnTo>
                <a:lnTo>
                  <a:pt x="3982224" y="10696575"/>
                </a:lnTo>
                <a:lnTo>
                  <a:pt x="4081183" y="10696575"/>
                </a:lnTo>
                <a:lnTo>
                  <a:pt x="4741405" y="10036353"/>
                </a:lnTo>
                <a:lnTo>
                  <a:pt x="4840694" y="10135641"/>
                </a:lnTo>
                <a:lnTo>
                  <a:pt x="4279760" y="10696575"/>
                </a:lnTo>
                <a:lnTo>
                  <a:pt x="4378680" y="10696575"/>
                </a:lnTo>
                <a:lnTo>
                  <a:pt x="4890173" y="10185121"/>
                </a:lnTo>
                <a:lnTo>
                  <a:pt x="5003279" y="10298227"/>
                </a:lnTo>
                <a:lnTo>
                  <a:pt x="4604944" y="10696575"/>
                </a:lnTo>
                <a:lnTo>
                  <a:pt x="4703915" y="10696575"/>
                </a:lnTo>
                <a:lnTo>
                  <a:pt x="5052771" y="10347719"/>
                </a:lnTo>
                <a:lnTo>
                  <a:pt x="5401640" y="10696575"/>
                </a:lnTo>
                <a:lnTo>
                  <a:pt x="5500573" y="10696575"/>
                </a:lnTo>
                <a:lnTo>
                  <a:pt x="5102225" y="10298265"/>
                </a:lnTo>
                <a:lnTo>
                  <a:pt x="5215369" y="10185121"/>
                </a:lnTo>
                <a:lnTo>
                  <a:pt x="5726862" y="10696575"/>
                </a:lnTo>
                <a:lnTo>
                  <a:pt x="5825795" y="10696575"/>
                </a:lnTo>
                <a:lnTo>
                  <a:pt x="5264848" y="10135641"/>
                </a:lnTo>
                <a:lnTo>
                  <a:pt x="5364137" y="10036353"/>
                </a:lnTo>
                <a:lnTo>
                  <a:pt x="6024372" y="10696575"/>
                </a:lnTo>
                <a:lnTo>
                  <a:pt x="6123330" y="10696575"/>
                </a:lnTo>
                <a:lnTo>
                  <a:pt x="5413591" y="9986899"/>
                </a:lnTo>
                <a:lnTo>
                  <a:pt x="5455424" y="9945065"/>
                </a:lnTo>
                <a:lnTo>
                  <a:pt x="5413591" y="9903231"/>
                </a:lnTo>
                <a:lnTo>
                  <a:pt x="6293358" y="9023464"/>
                </a:lnTo>
                <a:lnTo>
                  <a:pt x="7214959" y="9945065"/>
                </a:lnTo>
                <a:lnTo>
                  <a:pt x="6463385" y="10696575"/>
                </a:lnTo>
                <a:lnTo>
                  <a:pt x="6562344" y="10696575"/>
                </a:lnTo>
                <a:lnTo>
                  <a:pt x="7313841" y="9945065"/>
                </a:lnTo>
                <a:lnTo>
                  <a:pt x="6392253" y="9023464"/>
                </a:lnTo>
                <a:lnTo>
                  <a:pt x="6293358" y="8924569"/>
                </a:lnTo>
                <a:lnTo>
                  <a:pt x="5364137" y="9853790"/>
                </a:lnTo>
                <a:lnTo>
                  <a:pt x="5314645" y="9804298"/>
                </a:lnTo>
                <a:lnTo>
                  <a:pt x="5314645" y="9903282"/>
                </a:lnTo>
                <a:lnTo>
                  <a:pt x="5272862" y="9945065"/>
                </a:lnTo>
                <a:lnTo>
                  <a:pt x="5314645" y="9986861"/>
                </a:lnTo>
                <a:lnTo>
                  <a:pt x="5215356" y="10086149"/>
                </a:lnTo>
                <a:lnTo>
                  <a:pt x="5165877" y="10036670"/>
                </a:lnTo>
                <a:lnTo>
                  <a:pt x="5165877" y="10135629"/>
                </a:lnTo>
                <a:lnTo>
                  <a:pt x="5052733" y="10248773"/>
                </a:lnTo>
                <a:lnTo>
                  <a:pt x="4939627" y="10135667"/>
                </a:lnTo>
                <a:lnTo>
                  <a:pt x="5052771" y="10022535"/>
                </a:lnTo>
                <a:lnTo>
                  <a:pt x="5165877" y="10135629"/>
                </a:lnTo>
                <a:lnTo>
                  <a:pt x="5165877" y="10036670"/>
                </a:lnTo>
                <a:lnTo>
                  <a:pt x="5102263" y="9973043"/>
                </a:lnTo>
                <a:lnTo>
                  <a:pt x="5130241" y="9945065"/>
                </a:lnTo>
                <a:lnTo>
                  <a:pt x="5102263" y="9917100"/>
                </a:lnTo>
                <a:lnTo>
                  <a:pt x="5215369" y="9803994"/>
                </a:lnTo>
                <a:lnTo>
                  <a:pt x="5314645" y="9903282"/>
                </a:lnTo>
                <a:lnTo>
                  <a:pt x="5314645" y="9804298"/>
                </a:lnTo>
                <a:lnTo>
                  <a:pt x="5264861" y="9754502"/>
                </a:lnTo>
                <a:lnTo>
                  <a:pt x="6293358" y="8726005"/>
                </a:lnTo>
                <a:lnTo>
                  <a:pt x="7512418" y="9945065"/>
                </a:lnTo>
                <a:lnTo>
                  <a:pt x="6760908" y="10696575"/>
                </a:lnTo>
                <a:lnTo>
                  <a:pt x="6859841" y="10696575"/>
                </a:lnTo>
                <a:lnTo>
                  <a:pt x="7562850" y="9993617"/>
                </a:lnTo>
                <a:lnTo>
                  <a:pt x="7562850" y="9896513"/>
                </a:lnTo>
                <a:lnTo>
                  <a:pt x="6392253" y="8726005"/>
                </a:lnTo>
                <a:lnTo>
                  <a:pt x="6293358" y="8627110"/>
                </a:lnTo>
                <a:lnTo>
                  <a:pt x="5215369" y="9705022"/>
                </a:lnTo>
                <a:lnTo>
                  <a:pt x="5165877" y="9655531"/>
                </a:lnTo>
                <a:lnTo>
                  <a:pt x="5165877" y="9754514"/>
                </a:lnTo>
                <a:lnTo>
                  <a:pt x="5052771" y="9867621"/>
                </a:lnTo>
                <a:lnTo>
                  <a:pt x="5003279" y="9818141"/>
                </a:lnTo>
                <a:lnTo>
                  <a:pt x="5003279" y="9917100"/>
                </a:lnTo>
                <a:lnTo>
                  <a:pt x="4975314" y="9945065"/>
                </a:lnTo>
                <a:lnTo>
                  <a:pt x="5003279" y="9973043"/>
                </a:lnTo>
                <a:lnTo>
                  <a:pt x="4890135" y="10086188"/>
                </a:lnTo>
                <a:lnTo>
                  <a:pt x="4790859" y="9986899"/>
                </a:lnTo>
                <a:lnTo>
                  <a:pt x="4832693" y="9945065"/>
                </a:lnTo>
                <a:lnTo>
                  <a:pt x="4790859" y="9903231"/>
                </a:lnTo>
                <a:lnTo>
                  <a:pt x="4890135" y="9803955"/>
                </a:lnTo>
                <a:lnTo>
                  <a:pt x="5003279" y="9917100"/>
                </a:lnTo>
                <a:lnTo>
                  <a:pt x="5003279" y="9818141"/>
                </a:lnTo>
                <a:lnTo>
                  <a:pt x="4939614" y="9754476"/>
                </a:lnTo>
                <a:lnTo>
                  <a:pt x="5052733" y="9641357"/>
                </a:lnTo>
                <a:lnTo>
                  <a:pt x="5165877" y="9754514"/>
                </a:lnTo>
                <a:lnTo>
                  <a:pt x="5165877" y="9655531"/>
                </a:lnTo>
                <a:lnTo>
                  <a:pt x="5102225" y="9591865"/>
                </a:lnTo>
                <a:lnTo>
                  <a:pt x="6293358" y="8400732"/>
                </a:lnTo>
                <a:lnTo>
                  <a:pt x="7562850" y="9670288"/>
                </a:lnTo>
                <a:lnTo>
                  <a:pt x="7562850" y="9571330"/>
                </a:lnTo>
                <a:close/>
              </a:path>
              <a:path w="7562850" h="10696575">
                <a:moveTo>
                  <a:pt x="7562850" y="744829"/>
                </a:moveTo>
                <a:lnTo>
                  <a:pt x="6817957" y="0"/>
                </a:lnTo>
                <a:lnTo>
                  <a:pt x="6719024" y="0"/>
                </a:lnTo>
                <a:lnTo>
                  <a:pt x="7476388" y="757351"/>
                </a:lnTo>
                <a:lnTo>
                  <a:pt x="6257328" y="1976424"/>
                </a:lnTo>
                <a:lnTo>
                  <a:pt x="5232679" y="951788"/>
                </a:lnTo>
                <a:lnTo>
                  <a:pt x="5331968" y="852500"/>
                </a:lnTo>
                <a:lnTo>
                  <a:pt x="6257328" y="1777847"/>
                </a:lnTo>
                <a:lnTo>
                  <a:pt x="6282067" y="1753108"/>
                </a:lnTo>
                <a:lnTo>
                  <a:pt x="6232576" y="1703616"/>
                </a:lnTo>
                <a:lnTo>
                  <a:pt x="6257417" y="1728355"/>
                </a:lnTo>
                <a:lnTo>
                  <a:pt x="6282067" y="1753108"/>
                </a:lnTo>
                <a:lnTo>
                  <a:pt x="7277811" y="757351"/>
                </a:lnTo>
                <a:lnTo>
                  <a:pt x="6520447" y="0"/>
                </a:lnTo>
                <a:lnTo>
                  <a:pt x="6421564" y="0"/>
                </a:lnTo>
                <a:lnTo>
                  <a:pt x="7178916" y="757351"/>
                </a:lnTo>
                <a:lnTo>
                  <a:pt x="6257328" y="1678863"/>
                </a:lnTo>
                <a:lnTo>
                  <a:pt x="5381422" y="803046"/>
                </a:lnTo>
                <a:lnTo>
                  <a:pt x="5427116" y="757351"/>
                </a:lnTo>
                <a:lnTo>
                  <a:pt x="5381422" y="711669"/>
                </a:lnTo>
                <a:lnTo>
                  <a:pt x="6093091" y="0"/>
                </a:lnTo>
                <a:lnTo>
                  <a:pt x="5994197" y="0"/>
                </a:lnTo>
                <a:lnTo>
                  <a:pt x="5331968" y="662216"/>
                </a:lnTo>
                <a:lnTo>
                  <a:pt x="5282489" y="612736"/>
                </a:lnTo>
                <a:lnTo>
                  <a:pt x="5282489" y="711695"/>
                </a:lnTo>
                <a:lnTo>
                  <a:pt x="5236832" y="757351"/>
                </a:lnTo>
                <a:lnTo>
                  <a:pt x="5282489" y="803021"/>
                </a:lnTo>
                <a:lnTo>
                  <a:pt x="5183200" y="902296"/>
                </a:lnTo>
                <a:lnTo>
                  <a:pt x="5133721" y="852817"/>
                </a:lnTo>
                <a:lnTo>
                  <a:pt x="5133721" y="951788"/>
                </a:lnTo>
                <a:lnTo>
                  <a:pt x="5020576" y="1064933"/>
                </a:lnTo>
                <a:lnTo>
                  <a:pt x="4971123" y="1015492"/>
                </a:lnTo>
                <a:lnTo>
                  <a:pt x="4971123" y="1114386"/>
                </a:lnTo>
                <a:lnTo>
                  <a:pt x="3783901" y="2301608"/>
                </a:lnTo>
                <a:lnTo>
                  <a:pt x="2588628" y="1106398"/>
                </a:lnTo>
                <a:lnTo>
                  <a:pt x="2701772" y="993254"/>
                </a:lnTo>
                <a:lnTo>
                  <a:pt x="3783901" y="2075307"/>
                </a:lnTo>
                <a:lnTo>
                  <a:pt x="3808641" y="2050567"/>
                </a:lnTo>
                <a:lnTo>
                  <a:pt x="4858004" y="1001268"/>
                </a:lnTo>
                <a:lnTo>
                  <a:pt x="4971123" y="1114386"/>
                </a:lnTo>
                <a:lnTo>
                  <a:pt x="4971123" y="1015492"/>
                </a:lnTo>
                <a:lnTo>
                  <a:pt x="4907458" y="951826"/>
                </a:lnTo>
                <a:lnTo>
                  <a:pt x="5020602" y="838682"/>
                </a:lnTo>
                <a:lnTo>
                  <a:pt x="5133721" y="951788"/>
                </a:lnTo>
                <a:lnTo>
                  <a:pt x="5133721" y="852817"/>
                </a:lnTo>
                <a:lnTo>
                  <a:pt x="5070094" y="789190"/>
                </a:lnTo>
                <a:lnTo>
                  <a:pt x="5101933" y="757351"/>
                </a:lnTo>
                <a:lnTo>
                  <a:pt x="5070094" y="725525"/>
                </a:lnTo>
                <a:lnTo>
                  <a:pt x="5183200" y="612419"/>
                </a:lnTo>
                <a:lnTo>
                  <a:pt x="5282489" y="711695"/>
                </a:lnTo>
                <a:lnTo>
                  <a:pt x="5282489" y="612736"/>
                </a:lnTo>
                <a:lnTo>
                  <a:pt x="5232692" y="562927"/>
                </a:lnTo>
                <a:lnTo>
                  <a:pt x="5795619" y="0"/>
                </a:lnTo>
                <a:lnTo>
                  <a:pt x="5696699" y="0"/>
                </a:lnTo>
                <a:lnTo>
                  <a:pt x="5183200" y="513448"/>
                </a:lnTo>
                <a:lnTo>
                  <a:pt x="5133721" y="463969"/>
                </a:lnTo>
                <a:lnTo>
                  <a:pt x="5133721" y="562927"/>
                </a:lnTo>
                <a:lnTo>
                  <a:pt x="5020602" y="676033"/>
                </a:lnTo>
                <a:lnTo>
                  <a:pt x="4971123" y="626567"/>
                </a:lnTo>
                <a:lnTo>
                  <a:pt x="4971123" y="725525"/>
                </a:lnTo>
                <a:lnTo>
                  <a:pt x="4939284" y="757351"/>
                </a:lnTo>
                <a:lnTo>
                  <a:pt x="4971123" y="789203"/>
                </a:lnTo>
                <a:lnTo>
                  <a:pt x="4857978" y="902347"/>
                </a:lnTo>
                <a:lnTo>
                  <a:pt x="4808525" y="852906"/>
                </a:lnTo>
                <a:lnTo>
                  <a:pt x="4808525" y="951788"/>
                </a:lnTo>
                <a:lnTo>
                  <a:pt x="3783901" y="1976424"/>
                </a:lnTo>
                <a:lnTo>
                  <a:pt x="2751251" y="943775"/>
                </a:lnTo>
                <a:lnTo>
                  <a:pt x="2850540" y="844486"/>
                </a:lnTo>
                <a:lnTo>
                  <a:pt x="3783901" y="1777847"/>
                </a:lnTo>
                <a:lnTo>
                  <a:pt x="3808641" y="1753108"/>
                </a:lnTo>
                <a:lnTo>
                  <a:pt x="3759149" y="1703616"/>
                </a:lnTo>
                <a:lnTo>
                  <a:pt x="3783977" y="1728355"/>
                </a:lnTo>
                <a:lnTo>
                  <a:pt x="3808641" y="1753108"/>
                </a:lnTo>
                <a:lnTo>
                  <a:pt x="4709236" y="852500"/>
                </a:lnTo>
                <a:lnTo>
                  <a:pt x="4808525" y="951788"/>
                </a:lnTo>
                <a:lnTo>
                  <a:pt x="4808525" y="852906"/>
                </a:lnTo>
                <a:lnTo>
                  <a:pt x="4758677" y="803059"/>
                </a:lnTo>
                <a:lnTo>
                  <a:pt x="4804384" y="757351"/>
                </a:lnTo>
                <a:lnTo>
                  <a:pt x="4758690" y="711669"/>
                </a:lnTo>
                <a:lnTo>
                  <a:pt x="4857978" y="612381"/>
                </a:lnTo>
                <a:lnTo>
                  <a:pt x="4971123" y="725525"/>
                </a:lnTo>
                <a:lnTo>
                  <a:pt x="4971123" y="626567"/>
                </a:lnTo>
                <a:lnTo>
                  <a:pt x="4907458" y="562902"/>
                </a:lnTo>
                <a:lnTo>
                  <a:pt x="5020576" y="449783"/>
                </a:lnTo>
                <a:lnTo>
                  <a:pt x="5133721" y="562927"/>
                </a:lnTo>
                <a:lnTo>
                  <a:pt x="5133721" y="463969"/>
                </a:lnTo>
                <a:lnTo>
                  <a:pt x="5070056" y="400304"/>
                </a:lnTo>
                <a:lnTo>
                  <a:pt x="5470360" y="0"/>
                </a:lnTo>
                <a:lnTo>
                  <a:pt x="5371465" y="0"/>
                </a:lnTo>
                <a:lnTo>
                  <a:pt x="5020602" y="350850"/>
                </a:lnTo>
                <a:lnTo>
                  <a:pt x="4669764" y="0"/>
                </a:lnTo>
                <a:lnTo>
                  <a:pt x="4570819" y="0"/>
                </a:lnTo>
                <a:lnTo>
                  <a:pt x="4971123" y="400329"/>
                </a:lnTo>
                <a:lnTo>
                  <a:pt x="4858004" y="513448"/>
                </a:lnTo>
                <a:lnTo>
                  <a:pt x="4344530" y="0"/>
                </a:lnTo>
                <a:lnTo>
                  <a:pt x="4245597" y="0"/>
                </a:lnTo>
                <a:lnTo>
                  <a:pt x="4808525" y="562927"/>
                </a:lnTo>
                <a:lnTo>
                  <a:pt x="4709236" y="662216"/>
                </a:lnTo>
                <a:lnTo>
                  <a:pt x="4047020" y="0"/>
                </a:lnTo>
                <a:lnTo>
                  <a:pt x="3948125" y="0"/>
                </a:lnTo>
                <a:lnTo>
                  <a:pt x="4659782" y="711669"/>
                </a:lnTo>
                <a:lnTo>
                  <a:pt x="4614100" y="757351"/>
                </a:lnTo>
                <a:lnTo>
                  <a:pt x="4659782" y="803046"/>
                </a:lnTo>
                <a:lnTo>
                  <a:pt x="3783901" y="1678863"/>
                </a:lnTo>
                <a:lnTo>
                  <a:pt x="2899981" y="795045"/>
                </a:lnTo>
                <a:lnTo>
                  <a:pt x="2937675" y="757351"/>
                </a:lnTo>
                <a:lnTo>
                  <a:pt x="2899981" y="719670"/>
                </a:lnTo>
                <a:lnTo>
                  <a:pt x="3619665" y="0"/>
                </a:lnTo>
                <a:lnTo>
                  <a:pt x="3520770" y="0"/>
                </a:lnTo>
                <a:lnTo>
                  <a:pt x="2850540" y="670229"/>
                </a:lnTo>
                <a:lnTo>
                  <a:pt x="2801048" y="620737"/>
                </a:lnTo>
                <a:lnTo>
                  <a:pt x="2801048" y="719709"/>
                </a:lnTo>
                <a:lnTo>
                  <a:pt x="2763405" y="757351"/>
                </a:lnTo>
                <a:lnTo>
                  <a:pt x="2801048" y="795007"/>
                </a:lnTo>
                <a:lnTo>
                  <a:pt x="2701760" y="894295"/>
                </a:lnTo>
                <a:lnTo>
                  <a:pt x="2652280" y="844816"/>
                </a:lnTo>
                <a:lnTo>
                  <a:pt x="2652280" y="943775"/>
                </a:lnTo>
                <a:lnTo>
                  <a:pt x="2539136" y="1056919"/>
                </a:lnTo>
                <a:lnTo>
                  <a:pt x="2426017" y="943813"/>
                </a:lnTo>
                <a:lnTo>
                  <a:pt x="2539161" y="830668"/>
                </a:lnTo>
                <a:lnTo>
                  <a:pt x="2652280" y="943775"/>
                </a:lnTo>
                <a:lnTo>
                  <a:pt x="2652280" y="844816"/>
                </a:lnTo>
                <a:lnTo>
                  <a:pt x="2588653" y="781189"/>
                </a:lnTo>
                <a:lnTo>
                  <a:pt x="2612491" y="757351"/>
                </a:lnTo>
                <a:lnTo>
                  <a:pt x="2588653" y="733526"/>
                </a:lnTo>
                <a:lnTo>
                  <a:pt x="2701760" y="620420"/>
                </a:lnTo>
                <a:lnTo>
                  <a:pt x="2801048" y="719709"/>
                </a:lnTo>
                <a:lnTo>
                  <a:pt x="2801048" y="620737"/>
                </a:lnTo>
                <a:lnTo>
                  <a:pt x="2751251" y="570941"/>
                </a:lnTo>
                <a:lnTo>
                  <a:pt x="3322193" y="0"/>
                </a:lnTo>
                <a:lnTo>
                  <a:pt x="3223272" y="0"/>
                </a:lnTo>
                <a:lnTo>
                  <a:pt x="2701772" y="521462"/>
                </a:lnTo>
                <a:lnTo>
                  <a:pt x="2652280" y="471970"/>
                </a:lnTo>
                <a:lnTo>
                  <a:pt x="2652280" y="570941"/>
                </a:lnTo>
                <a:lnTo>
                  <a:pt x="2539161" y="684047"/>
                </a:lnTo>
                <a:lnTo>
                  <a:pt x="2489682" y="634568"/>
                </a:lnTo>
                <a:lnTo>
                  <a:pt x="2489682" y="733539"/>
                </a:lnTo>
                <a:lnTo>
                  <a:pt x="2465857" y="757351"/>
                </a:lnTo>
                <a:lnTo>
                  <a:pt x="2489682" y="781189"/>
                </a:lnTo>
                <a:lnTo>
                  <a:pt x="2376538" y="894334"/>
                </a:lnTo>
                <a:lnTo>
                  <a:pt x="2277237" y="795045"/>
                </a:lnTo>
                <a:lnTo>
                  <a:pt x="2314930" y="757351"/>
                </a:lnTo>
                <a:lnTo>
                  <a:pt x="2277237" y="719683"/>
                </a:lnTo>
                <a:lnTo>
                  <a:pt x="2376525" y="620395"/>
                </a:lnTo>
                <a:lnTo>
                  <a:pt x="2489682" y="733539"/>
                </a:lnTo>
                <a:lnTo>
                  <a:pt x="2489682" y="634568"/>
                </a:lnTo>
                <a:lnTo>
                  <a:pt x="2426017" y="570903"/>
                </a:lnTo>
                <a:lnTo>
                  <a:pt x="2539123" y="457796"/>
                </a:lnTo>
                <a:lnTo>
                  <a:pt x="2652280" y="570941"/>
                </a:lnTo>
                <a:lnTo>
                  <a:pt x="2652280" y="471970"/>
                </a:lnTo>
                <a:lnTo>
                  <a:pt x="2588615" y="408305"/>
                </a:lnTo>
                <a:lnTo>
                  <a:pt x="2996920" y="0"/>
                </a:lnTo>
                <a:lnTo>
                  <a:pt x="2898038" y="0"/>
                </a:lnTo>
                <a:lnTo>
                  <a:pt x="2539174" y="358863"/>
                </a:lnTo>
                <a:lnTo>
                  <a:pt x="2180310" y="0"/>
                </a:lnTo>
                <a:lnTo>
                  <a:pt x="2081364" y="0"/>
                </a:lnTo>
                <a:lnTo>
                  <a:pt x="2489682" y="408343"/>
                </a:lnTo>
                <a:lnTo>
                  <a:pt x="2376563" y="521462"/>
                </a:lnTo>
                <a:lnTo>
                  <a:pt x="1855076" y="0"/>
                </a:lnTo>
                <a:lnTo>
                  <a:pt x="1756143" y="0"/>
                </a:lnTo>
                <a:lnTo>
                  <a:pt x="2327084" y="570941"/>
                </a:lnTo>
                <a:lnTo>
                  <a:pt x="2227796" y="670229"/>
                </a:lnTo>
                <a:lnTo>
                  <a:pt x="1557566" y="0"/>
                </a:lnTo>
                <a:lnTo>
                  <a:pt x="1458683" y="0"/>
                </a:lnTo>
                <a:lnTo>
                  <a:pt x="2178354" y="719670"/>
                </a:lnTo>
                <a:lnTo>
                  <a:pt x="2140674" y="757351"/>
                </a:lnTo>
                <a:lnTo>
                  <a:pt x="2178354" y="795045"/>
                </a:lnTo>
                <a:lnTo>
                  <a:pt x="1294447" y="1678863"/>
                </a:lnTo>
                <a:lnTo>
                  <a:pt x="372846" y="757351"/>
                </a:lnTo>
                <a:lnTo>
                  <a:pt x="1130211" y="0"/>
                </a:lnTo>
                <a:lnTo>
                  <a:pt x="1031316" y="0"/>
                </a:lnTo>
                <a:lnTo>
                  <a:pt x="273951" y="757351"/>
                </a:lnTo>
                <a:lnTo>
                  <a:pt x="1294447" y="1777847"/>
                </a:lnTo>
                <a:lnTo>
                  <a:pt x="1319187" y="1753108"/>
                </a:lnTo>
                <a:lnTo>
                  <a:pt x="1269695" y="1703616"/>
                </a:lnTo>
                <a:lnTo>
                  <a:pt x="1294536" y="1728355"/>
                </a:lnTo>
                <a:lnTo>
                  <a:pt x="1319187" y="1753108"/>
                </a:lnTo>
                <a:lnTo>
                  <a:pt x="2227796" y="844486"/>
                </a:lnTo>
                <a:lnTo>
                  <a:pt x="2327084" y="943775"/>
                </a:lnTo>
                <a:lnTo>
                  <a:pt x="1294447" y="1976424"/>
                </a:lnTo>
                <a:lnTo>
                  <a:pt x="75387" y="757351"/>
                </a:lnTo>
                <a:lnTo>
                  <a:pt x="832739" y="0"/>
                </a:lnTo>
                <a:lnTo>
                  <a:pt x="733818" y="0"/>
                </a:lnTo>
                <a:lnTo>
                  <a:pt x="0" y="733767"/>
                </a:lnTo>
                <a:lnTo>
                  <a:pt x="0" y="780948"/>
                </a:lnTo>
                <a:lnTo>
                  <a:pt x="1294447" y="2075307"/>
                </a:lnTo>
                <a:lnTo>
                  <a:pt x="1319187" y="2050567"/>
                </a:lnTo>
                <a:lnTo>
                  <a:pt x="2376563" y="993267"/>
                </a:lnTo>
                <a:lnTo>
                  <a:pt x="2489682" y="1106373"/>
                </a:lnTo>
                <a:lnTo>
                  <a:pt x="1294447" y="2301608"/>
                </a:lnTo>
                <a:lnTo>
                  <a:pt x="0" y="1007224"/>
                </a:lnTo>
                <a:lnTo>
                  <a:pt x="0" y="1106131"/>
                </a:lnTo>
                <a:lnTo>
                  <a:pt x="1294447" y="2400579"/>
                </a:lnTo>
                <a:lnTo>
                  <a:pt x="1319187" y="2375839"/>
                </a:lnTo>
                <a:lnTo>
                  <a:pt x="2539174" y="1155852"/>
                </a:lnTo>
                <a:lnTo>
                  <a:pt x="3783901" y="2400579"/>
                </a:lnTo>
                <a:lnTo>
                  <a:pt x="3808641" y="2375839"/>
                </a:lnTo>
                <a:lnTo>
                  <a:pt x="5020602" y="1163866"/>
                </a:lnTo>
                <a:lnTo>
                  <a:pt x="6257328" y="2400579"/>
                </a:lnTo>
                <a:lnTo>
                  <a:pt x="6282067" y="2375839"/>
                </a:lnTo>
                <a:lnTo>
                  <a:pt x="7562850" y="1095057"/>
                </a:lnTo>
                <a:lnTo>
                  <a:pt x="7562850" y="996086"/>
                </a:lnTo>
                <a:lnTo>
                  <a:pt x="6257328" y="2301608"/>
                </a:lnTo>
                <a:lnTo>
                  <a:pt x="5070056" y="1114412"/>
                </a:lnTo>
                <a:lnTo>
                  <a:pt x="5183200" y="1001268"/>
                </a:lnTo>
                <a:lnTo>
                  <a:pt x="6257328" y="2075307"/>
                </a:lnTo>
                <a:lnTo>
                  <a:pt x="6282067" y="2050567"/>
                </a:lnTo>
                <a:lnTo>
                  <a:pt x="7562850" y="769874"/>
                </a:lnTo>
                <a:lnTo>
                  <a:pt x="7562850" y="744829"/>
                </a:lnTo>
                <a:close/>
              </a:path>
              <a:path w="7562850" h="10696575">
                <a:moveTo>
                  <a:pt x="7562850" y="419646"/>
                </a:moveTo>
                <a:lnTo>
                  <a:pt x="7143191" y="0"/>
                </a:lnTo>
                <a:lnTo>
                  <a:pt x="7044245" y="0"/>
                </a:lnTo>
                <a:lnTo>
                  <a:pt x="7562850" y="518617"/>
                </a:lnTo>
                <a:lnTo>
                  <a:pt x="7562850" y="419646"/>
                </a:lnTo>
                <a:close/>
              </a:path>
            </a:pathLst>
          </a:custGeom>
          <a:solidFill xmlns:a="http://schemas.openxmlformats.org/drawingml/2006/main">
            <a:srgbClr val="373362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18" name="bg object 18">
            <a:extLst xmlns:a="http://schemas.openxmlformats.org/drawingml/2006/main">
              <a:ext uri="{FF2B5EF4-FFF2-40B4-BE49-F238E27FC236}">
                <a16:creationId xmlns:a16="http://schemas.microsoft.com/office/drawing/2014/main" id="{7D781E56-AB8D-4920-BEFA-B654A5BBF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94481"/>
            <a:ext cx="30300654" cy="42214800"/>
          </a:xfrm>
          <a:custGeom xmlns:a="http://schemas.openxmlformats.org/drawingml/2006/main">
            <a:rect l="l" t="t" r="r" b="b"/>
            <a:pathLst>
              <a:path w="7562850" h="10191115">
                <a:moveTo>
                  <a:pt x="7562850" y="10190774"/>
                </a:moveTo>
                <a:lnTo>
                  <a:pt x="0" y="10190774"/>
                </a:lnTo>
                <a:lnTo>
                  <a:pt x="0" y="0"/>
                </a:lnTo>
                <a:lnTo>
                  <a:pt x="7562850" y="0"/>
                </a:lnTo>
                <a:lnTo>
                  <a:pt x="7562850" y="1019077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2" name="Holder 2">
            <a:extLst xmlns:a="http://schemas.openxmlformats.org/drawingml/2006/main">
              <a:ext uri="{FF2B5EF4-FFF2-40B4-BE49-F238E27FC236}">
                <a16:creationId xmlns:a16="http://schemas.microsoft.com/office/drawing/2014/main" id="{66481A61-817C-4D23-8F54-4F0CA6818F9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332416" y="1330512"/>
            <a:ext cx="27635831" cy="6617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>
              <a:buNone/>
              <a:defRPr sz="4300" b="0" i="0">
                <a:solidFill>
                  <a:srgbClr val="373362"/>
                </a:solidFill>
                <a:latin typeface="Tahoma"/>
                <a:ea typeface="Tahoma"/>
                <a:cs typeface="Tahoma"/>
              </a:defRPr>
            </a:lvl1pPr>
          </a:lstStyle>
          <a:p xmlns:a="http://schemas.openxmlformats.org/drawingml/2006/main"/>
        </p:txBody>
      </p:sp>
      <p:sp>
        <p:nvSpPr>
          <p:cNvPr id="3" name="Holder 3">
            <a:extLst xmlns:a="http://schemas.openxmlformats.org/drawingml/2006/main">
              <a:ext uri="{FF2B5EF4-FFF2-40B4-BE49-F238E27FC236}">
                <a16:creationId xmlns:a16="http://schemas.microsoft.com/office/drawing/2014/main" id="{A8DA4E9E-E7DD-4812-9C67-BB8D7ACF272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515037" y="9844870"/>
            <a:ext cx="27270589" cy="27699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/>
        </p:txBody>
      </p:sp>
      <p:sp>
        <p:nvSpPr>
          <p:cNvPr id="4" name="Holder 4">
            <a:extLst xmlns:a="http://schemas.openxmlformats.org/drawingml/2006/main">
              <a:ext uri="{FF2B5EF4-FFF2-40B4-BE49-F238E27FC236}">
                <a16:creationId xmlns:a16="http://schemas.microsoft.com/office/drawing/2014/main" id="{5D86D43A-8AE8-4AAB-8FF1-D06C06A4B9D7}"/>
              </a:ext>
            </a:extLst>
          </p:cNvPr>
          <p:cNvSpPr>
            <a:spLocks xmlns:a="http://schemas.openxmlformats.org/drawingml/2006/main" noGrp="1"/>
          </p:cNvSpPr>
          <p:nvPr>
            <p:ph type="ftr" idx="5"/>
          </p:nvPr>
        </p:nvSpPr>
        <p:spPr>
          <a:xfrm xmlns:a="http://schemas.openxmlformats.org/drawingml/2006/main">
            <a:off x="10302223" y="39807506"/>
            <a:ext cx="9696209" cy="11087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5" name="Holder 5">
            <a:extLst xmlns:a="http://schemas.openxmlformats.org/drawingml/2006/main">
              <a:ext uri="{FF2B5EF4-FFF2-40B4-BE49-F238E27FC236}">
                <a16:creationId xmlns:a16="http://schemas.microsoft.com/office/drawing/2014/main" id="{3BB78B4B-A837-40FD-88FC-15D834E60D2B}"/>
              </a:ext>
            </a:extLst>
          </p:cNvPr>
          <p:cNvSpPr>
            <a:spLocks xmlns:a="http://schemas.openxmlformats.org/drawingml/2006/main" noGrp="1"/>
          </p:cNvSpPr>
          <p:nvPr>
            <p:ph type="dt" idx="6"/>
          </p:nvPr>
        </p:nvSpPr>
        <p:spPr>
          <a:xfrm xmlns:a="http://schemas.openxmlformats.org/drawingml/2006/main">
            <a:off x="1515037" y="39807506"/>
            <a:ext cx="6969148" cy="11087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 algn="l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1D8BD707-D9CF-40AE-B4C6-C98DA3205C09}" type="datetimeFigureOut">
              <a:t>11/22/2024</a:t>
            </a:fld>
          </a:p>
        </p:txBody>
      </p:sp>
      <p:sp>
        <p:nvSpPr>
          <p:cNvPr id="6" name="Holder 6">
            <a:extLst xmlns:a="http://schemas.openxmlformats.org/drawingml/2006/main">
              <a:ext uri="{FF2B5EF4-FFF2-40B4-BE49-F238E27FC236}">
                <a16:creationId xmlns:a16="http://schemas.microsoft.com/office/drawing/2014/main" id="{1ADA1F0A-5847-41D6-BCEF-4A1C33FFB89C}"/>
              </a:ext>
            </a:extLst>
          </p:cNvPr>
          <p:cNvSpPr>
            <a:spLocks xmlns:a="http://schemas.openxmlformats.org/drawingml/2006/main" noGrp="1"/>
          </p:cNvSpPr>
          <p:nvPr>
            <p:ph type="sldNum" idx="7"/>
          </p:nvPr>
        </p:nvSpPr>
        <p:spPr>
          <a:xfrm xmlns:a="http://schemas.openxmlformats.org/drawingml/2006/main">
            <a:off x="21816473" y="39807506"/>
            <a:ext cx="6969148" cy="11087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 algn="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B6F15528-21DE-4FAA-801E-634DDDAF4B2B}" type="slidenum"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b3e8ac242df4e92"/>
    <p:sldLayoutId xmlns:r="http://schemas.openxmlformats.org/officeDocument/2006/relationships" id="2147483650" r:id="Rffa0df04506f4a69"/>
    <p:sldLayoutId xmlns:r="http://schemas.openxmlformats.org/officeDocument/2006/relationships" id="2147483651" r:id="R6c72c28c70d74e39"/>
    <p:sldLayoutId xmlns:r="http://schemas.openxmlformats.org/officeDocument/2006/relationships" id="2147483652" r:id="R5ff15f36f9d247ea"/>
    <p:sldLayoutId xmlns:r="http://schemas.openxmlformats.org/officeDocument/2006/relationships" id="2147483653" r:id="R13832232ec964003"/>
  </p:sldLayoutIdLst>
  <p:txStyles>
    <p:titleStyle>
      <a:lvl1pPr xmlns:a="http://schemas.openxmlformats.org/drawingml/2006/main">
        <a:buNone/>
        <a:defRPr>
          <a:latin typeface="+mj-lt"/>
          <a:ea typeface="+mj-lt"/>
          <a:cs typeface="+mj-lt"/>
        </a:defRPr>
      </a:lvl1pPr>
    </p:titleStyle>
    <p:bodyStyle>
      <a:lvl1pPr xmlns:a="http://schemas.openxmlformats.org/drawingml/2006/main" marL="0">
        <a:buNone/>
        <a:defRPr>
          <a:latin typeface="+mn-lt"/>
          <a:ea typeface="+mn-lt"/>
          <a:cs typeface="+mn-lt"/>
        </a:defRPr>
      </a:lvl1pPr>
      <a:lvl2pPr xmlns:a="http://schemas.openxmlformats.org/drawingml/2006/main" marL="1828983">
        <a:buNone/>
        <a:defRPr>
          <a:latin typeface="+mn-lt"/>
          <a:ea typeface="+mn-lt"/>
          <a:cs typeface="+mn-lt"/>
        </a:defRPr>
      </a:lvl2pPr>
      <a:lvl3pPr xmlns:a="http://schemas.openxmlformats.org/drawingml/2006/main" marL="3657966">
        <a:buNone/>
        <a:defRPr>
          <a:latin typeface="+mn-lt"/>
          <a:ea typeface="+mn-lt"/>
          <a:cs typeface="+mn-lt"/>
        </a:defRPr>
      </a:lvl3pPr>
      <a:lvl4pPr xmlns:a="http://schemas.openxmlformats.org/drawingml/2006/main" marL="5486949">
        <a:buNone/>
        <a:defRPr>
          <a:latin typeface="+mn-lt"/>
          <a:ea typeface="+mn-lt"/>
          <a:cs typeface="+mn-lt"/>
        </a:defRPr>
      </a:lvl4pPr>
      <a:lvl5pPr xmlns:a="http://schemas.openxmlformats.org/drawingml/2006/main" marL="7315932">
        <a:buNone/>
        <a:defRPr>
          <a:latin typeface="+mn-lt"/>
          <a:ea typeface="+mn-lt"/>
          <a:cs typeface="+mn-lt"/>
        </a:defRPr>
      </a:lvl5pPr>
      <a:lvl6pPr xmlns:a="http://schemas.openxmlformats.org/drawingml/2006/main" marL="9144914">
        <a:buNone/>
        <a:defRPr>
          <a:latin typeface="+mn-lt"/>
          <a:ea typeface="+mn-lt"/>
          <a:cs typeface="+mn-lt"/>
        </a:defRPr>
      </a:lvl6pPr>
      <a:lvl7pPr xmlns:a="http://schemas.openxmlformats.org/drawingml/2006/main" marL="10973897">
        <a:buNone/>
        <a:defRPr>
          <a:latin typeface="+mn-lt"/>
          <a:ea typeface="+mn-lt"/>
          <a:cs typeface="+mn-lt"/>
        </a:defRPr>
      </a:lvl7pPr>
      <a:lvl8pPr xmlns:a="http://schemas.openxmlformats.org/drawingml/2006/main" marL="12802880">
        <a:buNone/>
        <a:defRPr>
          <a:latin typeface="+mn-lt"/>
          <a:ea typeface="+mn-lt"/>
          <a:cs typeface="+mn-lt"/>
        </a:defRPr>
      </a:lvl8pPr>
      <a:lvl9pPr xmlns:a="http://schemas.openxmlformats.org/drawingml/2006/main" marL="14631863">
        <a:buNone/>
        <a:defRPr>
          <a:latin typeface="+mn-lt"/>
          <a:ea typeface="+mn-lt"/>
          <a:cs typeface="+mn-lt"/>
        </a:defRPr>
      </a:lvl9pPr>
    </p:bodyStyle>
    <p:otherStyle>
      <a:lvl1pPr xmlns:a="http://schemas.openxmlformats.org/drawingml/2006/main" marL="0">
        <a:buNone/>
        <a:defRPr>
          <a:latin typeface="+mn-lt"/>
          <a:ea typeface="+mn-lt"/>
          <a:cs typeface="+mn-lt"/>
        </a:defRPr>
      </a:lvl1pPr>
      <a:lvl2pPr xmlns:a="http://schemas.openxmlformats.org/drawingml/2006/main" marL="1828983">
        <a:buNone/>
        <a:defRPr>
          <a:latin typeface="+mn-lt"/>
          <a:ea typeface="+mn-lt"/>
          <a:cs typeface="+mn-lt"/>
        </a:defRPr>
      </a:lvl2pPr>
      <a:lvl3pPr xmlns:a="http://schemas.openxmlformats.org/drawingml/2006/main" marL="3657966">
        <a:buNone/>
        <a:defRPr>
          <a:latin typeface="+mn-lt"/>
          <a:ea typeface="+mn-lt"/>
          <a:cs typeface="+mn-lt"/>
        </a:defRPr>
      </a:lvl3pPr>
      <a:lvl4pPr xmlns:a="http://schemas.openxmlformats.org/drawingml/2006/main" marL="5486949">
        <a:buNone/>
        <a:defRPr>
          <a:latin typeface="+mn-lt"/>
          <a:ea typeface="+mn-lt"/>
          <a:cs typeface="+mn-lt"/>
        </a:defRPr>
      </a:lvl4pPr>
      <a:lvl5pPr xmlns:a="http://schemas.openxmlformats.org/drawingml/2006/main" marL="7315932">
        <a:buNone/>
        <a:defRPr>
          <a:latin typeface="+mn-lt"/>
          <a:ea typeface="+mn-lt"/>
          <a:cs typeface="+mn-lt"/>
        </a:defRPr>
      </a:lvl5pPr>
      <a:lvl6pPr xmlns:a="http://schemas.openxmlformats.org/drawingml/2006/main" marL="9144914">
        <a:buNone/>
        <a:defRPr>
          <a:latin typeface="+mn-lt"/>
          <a:ea typeface="+mn-lt"/>
          <a:cs typeface="+mn-lt"/>
        </a:defRPr>
      </a:lvl6pPr>
      <a:lvl7pPr xmlns:a="http://schemas.openxmlformats.org/drawingml/2006/main" marL="10973897">
        <a:buNone/>
        <a:defRPr>
          <a:latin typeface="+mn-lt"/>
          <a:ea typeface="+mn-lt"/>
          <a:cs typeface="+mn-lt"/>
        </a:defRPr>
      </a:lvl7pPr>
      <a:lvl8pPr xmlns:a="http://schemas.openxmlformats.org/drawingml/2006/main" marL="12802880">
        <a:buNone/>
        <a:defRPr>
          <a:latin typeface="+mn-lt"/>
          <a:ea typeface="+mn-lt"/>
          <a:cs typeface="+mn-lt"/>
        </a:defRPr>
      </a:lvl8pPr>
      <a:lvl9pPr xmlns:a="http://schemas.openxmlformats.org/drawingml/2006/main" marL="14631863">
        <a:buNone/>
        <a:defRPr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a77d147a8a3047c0" /><Relationship Type="http://schemas.openxmlformats.org/officeDocument/2006/relationships/image" Target="/ppt/media/image2.png" Id="R000fc0f322a94237" /><Relationship Type="http://schemas.openxmlformats.org/officeDocument/2006/relationships/image" Target="/ppt/media/image3.png" Id="Rdac24eb56fab47a7" /><Relationship Type="http://schemas.openxmlformats.org/officeDocument/2006/relationships/image" Target="/ppt/media/image.svg" Id="Rf58edca43c464c35" /><Relationship Type="http://schemas.openxmlformats.org/officeDocument/2006/relationships/notesSlide" Target="/ppt/notesSlides/notesSlide1.xml" Id="R1b4962fb688a416a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그림 1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0fc0f322a9423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4510206" y="2141178"/>
            <a:ext cx="5181573" cy="3470677"/>
          </a:xfrm>
          <a:prstGeom xmlns:a="http://schemas.openxmlformats.org/drawingml/2006/main" prst="rect">
            <a:avLst/>
          </a:prstGeom>
        </p:spPr>
      </p:pic>
      <p:sp>
        <p:nvSpPr>
          <p:cNvPr id="2" name="object 2">
            <a:extLst xmlns:a="http://schemas.openxmlformats.org/drawingml/2006/main">
              <a:ext uri="{FF2B5EF4-FFF2-40B4-BE49-F238E27FC236}">
                <a16:creationId xmlns:a16="http://schemas.microsoft.com/office/drawing/2014/main" id="{C7203565-1505-47A6-A9A4-2D0DC5CCF24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194896" y="-110897"/>
            <a:ext cx="28039656" cy="41294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797649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1200"/>
              </a:spcBef>
              <a:buNone/>
            </a:pPr>
            <a:r>
              <a:rPr sz="8800">
                <a:latin typeface="Norwester"/>
                <a:ea typeface="Norwester"/>
                <a:cs typeface="Norwester"/>
              </a:rPr>
              <a:t>ZeroTrust: Risk-Adaptive Access Control and</a:t>
            </a:r>
          </a:p>
          <a:p xmlns:a="http://schemas.openxmlformats.org/drawingml/2006/main">
            <a:pPr algn="l">
              <a:spcBef>
                <a:spcPts val="1200"/>
              </a:spcBef>
              <a:buNone/>
            </a:pPr>
            <a:r>
              <a:rPr sz="8800">
                <a:latin typeface="Norwester"/>
                <a:ea typeface="Norwester"/>
                <a:cs typeface="Norwester"/>
              </a:rPr>
              <a:t>Auditable Insider-Threat Response</a:t>
            </a:r>
          </a:p>
        </p:txBody>
      </p:sp>
      <p:sp>
        <p:nvSpPr>
          <p:cNvPr id="13" name="직사각형 12">
            <a:extLst xmlns:a="http://schemas.openxmlformats.org/drawingml/2006/main">
              <a:ext uri="{FF2B5EF4-FFF2-40B4-BE49-F238E27FC236}">
                <a16:creationId xmlns:a16="http://schemas.microsoft.com/office/drawing/2014/main" id="{1A92AF71-3D27-4DBE-DF1D-864EF5DB3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704810" y="5663119"/>
            <a:ext cx="28865591" cy="1228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3362"/>
          </a:solidFill>
          <a:ln xmlns:a="http://schemas.openxmlformats.org/drawingml/2006/main">
            <a:solidFill>
              <a:srgbClr val="373362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object 9">
            <a:extLst xmlns:a="http://schemas.openxmlformats.org/drawingml/2006/main">
              <a:ext uri="{FF2B5EF4-FFF2-40B4-BE49-F238E27FC236}">
                <a16:creationId xmlns:a16="http://schemas.microsoft.com/office/drawing/2014/main" id="{BE67EAB6-6A4A-44D2-BDB9-D4DA9A55D4AE}"/>
              </a:ext>
            </a:extLst>
          </p:cNvPr>
          <p:cNvSpPr>
            <a:spLocks xmlns:a="http://schemas.openxmlformats.org/drawingml/2006/main" noGrp="1"/>
          </p:cNvSpPr>
          <p:nvPr>
            <p:ph idx="3"/>
          </p:nvPr>
        </p:nvSpPr>
        <p:spPr>
          <a:xfrm xmlns:a="http://schemas.openxmlformats.org/drawingml/2006/main">
            <a:off x="435974" y="36413281"/>
            <a:ext cx="28798577" cy="565407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35317" rIns="0" bIns="0">
            <a:spAutoFit/>
          </a:bodyPr>
          <a:lstStyle xmlns:a="http://schemas.openxmlformats.org/drawingml/2006/main"/>
          <a:p xmlns:a="http://schemas.openxmlformats.org/drawingml/2006/main">
            <a:pPr marL="360000">
              <a:buNone/>
            </a:pPr>
            <a:r>
              <a:rPr sz="5400" b="0">
                <a:solidFill>
                  <a:srgbClr val="373362"/>
                </a:solidFill>
                <a:latin typeface="Norwester"/>
                <a:ea typeface="Norwester"/>
                <a:cs typeface="Norwester"/>
              </a:rPr>
              <a:t>4. Discussion &amp; Conclusion</a:t>
            </a:r>
          </a:p>
          <a:p xmlns:a="http://schemas.openxmlformats.org/drawingml/2006/main">
            <a:pPr marL="1291500" indent="-571500">
              <a:lnSpc>
                <a:spcPct val="125000"/>
              </a:lnSpc>
              <a:spcBef>
                <a:spcPts val="2800"/>
              </a:spcBef>
              <a:buChar char="§"/>
            </a:pPr>
            <a:r>
              <a:rPr sz="3600">
                <a:solidFill>
                  <a:srgbClr val="373362"/>
                </a:solidFill>
                <a:latin typeface="Lora"/>
                <a:ea typeface="Lora"/>
                <a:cs typeface="Lora"/>
              </a:rPr>
              <a:t>ZeroTrust demonstrates a practical balance: deny or challenge risky access without shutting down legitimate work.</a:t>
            </a:r>
          </a:p>
          <a:p xmlns:a="http://schemas.openxmlformats.org/drawingml/2006/main">
            <a:pPr marL="1291500" indent="-571500">
              <a:lnSpc>
                <a:spcPct val="125000"/>
              </a:lnSpc>
              <a:spcBef>
                <a:spcPts val="2800"/>
              </a:spcBef>
              <a:buChar char="§"/>
            </a:pPr>
            <a:r>
              <a:rPr sz="3600" b="0">
                <a:solidFill>
                  <a:srgbClr val="373362"/>
                </a:solidFill>
                <a:latin typeface="Lora"/>
                <a:ea typeface="Lora"/>
                <a:cs typeface="Lora"/>
              </a:rPr>
              <a:t>The current prototype is scenario-driven; production deployment would require live endpoint telemetry, organization-specific thresholds, and SIEM/EDR integration.</a:t>
            </a:r>
          </a:p>
          <a:p xmlns:a="http://schemas.openxmlformats.org/drawingml/2006/main">
            <a:pPr marL="1291500" indent="-571500">
              <a:lnSpc>
                <a:spcPct val="125000"/>
              </a:lnSpc>
              <a:spcBef>
                <a:spcPts val="2800"/>
              </a:spcBef>
              <a:buChar char="§"/>
            </a:pPr>
            <a:r>
              <a:rPr sz="3600" b="0">
                <a:solidFill>
                  <a:srgbClr val="373362"/>
                </a:solidFill>
                <a:latin typeface="Lora"/>
                <a:ea typeface="Lora"/>
                <a:cs typeface="Lora"/>
              </a:rPr>
              <a:t>In this poster, we present an auditable Zero Trust access-control system that converts context, behavior, and resource sensitivity into explainable L1-L5 decisions.</a:t>
            </a:r>
          </a:p>
        </p:txBody>
      </p:sp>
      <p:sp>
        <p:nvSpPr>
          <p:cNvPr id="3" name="object 6">
            <a:extLst xmlns:a="http://schemas.openxmlformats.org/drawingml/2006/main">
              <a:ext uri="{FF2B5EF4-FFF2-40B4-BE49-F238E27FC236}">
                <a16:creationId xmlns:a16="http://schemas.microsoft.com/office/drawing/2014/main" id="{C12336CF-AB29-0524-4A2E-6F190EABB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13476" y="6191564"/>
            <a:ext cx="14174289" cy="2281394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58423" rIns="0" bIns="0">
            <a:spAutoFit/>
          </a:bodyPr>
          <a:lstStyle xmlns:a="http://schemas.openxmlformats.org/drawingml/2006/main"/>
          <a:p xmlns:a="http://schemas.openxmlformats.org/drawingml/2006/main">
            <a:pPr marL="1795463" indent="-542925">
              <a:spcBef>
                <a:spcPts val="2800"/>
              </a:spcBef>
              <a:buChar char="§"/>
            </a:pPr>
            <a:r>
              <a:rPr sz="3600" b="1">
                <a:solidFill>
                  <a:srgbClr val="373362"/>
                </a:solidFill>
                <a:latin typeface="Lora"/>
                <a:ea typeface="Lora"/>
                <a:cs typeface="Lora"/>
              </a:rPr>
              <a:t>Policy Decision: Maps risk_score to Level 1-5: allow, constrained access, re-authentication, approval, or block.</a:t>
            </a:r>
          </a:p>
          <a:p xmlns:a="http://schemas.openxmlformats.org/drawingml/2006/main">
            <a:pPr marL="1795463" indent="-542925">
              <a:spcBef>
                <a:spcPts val="2800"/>
              </a:spcBef>
              <a:buChar char="§"/>
            </a:pPr>
            <a:r>
              <a:rPr sz="3600" b="1">
                <a:solidFill>
                  <a:srgbClr val="373362"/>
                </a:solidFill>
                <a:latin typeface="Lora"/>
                <a:ea typeface="Lora"/>
                <a:cs typeface="Lora"/>
              </a:rPr>
              <a:t>Adaptive Controls: Separates view-only approval from download approval and preserves pre-approval TTL.</a:t>
            </a:r>
          </a:p>
          <a:p xmlns:a="http://schemas.openxmlformats.org/drawingml/2006/main">
            <a:pPr marL="1795463" indent="-542925">
              <a:spcBef>
                <a:spcPts val="2800"/>
              </a:spcBef>
              <a:buChar char="§"/>
            </a:pPr>
            <a:r>
              <a:rPr sz="3600" b="1">
                <a:solidFill>
                  <a:srgbClr val="373362"/>
                </a:solidFill>
                <a:latin typeface="Lora"/>
                <a:ea typeface="Lora"/>
                <a:cs typeface="Lora"/>
              </a:rPr>
              <a:t>Anomaly Signals: Detects unknown devices, impossible travel, night access, high-frequency reads, bulk query, copy, and sensitive downloads.</a:t>
            </a:r>
          </a:p>
          <a:p xmlns:a="http://schemas.openxmlformats.org/drawingml/2006/main">
            <a:pPr marL="1795463" indent="-542925">
              <a:spcBef>
                <a:spcPts val="2800"/>
              </a:spcBef>
              <a:buChar char="§"/>
            </a:pPr>
            <a:r>
              <a:rPr sz="3600" b="1">
                <a:solidFill>
                  <a:srgbClr val="373362"/>
                </a:solidFill>
                <a:latin typeface="Lora"/>
                <a:ea typeface="Lora"/>
                <a:cs typeface="Lora"/>
              </a:rPr>
              <a:t>Break-Glass: Allows emergency access only with token confirmation, justification, expiry, and post-review.</a:t>
            </a:r>
          </a:p>
          <a:p xmlns:a="http://schemas.openxmlformats.org/drawingml/2006/main">
            <a:pPr marL="1795463" indent="-542925">
              <a:spcBef>
                <a:spcPts val="2800"/>
              </a:spcBef>
              <a:buChar char="§"/>
            </a:pPr>
            <a:r>
              <a:rPr sz="3600" b="1">
                <a:solidFill>
                  <a:srgbClr val="373362"/>
                </a:solidFill>
                <a:latin typeface="Lora"/>
                <a:ea typeface="Lora"/>
                <a:cs typeface="Lora"/>
              </a:rPr>
              <a:t>Audit &amp; Redaction: Writes operation/audit/sensitive logs while external responses hide internal risk reasons.</a:t>
            </a:r>
          </a:p>
          <a:p xmlns:a="http://schemas.openxmlformats.org/drawingml/2006/main">
            <a:pPr marL="360000">
              <a:buNone/>
            </a:pPr>
            <a:r>
              <a:t/>
            </a:r>
          </a:p>
          <a:p xmlns:a="http://schemas.openxmlformats.org/drawingml/2006/main">
            <a:pPr marL="360000">
              <a:buNone/>
            </a:pPr>
            <a:r>
              <a:rPr sz="5400">
                <a:solidFill>
                  <a:srgbClr val="373362"/>
                </a:solidFill>
                <a:latin typeface="Norwester"/>
                <a:ea typeface="Norwester"/>
                <a:cs typeface="Norwester"/>
              </a:rPr>
              <a:t>3. Scenario-Based Validation</a:t>
            </a:r>
          </a:p>
          <a:p xmlns:a="http://schemas.openxmlformats.org/drawingml/2006/main">
            <a:pPr marL="1291500" indent="-571500">
              <a:spcBef>
                <a:spcPts val="2800"/>
              </a:spcBef>
              <a:buChar char="§"/>
            </a:pPr>
            <a:r>
              <a:rPr sz="3600" b="1">
                <a:solidFill>
                  <a:srgbClr val="373362"/>
                </a:solidFill>
                <a:latin typeface="Lora"/>
                <a:ea typeface="Lora"/>
                <a:cs typeface="Lora"/>
              </a:rPr>
              <a:t>Setup and Method</a:t>
            </a:r>
          </a:p>
          <a:p xmlns:a="http://schemas.openxmlformats.org/drawingml/2006/main">
            <a:pPr marL="1795463" indent="-542925">
              <a:spcBef>
                <a:spcPts val="2800"/>
              </a:spcBef>
              <a:buChar char="§"/>
            </a:pPr>
            <a:r>
              <a:rPr sz="3600">
                <a:solidFill>
                  <a:srgbClr val="373362"/>
                </a:solidFill>
                <a:latin typeface="Lora"/>
                <a:ea typeface="Lora"/>
                <a:cs typeface="Lora"/>
              </a:rPr>
              <a:t>Packaged Windows demo runs a PostgreSQL-backed Zero Trust web system with virtual token launchers.</a:t>
            </a:r>
          </a:p>
          <a:p xmlns:a="http://schemas.openxmlformats.org/drawingml/2006/main">
            <a:pPr marL="1795463" indent="-542925">
              <a:spcBef>
                <a:spcPts val="2800"/>
              </a:spcBef>
              <a:buChar char="§"/>
            </a:pPr>
            <a:r>
              <a:rPr sz="3600">
                <a:solidFill>
                  <a:srgbClr val="373362"/>
                </a:solidFill>
                <a:latin typeface="Lora"/>
                <a:ea typeface="Lora"/>
                <a:cs typeface="Lora"/>
              </a:rPr>
              <a:t>Scenario scripts reproduce insider-leak patterns: non-job access, celebrity/privacy lookup, high-frequency download, privileged self-approval, and audit tampering.</a:t>
            </a:r>
          </a:p>
          <a:p xmlns:a="http://schemas.openxmlformats.org/drawingml/2006/main">
            <a:pPr marL="1795463" indent="-542925">
              <a:spcBef>
                <a:spcPts val="2800"/>
              </a:spcBef>
              <a:buChar char="§"/>
            </a:pPr>
            <a:r>
              <a:rPr sz="3600">
                <a:solidFill>
                  <a:srgbClr val="373362"/>
                </a:solidFill>
                <a:latin typeface="Lora"/>
                <a:ea typeface="Lora"/>
                <a:cs typeface="Lora"/>
              </a:rPr>
              <a:t>Results</a:t>
            </a:r>
          </a:p>
          <a:p xmlns:a="http://schemas.openxmlformats.org/drawingml/2006/main">
            <a:pPr marL="1291500" indent="-571500">
              <a:spcBef>
                <a:spcPts val="2800"/>
              </a:spcBef>
              <a:buChar char="§"/>
            </a:pPr>
            <a:r>
              <a:rPr sz="3600" b="1">
                <a:solidFill>
                  <a:srgbClr val="373362"/>
                </a:solidFill>
                <a:latin typeface="Lora"/>
                <a:ea typeface="Lora"/>
                <a:cs typeface="Lora"/>
              </a:rPr>
              <a:t>Non-job Grade 4/5 access escalates to admin approval instead of silent allow.</a:t>
            </a:r>
          </a:p>
          <a:p xmlns:a="http://schemas.openxmlformats.org/drawingml/2006/main">
            <a:pPr marL="1795463" indent="-542925">
              <a:spcBef>
                <a:spcPts val="2800"/>
              </a:spcBef>
              <a:buChar char="§"/>
            </a:pPr>
            <a:r>
              <a:rPr sz="3600" b="1">
                <a:solidFill>
                  <a:srgbClr val="373362"/>
                </a:solidFill>
                <a:latin typeface="Lora"/>
                <a:ea typeface="Lora"/>
                <a:cs typeface="Lora"/>
              </a:rPr>
              <a:t>High-risk download, impossible travel, and unregistered-device paths trigger Level 5 block.</a:t>
            </a:r>
          </a:p>
          <a:p xmlns:a="http://schemas.openxmlformats.org/drawingml/2006/main">
            <a:pPr marL="1795463" indent="-542925">
              <a:spcBef>
                <a:spcPts val="2800"/>
              </a:spcBef>
              <a:buChar char="§"/>
            </a:pPr>
            <a:r>
              <a:rPr sz="3600" b="1">
                <a:solidFill>
                  <a:srgbClr val="373362"/>
                </a:solidFill>
                <a:latin typeface="Lora"/>
                <a:ea typeface="Lora"/>
                <a:cs typeface="Lora"/>
              </a:rPr>
              <a:t>Legitimate same-department work remains available through Level 1/2 or view-only approval.</a:t>
            </a:r>
          </a:p>
          <a:p xmlns:a="http://schemas.openxmlformats.org/drawingml/2006/main">
            <a:pPr marL="1795463" indent="-542925">
              <a:spcBef>
                <a:spcPts val="2800"/>
              </a:spcBef>
              <a:buChar char="§"/>
            </a:pPr>
            <a:r>
              <a:rPr sz="3600" b="1">
                <a:solidFill>
                  <a:srgbClr val="373362"/>
                </a:solidFill>
                <a:latin typeface="Lora"/>
                <a:ea typeface="Lora"/>
                <a:cs typeface="Lora"/>
              </a:rPr>
              <a:t>Self-approval and self-review are blocked; Break-Glass leaves reviewable evidence.</a:t>
            </a:r>
          </a:p>
          <a:p xmlns:a="http://schemas.openxmlformats.org/drawingml/2006/main">
            <a:pPr marL="1252538" indent="-541338">
              <a:spcBef>
                <a:spcPts val="2800"/>
              </a:spcBef>
              <a:buChar char="§"/>
            </a:pPr>
            <a:r>
              <a:rPr sz="3600" b="1">
                <a:solidFill>
                  <a:srgbClr val="373362"/>
                </a:solidFill>
                <a:latin typeface="Lora"/>
                <a:ea typeface="Lora"/>
                <a:cs typeface="Lora"/>
              </a:rPr>
              <a:t>Case Studies (Fig. 2)</a:t>
            </a:r>
          </a:p>
          <a:p xmlns:a="http://schemas.openxmlformats.org/drawingml/2006/main">
            <a:pPr marL="1795463" indent="-542925">
              <a:spcBef>
                <a:spcPts val="2800"/>
              </a:spcBef>
              <a:buChar char="§"/>
            </a:pPr>
            <a:r>
              <a:rPr sz="3600">
                <a:solidFill>
                  <a:srgbClr val="373362"/>
                </a:solidFill>
                <a:latin typeface="Lora"/>
                <a:ea typeface="Lora"/>
                <a:cs typeface="Lora"/>
              </a:rPr>
              <a:t>The matrix summarizes how context signals become risk score, decision level, and audit evidence.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FA81A7C5-982B-1946-AE2A-616455949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974" y="6276912"/>
            <a:ext cx="14096503" cy="159838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1274400" indent="-914400">
              <a:buAutoNum type="arabicPeriod"/>
            </a:pPr>
            <a:r>
              <a:rPr sz="5400" spc="300">
                <a:solidFill>
                  <a:srgbClr val="373362"/>
                </a:solidFill>
                <a:latin typeface="Norwester"/>
                <a:ea typeface="Norwester"/>
                <a:cs typeface="Norwester"/>
              </a:rPr>
              <a:t>Motivation &amp; Research Goals</a:t>
            </a:r>
          </a:p>
          <a:p xmlns:a="http://schemas.openxmlformats.org/drawingml/2006/main">
            <a:pPr marL="1291500" indent="-571500">
              <a:spcBef>
                <a:spcPts val="2800"/>
              </a:spcBef>
              <a:buChar char="§"/>
            </a:pPr>
            <a:r>
              <a:rPr sz="3600">
                <a:solidFill>
                  <a:srgbClr val="373362"/>
                </a:solidFill>
                <a:latin typeface="Lora"/>
                <a:ea typeface="Lora"/>
                <a:cs typeface="Lora"/>
              </a:rPr>
              <a:t>Ransomware poses an escalating threat to critical infrastructure, supply chains, and individuals, leading to significant disruptions.</a:t>
            </a:r>
          </a:p>
          <a:p xmlns:a="http://schemas.openxmlformats.org/drawingml/2006/main">
            <a:pPr marL="1291500" indent="-571500">
              <a:spcBef>
                <a:spcPts val="2800"/>
              </a:spcBef>
              <a:buChar char="§"/>
            </a:pPr>
            <a:r>
              <a:rPr sz="3600">
                <a:solidFill>
                  <a:srgbClr val="373362"/>
                </a:solidFill>
                <a:latin typeface="Lora"/>
                <a:ea typeface="Lora"/>
                <a:cs typeface="Lora"/>
              </a:rPr>
              <a:t>Current anti-ransomware solutions face challenges such as operating system dependencies, reliance on kernel modifications, and susceptibility to advanced evasion techniques.</a:t>
            </a:r>
          </a:p>
          <a:p xmlns:a="http://schemas.openxmlformats.org/drawingml/2006/main">
            <a:pPr marL="1291500" indent="-571500">
              <a:spcBef>
                <a:spcPts val="2800"/>
              </a:spcBef>
              <a:buChar char="§"/>
            </a:pPr>
            <a:r>
              <a:rPr sz="3600">
                <a:solidFill>
                  <a:srgbClr val="373362"/>
                </a:solidFill>
                <a:latin typeface="Lora"/>
                <a:ea typeface="Lora"/>
                <a:cs typeface="Lora"/>
              </a:rPr>
              <a:t>This poster introduces an OS-independent, user-space filesystem designed to detect ransomware and recover corrupted files.</a:t>
            </a:r>
          </a:p>
          <a:p xmlns:a="http://schemas.openxmlformats.org/drawingml/2006/main">
            <a:pPr marL="1274400" indent="-914400">
              <a:buNone/>
            </a:pPr>
            <a:r>
              <a:t/>
            </a:r>
          </a:p>
          <a:p xmlns:a="http://schemas.openxmlformats.org/drawingml/2006/main">
            <a:pPr marL="1274400" indent="-914400">
              <a:buAutoNum type="arabicPeriod" startAt="2"/>
            </a:pPr>
            <a:r>
              <a:rPr sz="5400" spc="300">
                <a:solidFill>
                  <a:srgbClr val="373362"/>
                </a:solidFill>
                <a:latin typeface="Norwester"/>
                <a:ea typeface="Norwester"/>
                <a:cs typeface="Norwester"/>
              </a:rPr>
              <a:t>Proposed Method</a:t>
            </a:r>
          </a:p>
          <a:p xmlns:a="http://schemas.openxmlformats.org/drawingml/2006/main">
            <a:pPr marL="1291500" indent="-571500">
              <a:spcBef>
                <a:spcPts val="2800"/>
              </a:spcBef>
              <a:buChar char="§"/>
            </a:pPr>
            <a:r>
              <a:rPr sz="3600">
                <a:solidFill>
                  <a:srgbClr val="373362"/>
                </a:solidFill>
                <a:latin typeface="Lora"/>
                <a:ea typeface="Lora"/>
                <a:cs typeface="Lora"/>
              </a:rPr>
              <a:t>We propose </a:t>
            </a:r>
            <a:r>
              <a:rPr sz="3600" b="1">
                <a:solidFill>
                  <a:srgbClr val="373362"/>
                </a:solidFill>
                <a:latin typeface="Lora"/>
                <a:ea typeface="Lora"/>
                <a:cs typeface="Lora"/>
              </a:rPr>
              <a:t>R-Hunt, </a:t>
            </a:r>
            <a:r>
              <a:rPr sz="3600">
                <a:solidFill>
                  <a:srgbClr val="373362"/>
                </a:solidFill>
                <a:latin typeface="Lora"/>
                <a:ea typeface="Lora"/>
                <a:cs typeface="Lora"/>
              </a:rPr>
              <a:t>a FUSE-based filesystem for detecting ransomware and restoring attacked files</a:t>
            </a:r>
            <a:r>
              <a:rPr sz="3600" b="1">
                <a:solidFill>
                  <a:srgbClr val="373362"/>
                </a:solidFill>
                <a:latin typeface="Lora"/>
                <a:ea typeface="Lora"/>
                <a:cs typeface="Lora"/>
              </a:rPr>
              <a:t>,</a:t>
            </a:r>
            <a:r>
              <a:rPr sz="3600">
                <a:solidFill>
                  <a:srgbClr val="373362"/>
                </a:solidFill>
                <a:latin typeface="Lora"/>
                <a:ea typeface="Lora"/>
                <a:cs typeface="Lora"/>
              </a:rPr>
              <a:t> which operates entirely in the user space, avoiding kernel modifications and ensuring cross-platform compatibility.</a:t>
            </a:r>
          </a:p>
          <a:p xmlns:a="http://schemas.openxmlformats.org/drawingml/2006/main">
            <a:pPr marL="1291500" indent="-571500">
              <a:spcBef>
                <a:spcPts val="2800"/>
              </a:spcBef>
              <a:buChar char="§"/>
            </a:pPr>
            <a:r>
              <a:rPr sz="3600">
                <a:solidFill>
                  <a:srgbClr val="373362"/>
                </a:solidFill>
                <a:latin typeface="Lora"/>
                <a:ea typeface="Lora"/>
                <a:cs typeface="Lora"/>
              </a:rPr>
              <a:t>Fig. 1 shows the overall structure of R-Hunt.</a:t>
            </a:r>
          </a:p>
          <a:p xmlns:a="http://schemas.openxmlformats.org/drawingml/2006/main">
            <a:pPr marL="1291500" indent="-571500">
              <a:spcBef>
                <a:spcPts val="2800"/>
              </a:spcBef>
              <a:buChar char="§"/>
            </a:pPr>
            <a:r>
              <a:rPr sz="3600" b="1">
                <a:solidFill>
                  <a:srgbClr val="373362"/>
                </a:solidFill>
                <a:latin typeface="Lora"/>
                <a:ea typeface="Lora"/>
                <a:cs typeface="Lora"/>
              </a:rPr>
              <a:t>Main features</a:t>
            </a:r>
          </a:p>
          <a:p xmlns:a="http://schemas.openxmlformats.org/drawingml/2006/main">
            <a:pPr marL="1795463" indent="-542925">
              <a:spcBef>
                <a:spcPts val="2800"/>
              </a:spcBef>
              <a:buChar char="§"/>
            </a:pPr>
            <a:r>
              <a:rPr sz="3600" b="1">
                <a:solidFill>
                  <a:srgbClr val="373362"/>
                </a:solidFill>
                <a:latin typeface="Lora"/>
                <a:ea typeface="Lora"/>
                <a:cs typeface="Lora"/>
              </a:rPr>
              <a:t>Process Whitelist: </a:t>
            </a:r>
            <a:r>
              <a:rPr sz="3600">
                <a:solidFill>
                  <a:srgbClr val="373362"/>
                </a:solidFill>
                <a:latin typeface="Lora"/>
                <a:ea typeface="Lora"/>
                <a:cs typeface="Lora"/>
              </a:rPr>
              <a:t>Allows legitimate encryption without performance degradation.</a:t>
            </a:r>
          </a:p>
          <a:p xmlns:a="http://schemas.openxmlformats.org/drawingml/2006/main">
            <a:pPr marL="1795463" indent="-542925">
              <a:spcBef>
                <a:spcPts val="2800"/>
              </a:spcBef>
              <a:buNone/>
            </a:pPr>
            <a:r>
              <a:t/>
            </a:r>
          </a:p>
        </p:txBody>
      </p:sp>
      <p:sp>
        <p:nvSpPr>
          <p:cNvPr id="22" name="직사각형 21">
            <a:extLst xmlns:a="http://schemas.openxmlformats.org/drawingml/2006/main">
              <a:ext uri="{FF2B5EF4-FFF2-40B4-BE49-F238E27FC236}">
                <a16:creationId xmlns:a16="http://schemas.microsoft.com/office/drawing/2014/main" id="{8035F0D2-FCAB-562F-E5DD-37681C67D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8289" y="34228687"/>
            <a:ext cx="27892869" cy="191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3600" b="1">
                <a:solidFill>
                  <a:srgbClr val="373362"/>
                </a:solidFill>
                <a:latin typeface="Lora"/>
                <a:ea typeface="Lora"/>
                <a:cs typeface="Lora"/>
              </a:rPr>
              <a:t>Fig. 2. Risk scoring and access-decision matrix used in the demo. Scores are policy-tuned; examples show allow, re-authentication, approval, block, Break-Glass, and audit review paths.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D5017946-4E8C-A50F-F98A-A4946BAD7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7855" y="3502285"/>
            <a:ext cx="22167596" cy="18213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7000"/>
              </a:lnSpc>
              <a:buNone/>
            </a:pPr>
            <a:r>
              <a:rPr sz="4800">
                <a:solidFill>
                  <a:srgbClr val="373362"/>
                </a:solidFill>
                <a:latin typeface="Lora"/>
                <a:ea typeface="Lora"/>
                <a:cs typeface="Lora"/>
              </a:rPr>
              <a:t>ZeroTrust Project Team  (Advisor: Prof. Seungkwang Lee)</a:t>
            </a:r>
          </a:p>
          <a:p xmlns:a="http://schemas.openxmlformats.org/drawingml/2006/main">
            <a:pPr algn="ctr">
              <a:lnSpc>
                <a:spcPts val="7000"/>
              </a:lnSpc>
              <a:buNone/>
            </a:pPr>
            <a:r>
              <a:rPr sz="4800">
                <a:solidFill>
                  <a:srgbClr val="373362"/>
                </a:solidFill>
                <a:latin typeface="Lora"/>
                <a:ea typeface="Lora"/>
                <a:cs typeface="Lora"/>
              </a:rPr>
              <a:t>Dept. of Cyber Security, Dankook University, Republic of Korea</a:t>
            </a:r>
          </a:p>
        </p:txBody>
      </p:sp>
      <p:sp>
        <p:nvSpPr>
          <p:cNvPr id="24" name="직사각형 23">
            <a:extLst xmlns:a="http://schemas.openxmlformats.org/drawingml/2006/main">
              <a:ext uri="{FF2B5EF4-FFF2-40B4-BE49-F238E27FC236}">
                <a16:creationId xmlns:a16="http://schemas.microsoft.com/office/drawing/2014/main" id="{7F0DF47E-C912-4489-2D0F-F9F898CA7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206" y="294481"/>
            <a:ext cx="30022800" cy="4221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0">
            <a:solidFill>
              <a:srgbClr val="373362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5" name="그림 4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c24eb56fab47a7">
            <a:extLst>
              <a:ext uri="{96DAC541-7B7A-43D3-8B79-37D633B846F1}">
                <asvg:svgBlip xmlns:asvg="http://schemas.microsoft.com/office/drawing/2016/SVG/main" r:embed="Rf58edca43c464c35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94895" y="29326681"/>
            <a:ext cx="27892869" cy="4993218"/>
          </a:xfrm>
          <a:prstGeom xmlns:a="http://schemas.openxmlformats.org/drawingml/2006/main" prst="rect">
            <a:avLst/>
          </a:prstGeom>
        </p:spPr>
      </p:pic>
      <p:sp>
        <p:nvSpPr>
          <p:cNvPr id="26" name="직사각형 25">
            <a:extLst xmlns:a="http://schemas.openxmlformats.org/drawingml/2006/main">
              <a:ext uri="{FF2B5EF4-FFF2-40B4-BE49-F238E27FC236}">
                <a16:creationId xmlns:a16="http://schemas.microsoft.com/office/drawing/2014/main" id="{43BB195A-03B4-46ED-9490-B06A29510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69" y="27867326"/>
            <a:ext cx="14701628" cy="11338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3600" b="1">
                <a:solidFill>
                  <a:srgbClr val="373362"/>
                </a:solidFill>
                <a:latin typeface="Lora"/>
                <a:ea typeface="Lora"/>
                <a:cs typeface="Lora"/>
              </a:rPr>
              <a:t>Fig. 1. Overview of the ZeroTrust request-to-decision pipeline.</a:t>
            </a:r>
          </a:p>
        </p:txBody>
      </p:sp>
      <p:sp>
        <p:nvSpPr>
          <p:cNvPr id="8" name="AutoShape 2">
            <a:extLst xmlns:a="http://schemas.openxmlformats.org/drawingml/2006/main">
              <a:ext uri="{FF2B5EF4-FFF2-40B4-BE49-F238E27FC236}">
                <a16:creationId xmlns:a16="http://schemas.microsoft.com/office/drawing/2014/main" id="{5AC33F30-6F74-4E68-B787-8797D7230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658623" y="23344618"/>
            <a:ext cx="301532" cy="19615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/>
        </p:txBody>
      </p:sp>
      <p:cxnSp>
        <p:nvCxnSpPr>
          <p:cNvPr id="28" name="직선 연결선 8"/>
          <p:cNvCxnSpPr/>
          <p:nvPr/>
        </p:nvCxnSpPr>
        <p:spPr>
          <a:xfrm xmlns:a="http://schemas.openxmlformats.org/drawingml/2006/main" rot="0">
            <a:off x="1155167" y="25871818"/>
            <a:ext cx="13982440" cy="0"/>
          </a:xfrm>
          <a:prstGeom xmlns:a="http://schemas.openxmlformats.org/drawingml/2006/main" prst="line">
            <a:avLst/>
          </a:prstGeom>
          <a:ln xmlns:a="http://schemas.openxmlformats.org/drawingml/2006/main" w="76200">
            <a:solidFill>
              <a:srgbClr val="000000"/>
            </a:solidFill>
            <a:prstDash val="sysDash"/>
            <a:miter/>
          </a:ln>
        </p:spPr>
      </p:cxnSp>
      <p:sp>
        <p:nvSpPr>
          <p:cNvPr id="36" name="사각형: 둥근 모서리 9">
            <a:extLst xmlns:a="http://schemas.openxmlformats.org/drawingml/2006/main">
              <a:ext uri="{FF2B5EF4-FFF2-40B4-BE49-F238E27FC236}">
                <a16:creationId xmlns:a16="http://schemas.microsoft.com/office/drawing/2014/main" id="{607776B1-1921-47C0-B575-41F9237E3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80298" y="24310739"/>
            <a:ext cx="9828191" cy="1237906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chemeClr val="tx1"/>
          </a:solidFill>
          <a:ln xmlns:a="http://schemas.openxmlformats.org/drawingml/2006/main" w="12700">
            <a:solidFill>
              <a:srgbClr val="000000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5pPr>
            <a:lvl6pPr marL="2514600" indent="-22860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6pPr>
            <a:lvl7pPr marL="2971800" indent="-22860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7pPr>
            <a:lvl8pPr marL="3429000" indent="-22860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8pPr>
            <a:lvl9pPr marL="3886200" indent="-22860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9pPr>
          </a:lstStyle>
          <a:p xmlns:a="http://schemas.openxmlformats.org/drawingml/2006/main">
            <a:pPr algn="ctr">
              <a:buNone/>
            </a:pPr>
            <a:r>
              <a:rPr sz="4000">
                <a:solidFill>
                  <a:schemeClr val="bg1"/>
                </a:solidFill>
                <a:latin typeface="함초롬바탕"/>
                <a:ea typeface="함초롬바탕"/>
                <a:cs typeface="함초롬바탕"/>
              </a:rPr>
              <a:t>Request context</a:t>
            </a:r>
          </a:p>
          <a:p xmlns:a="http://schemas.openxmlformats.org/drawingml/2006/main">
            <a:pPr algn="ctr">
              <a:buNone/>
            </a:pPr>
            <a:r>
              <a:rPr sz="4000">
                <a:solidFill>
                  <a:schemeClr val="bg1"/>
                </a:solidFill>
                <a:latin typeface="함초롬바탕"/>
                <a:ea typeface="함초롬바탕"/>
                <a:cs typeface="함초롬바탕"/>
              </a:rPr>
              <a:t>identity / device / action</a:t>
            </a:r>
          </a:p>
        </p:txBody>
      </p:sp>
      <p:sp>
        <p:nvSpPr>
          <p:cNvPr id="37" name="사각형: 둥근 모서리 10">
            <a:extLst xmlns:a="http://schemas.openxmlformats.org/drawingml/2006/main">
              <a:ext uri="{FF2B5EF4-FFF2-40B4-BE49-F238E27FC236}">
                <a16:creationId xmlns:a16="http://schemas.microsoft.com/office/drawing/2014/main" id="{62D808AE-BD80-40FE-98EF-C55B72DFE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55162" y="26068269"/>
            <a:ext cx="13982444" cy="752641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C000"/>
          </a:solidFill>
          <a:ln xmlns:a="http://schemas.openxmlformats.org/drawingml/2006/main" w="12700">
            <a:solidFill>
              <a:srgbClr val="2F528F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5pPr>
            <a:lvl6pPr marL="2514600" indent="-22860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6pPr>
            <a:lvl7pPr marL="2971800" indent="-22860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7pPr>
            <a:lvl8pPr marL="3429000" indent="-22860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8pPr>
            <a:lvl9pPr marL="3886200" indent="-22860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9pPr>
          </a:lstStyle>
          <a:p xmlns:a="http://schemas.openxmlformats.org/drawingml/2006/main">
            <a:pPr algn="ctr">
              <a:buNone/>
            </a:pPr>
            <a:r>
              <a:rPr sz="4000">
                <a:solidFill>
                  <a:srgbClr val="FFFFFF"/>
                </a:solidFill>
                <a:latin typeface="함초롬바탕"/>
                <a:ea typeface="함초롬바탕"/>
                <a:cs typeface="함초롬바탕"/>
              </a:rPr>
              <a:t>Policy &amp; Risk Engine</a:t>
            </a:r>
          </a:p>
        </p:txBody>
      </p:sp>
      <p:sp>
        <p:nvSpPr>
          <p:cNvPr id="38" name="사각형: 둥근 모서리 11">
            <a:extLst xmlns:a="http://schemas.openxmlformats.org/drawingml/2006/main">
              <a:ext uri="{FF2B5EF4-FFF2-40B4-BE49-F238E27FC236}">
                <a16:creationId xmlns:a16="http://schemas.microsoft.com/office/drawing/2014/main" id="{74362D0B-CDBC-45E2-9413-F24E00634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55162" y="26915309"/>
            <a:ext cx="11542347" cy="752641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4472C4"/>
          </a:solidFill>
          <a:ln xmlns:a="http://schemas.openxmlformats.org/drawingml/2006/main" w="12700">
            <a:solidFill>
              <a:srgbClr val="2F528F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5pPr>
            <a:lvl6pPr marL="2514600" indent="-22860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6pPr>
            <a:lvl7pPr marL="2971800" indent="-22860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7pPr>
            <a:lvl8pPr marL="3429000" indent="-22860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8pPr>
            <a:lvl9pPr marL="3886200" indent="-22860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9pPr>
          </a:lstStyle>
          <a:p xmlns:a="http://schemas.openxmlformats.org/drawingml/2006/main">
            <a:pPr algn="ctr">
              <a:buNone/>
            </a:pPr>
            <a:r>
              <a:rPr sz="4000">
                <a:solidFill>
                  <a:srgbClr val="FFFFFF"/>
                </a:solidFill>
                <a:latin typeface="함초롬바탕"/>
                <a:ea typeface="함초롬바탕"/>
                <a:cs typeface="함초롬바탕"/>
              </a:rPr>
              <a:t>Audit DB + MFA State</a:t>
            </a:r>
          </a:p>
        </p:txBody>
      </p:sp>
      <p:sp>
        <p:nvSpPr>
          <p:cNvPr id="39" name="사각형: 둥근 모서리 12">
            <a:extLst xmlns:a="http://schemas.openxmlformats.org/drawingml/2006/main">
              <a:ext uri="{FF2B5EF4-FFF2-40B4-BE49-F238E27FC236}">
                <a16:creationId xmlns:a16="http://schemas.microsoft.com/office/drawing/2014/main" id="{D71D34B9-417A-4F62-9CF5-FD80DAC1C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026679" y="26916937"/>
            <a:ext cx="2110928" cy="75264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4472C4"/>
          </a:solidFill>
          <a:ln xmlns:a="http://schemas.openxmlformats.org/drawingml/2006/main" w="12700">
            <a:solidFill>
              <a:srgbClr val="2F528F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5pPr>
            <a:lvl6pPr marL="2514600" indent="-22860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6pPr>
            <a:lvl7pPr marL="2971800" indent="-22860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7pPr>
            <a:lvl8pPr marL="3429000" indent="-22860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8pPr>
            <a:lvl9pPr marL="3886200" indent="-22860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9pPr>
          </a:lstStyle>
          <a:p xmlns:a="http://schemas.openxmlformats.org/drawingml/2006/main">
            <a:pPr algn="ctr">
              <a:buNone/>
            </a:pPr>
            <a:r>
              <a:rPr sz="4000">
                <a:solidFill>
                  <a:srgbClr val="FFFFFF"/>
                </a:solidFill>
                <a:latin typeface="함초롬바탕"/>
                <a:ea typeface="함초롬바탕"/>
                <a:cs typeface="함초롬바탕"/>
              </a:rPr>
              <a:t>Admin</a:t>
            </a:r>
          </a:p>
        </p:txBody>
      </p:sp>
      <p:sp>
        <p:nvSpPr>
          <p:cNvPr id="40" name="사각형: 둥근 모서리 13">
            <a:extLst xmlns:a="http://schemas.openxmlformats.org/drawingml/2006/main">
              <a:ext uri="{FF2B5EF4-FFF2-40B4-BE49-F238E27FC236}">
                <a16:creationId xmlns:a16="http://schemas.microsoft.com/office/drawing/2014/main" id="{F217A805-5DF0-4D0C-8EEC-7FF12F828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55162" y="24280718"/>
            <a:ext cx="3705536" cy="1237906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C00000"/>
          </a:solidFill>
          <a:ln xmlns:a="http://schemas.openxmlformats.org/drawingml/2006/main" w="12700">
            <a:solidFill>
              <a:srgbClr val="2F528F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5pPr>
            <a:lvl6pPr marL="2514600" indent="-22860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6pPr>
            <a:lvl7pPr marL="2971800" indent="-22860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7pPr>
            <a:lvl8pPr marL="3429000" indent="-22860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8pPr>
            <a:lvl9pPr marL="3886200" indent="-22860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9pPr>
          </a:lstStyle>
          <a:p xmlns:a="http://schemas.openxmlformats.org/drawingml/2006/main">
            <a:pPr algn="ctr">
              <a:buNone/>
            </a:pPr>
            <a:r>
              <a:rPr sz="4000">
                <a:solidFill>
                  <a:srgbClr val="FFFFFF"/>
                </a:solidFill>
                <a:latin typeface="함초롬바탕"/>
                <a:ea typeface="함초롬바탕"/>
                <a:cs typeface="함초롬바탕"/>
              </a:rPr>
              <a:t>ZeroTrust</a:t>
            </a:r>
          </a:p>
        </p:txBody>
      </p:sp>
      <p:cxnSp>
        <p:nvCxnSpPr>
          <p:cNvPr id="41" name="직선 연결선 17"/>
          <p:cNvCxnSpPr/>
          <p:nvPr/>
        </p:nvCxnSpPr>
        <p:spPr>
          <a:xfrm xmlns:a="http://schemas.openxmlformats.org/drawingml/2006/main" rot="0">
            <a:off x="3952861" y="25594534"/>
            <a:ext cx="0" cy="1697095"/>
          </a:xfrm>
          <a:prstGeom xmlns:a="http://schemas.openxmlformats.org/drawingml/2006/main" prst="line">
            <a:avLst/>
          </a:prstGeom>
          <a:ln xmlns:a="http://schemas.openxmlformats.org/drawingml/2006/main" w="76200">
            <a:solidFill>
              <a:srgbClr val="000000"/>
            </a:solidFill>
            <a:miter/>
            <a:headEnd type="triangle" w="med" len="med"/>
            <a:tailEnd type="triangle" w="med" len="med"/>
          </a:ln>
        </p:spPr>
      </p:cxnSp>
      <p:cxnSp>
        <p:nvCxnSpPr>
          <p:cNvPr id="42" name="직선 연결선 17"/>
          <p:cNvCxnSpPr/>
          <p:nvPr/>
        </p:nvCxnSpPr>
        <p:spPr>
          <a:xfrm xmlns:a="http://schemas.openxmlformats.org/drawingml/2006/main" rot="0">
            <a:off x="12018403" y="25591956"/>
            <a:ext cx="0" cy="1697095"/>
          </a:xfrm>
          <a:prstGeom xmlns:a="http://schemas.openxmlformats.org/drawingml/2006/main" prst="line">
            <a:avLst/>
          </a:prstGeom>
          <a:ln xmlns:a="http://schemas.openxmlformats.org/drawingml/2006/main" w="76200">
            <a:solidFill>
              <a:srgbClr val="000000"/>
            </a:solidFill>
            <a:miter/>
            <a:headEnd type="triangle" w="med" len="med"/>
            <a:tailEnd type="triangle" w="med" len="med"/>
          </a:ln>
        </p:spPr>
      </p:cxnSp>
      <p:cxnSp>
        <p:nvCxnSpPr>
          <p:cNvPr id="43" name="연결선: 구부러짐 136"/>
          <p:cNvCxnSpPr/>
          <p:nvPr/>
        </p:nvCxnSpPr>
        <p:spPr>
          <a:xfrm xmlns:a="http://schemas.openxmlformats.org/drawingml/2006/main" rot="21600000" flipH="1">
            <a:off x="1073440" y="23006791"/>
            <a:ext cx="2499" cy="1922902"/>
          </a:xfrm>
          <a:prstGeom xmlns:a="http://schemas.openxmlformats.org/drawingml/2006/main" prst="curvedConnector3">
            <a:avLst>
              <a:gd name="adj1" fmla="val 28244044"/>
            </a:avLst>
          </a:prstGeom>
          <a:ln xmlns:a="http://schemas.openxmlformats.org/drawingml/2006/main" w="76200">
            <a:headEnd type="triangle"/>
            <a:tailEnd type="triangle"/>
          </a:ln>
        </p:spPr>
        <p:style>
          <a:lnRef xmlns:a="http://schemas.openxmlformats.org/drawingml/2006/main" idx="1">
            <a:schemeClr val="dk1"/>
          </a:lnRef>
          <a:fillRef xmlns:a="http://schemas.openxmlformats.org/drawingml/2006/main" idx="0">
            <a:schemeClr val="dk1"/>
          </a:fillRef>
          <a:effectRef xmlns:a="http://schemas.openxmlformats.org/drawingml/2006/main" idx="0">
            <a:schemeClr val="dk1"/>
          </a:effectRef>
          <a:fontRef xmlns:a="http://schemas.openxmlformats.org/drawingml/2006/main"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61063437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2026-06-09T12:21:24.0410000Z</dcterms:created>
  <dcterms:modified xsi:type="dcterms:W3CDTF">2026-06-09T12:21:24.0430000Z</dcterms:modified>
</coreProperties>
</file>